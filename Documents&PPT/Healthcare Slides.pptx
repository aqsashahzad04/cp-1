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313" r:id="rId6"/>
    <p:sldId id="319" r:id="rId7"/>
    <p:sldId id="320" r:id="rId8"/>
    <p:sldId id="263" r:id="rId9"/>
    <p:sldId id="258" r:id="rId10"/>
    <p:sldId id="261" r:id="rId11"/>
    <p:sldId id="272" r:id="rId12"/>
    <p:sldId id="304" r:id="rId13"/>
    <p:sldId id="305" r:id="rId14"/>
    <p:sldId id="306" r:id="rId15"/>
    <p:sldId id="322" r:id="rId16"/>
    <p:sldId id="323" r:id="rId17"/>
    <p:sldId id="271" r:id="rId18"/>
    <p:sldId id="265" r:id="rId19"/>
    <p:sldId id="307" r:id="rId20"/>
    <p:sldId id="308" r:id="rId21"/>
    <p:sldId id="309" r:id="rId22"/>
    <p:sldId id="268" r:id="rId23"/>
    <p:sldId id="276" r:id="rId24"/>
    <p:sldId id="275" r:id="rId25"/>
    <p:sldId id="267" r:id="rId26"/>
    <p:sldId id="279" r:id="rId27"/>
    <p:sldId id="310" r:id="rId28"/>
    <p:sldId id="284" r:id="rId29"/>
  </p:sldIdLst>
  <p:sldSz cx="9144000" cy="5143500" type="screen16x9"/>
  <p:notesSz cx="6858000" cy="9144000"/>
  <p:embeddedFontLst>
    <p:embeddedFont>
      <p:font typeface="Red Hat Display" panose="02010303040201060303"/>
      <p:regular r:id="rId33"/>
    </p:embeddedFont>
    <p:embeddedFont>
      <p:font typeface="Red Hat Display Medium" panose="02010303040201060303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471" userDrawn="1">
          <p15:clr>
            <a:srgbClr val="9AA0A6"/>
          </p15:clr>
        </p15:guide>
        <p15:guide id="2" pos="2904" userDrawn="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8077"/>
    <a:srgbClr val="F9FBEE"/>
    <a:srgbClr val="F4F1E0"/>
    <a:srgbClr val="E3C496"/>
    <a:srgbClr val="F6F5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深色样式 1 - 强调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CF1DDBA-12CE-4A31-9746-1ACB84189B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4" d="100"/>
          <a:sy n="84" d="100"/>
        </p:scale>
        <p:origin x="780" y="-56"/>
      </p:cViewPr>
      <p:guideLst>
        <p:guide orient="horz" pos="1471"/>
        <p:guide pos="29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36" Type="http://schemas.openxmlformats.org/officeDocument/2006/relationships/font" Target="fonts/font4.fntdata"/><Relationship Id="rId35" Type="http://schemas.openxmlformats.org/officeDocument/2006/relationships/font" Target="fonts/font3.fntdata"/><Relationship Id="rId34" Type="http://schemas.openxmlformats.org/officeDocument/2006/relationships/font" Target="fonts/font2.fntdata"/><Relationship Id="rId33" Type="http://schemas.openxmlformats.org/officeDocument/2006/relationships/font" Target="fonts/font1.fntdata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3" name="Google Shape;37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4" name="Google Shape;37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0" name="Google Shape;3890;g13c4c420b8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1" name="Google Shape;3891;g13c4c420b8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0" name="Google Shape;3890;g13c4c420b8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1" name="Google Shape;3891;g13c4c420b8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0" name="Google Shape;3890;g13c4c420b8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1" name="Google Shape;3891;g13c4c420b8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0" name="Google Shape;3890;g13c4c420b8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1" name="Google Shape;3891;g13c4c420b8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5" name="Google Shape;4195;g13d7b08b66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6" name="Google Shape;4196;g13d7b08b661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9" name="Google Shape;3899;g13c4c420b8f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0" name="Google Shape;3900;g13c4c420b8f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6" name="Google Shape;4026;g13c63a93943_3_278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7" name="Google Shape;4027;g13c63a93943_3_278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" name="Google Shape;4454;g13c63a93943_3_279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5" name="Google Shape;4455;g13c63a93943_3_279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" name="Google Shape;4454;g13c63a93943_3_279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5" name="Google Shape;4455;g13c63a93943_3_279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" name="Google Shape;4454;g13c63a93943_3_279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5" name="Google Shape;4455;g13c63a93943_3_279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" name="Google Shape;4454;g13c63a93943_3_279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5" name="Google Shape;4455;g13c63a93943_3_279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" name="Google Shape;4454;g13c63a93943_3_279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5" name="Google Shape;4455;g13c63a93943_3_279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" name="Google Shape;4454;g13c63a93943_3_279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5" name="Google Shape;4455;g13c63a93943_3_279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1" name="Google Shape;4401;g13d7b08b661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2" name="Google Shape;4402;g13d7b08b661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g13c4c420b8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0" name="Google Shape;4290;g13c4c420b8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g13c4c420b8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0" name="Google Shape;4290;g13c4c420b8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g13c4c420b8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0" name="Google Shape;4290;g13c4c420b8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g13c4c420b8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0" name="Google Shape;4290;g13c4c420b8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4" name="Google Shape;4344;g13c63a93943_3_279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5" name="Google Shape;4345;g13c63a93943_3_279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4" name="Google Shape;4674;g13c63a93943_3_279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5" name="Google Shape;4675;g13c63a93943_3_279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9" name="Google Shape;4619;g13d7b08b66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0" name="Google Shape;4620;g13d7b08b66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0" name="Google Shape;4320;g13d7b08b66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1" name="Google Shape;4321;g13d7b08b661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9" name="Google Shape;4909;g13c63a93943_3_279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0" name="Google Shape;4910;g13c63a93943_3_279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9" name="Google Shape;4909;g13c63a93943_3_279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0" name="Google Shape;4910;g13c63a93943_3_279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4" name="Google Shape;5574;g13c63a93943_3_27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5" name="Google Shape;5575;g13c63a93943_3_27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89300" y="922313"/>
            <a:ext cx="4297800" cy="210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>
            <a:spLocks noGrp="1"/>
          </p:cNvSpPr>
          <p:nvPr>
            <p:ph type="ctrTitle" idx="2"/>
          </p:nvPr>
        </p:nvSpPr>
        <p:spPr>
          <a:xfrm>
            <a:off x="789300" y="3153438"/>
            <a:ext cx="4297800" cy="40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865500" y="3841238"/>
            <a:ext cx="3742500" cy="35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" name="Google Shape;12;p2"/>
          <p:cNvSpPr txBox="1">
            <a:spLocks noGrp="1"/>
          </p:cNvSpPr>
          <p:nvPr>
            <p:ph type="subTitle" idx="3"/>
          </p:nvPr>
        </p:nvSpPr>
        <p:spPr>
          <a:xfrm>
            <a:off x="1176704" y="243350"/>
            <a:ext cx="2340300" cy="2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3" name="Google Shape;13;p2"/>
          <p:cNvGrpSpPr/>
          <p:nvPr/>
        </p:nvGrpSpPr>
        <p:grpSpPr>
          <a:xfrm>
            <a:off x="-467250" y="-103637"/>
            <a:ext cx="904875" cy="928325"/>
            <a:chOff x="1054075" y="2178525"/>
            <a:chExt cx="904875" cy="928325"/>
          </a:xfrm>
        </p:grpSpPr>
        <p:sp>
          <p:nvSpPr>
            <p:cNvPr id="14" name="Google Shape;14;p2"/>
            <p:cNvSpPr/>
            <p:nvPr/>
          </p:nvSpPr>
          <p:spPr>
            <a:xfrm>
              <a:off x="19330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19" y="1038"/>
                  </a:cubicBezTo>
                  <a:cubicBezTo>
                    <a:pt x="816" y="1038"/>
                    <a:pt x="1038" y="815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9330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19" y="1038"/>
                  </a:cubicBezTo>
                  <a:cubicBezTo>
                    <a:pt x="816" y="1038"/>
                    <a:pt x="1038" y="791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9330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19" y="1062"/>
                  </a:cubicBezTo>
                  <a:cubicBezTo>
                    <a:pt x="816" y="1062"/>
                    <a:pt x="1038" y="815"/>
                    <a:pt x="1038" y="519"/>
                  </a:cubicBezTo>
                  <a:cubicBezTo>
                    <a:pt x="1038" y="247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9330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19" y="1037"/>
                  </a:cubicBezTo>
                  <a:cubicBezTo>
                    <a:pt x="816" y="1037"/>
                    <a:pt x="1038" y="815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9330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19" y="1037"/>
                  </a:cubicBezTo>
                  <a:cubicBezTo>
                    <a:pt x="816" y="1037"/>
                    <a:pt x="1038" y="790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9330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19" y="1062"/>
                  </a:cubicBezTo>
                  <a:cubicBezTo>
                    <a:pt x="816" y="1062"/>
                    <a:pt x="1038" y="816"/>
                    <a:pt x="1038" y="519"/>
                  </a:cubicBezTo>
                  <a:cubicBezTo>
                    <a:pt x="1038" y="248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9330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19" y="1038"/>
                  </a:cubicBezTo>
                  <a:cubicBezTo>
                    <a:pt x="816" y="1038"/>
                    <a:pt x="1038" y="816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807725" y="21785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5"/>
                    <a:pt x="222" y="1038"/>
                    <a:pt x="518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807725" y="23291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791"/>
                    <a:pt x="222" y="1038"/>
                    <a:pt x="518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807725" y="2479125"/>
              <a:ext cx="25925" cy="26550"/>
            </a:xfrm>
            <a:custGeom>
              <a:avLst/>
              <a:gdLst/>
              <a:ahLst/>
              <a:cxnLst/>
              <a:rect l="l" t="t" r="r" b="b"/>
              <a:pathLst>
                <a:path w="1037" h="1062" extrusionOk="0">
                  <a:moveTo>
                    <a:pt x="518" y="0"/>
                  </a:moveTo>
                  <a:cubicBezTo>
                    <a:pt x="222" y="0"/>
                    <a:pt x="0" y="247"/>
                    <a:pt x="0" y="519"/>
                  </a:cubicBezTo>
                  <a:cubicBezTo>
                    <a:pt x="0" y="815"/>
                    <a:pt x="222" y="1062"/>
                    <a:pt x="518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807725" y="26297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815"/>
                    <a:pt x="222" y="1037"/>
                    <a:pt x="518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807725" y="27803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790"/>
                    <a:pt x="222" y="1037"/>
                    <a:pt x="518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807725" y="2930300"/>
              <a:ext cx="25925" cy="26575"/>
            </a:xfrm>
            <a:custGeom>
              <a:avLst/>
              <a:gdLst/>
              <a:ahLst/>
              <a:cxnLst/>
              <a:rect l="l" t="t" r="r" b="b"/>
              <a:pathLst>
                <a:path w="1037" h="1063" extrusionOk="0">
                  <a:moveTo>
                    <a:pt x="518" y="1"/>
                  </a:moveTo>
                  <a:cubicBezTo>
                    <a:pt x="222" y="1"/>
                    <a:pt x="0" y="248"/>
                    <a:pt x="0" y="519"/>
                  </a:cubicBezTo>
                  <a:cubicBezTo>
                    <a:pt x="0" y="816"/>
                    <a:pt x="222" y="1062"/>
                    <a:pt x="518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807725" y="3080900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6"/>
                    <a:pt x="222" y="1038"/>
                    <a:pt x="518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681800" y="21785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62" y="815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681800" y="23291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62" y="791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681800" y="2479125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62" y="815"/>
                    <a:pt x="1062" y="519"/>
                  </a:cubicBezTo>
                  <a:cubicBezTo>
                    <a:pt x="1062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681800" y="26297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62" y="815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681800" y="27803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62" y="790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681800" y="2930300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62" y="816"/>
                    <a:pt x="1062" y="519"/>
                  </a:cubicBezTo>
                  <a:cubicBezTo>
                    <a:pt x="1062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681800" y="308090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62" y="816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5565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815" y="1038"/>
                    <a:pt x="1038" y="815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5565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815" y="1038"/>
                    <a:pt x="1038" y="791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5565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815" y="1062"/>
                    <a:pt x="1038" y="815"/>
                    <a:pt x="1038" y="519"/>
                  </a:cubicBezTo>
                  <a:cubicBezTo>
                    <a:pt x="1038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15565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815" y="1037"/>
                    <a:pt x="1038" y="815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5565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815" y="1037"/>
                    <a:pt x="1038" y="790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5565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815" y="1062"/>
                    <a:pt x="1038" y="816"/>
                    <a:pt x="1038" y="519"/>
                  </a:cubicBezTo>
                  <a:cubicBezTo>
                    <a:pt x="1038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5565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815" y="1038"/>
                    <a:pt x="1038" y="816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14312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791" y="1038"/>
                    <a:pt x="1038" y="815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14312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791" y="1038"/>
                    <a:pt x="1038" y="791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14312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791" y="1062"/>
                    <a:pt x="1038" y="815"/>
                    <a:pt x="1038" y="519"/>
                  </a:cubicBezTo>
                  <a:cubicBezTo>
                    <a:pt x="1038" y="247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4312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791" y="1037"/>
                    <a:pt x="1038" y="815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14312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791" y="1037"/>
                    <a:pt x="1038" y="790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4312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791" y="1062"/>
                    <a:pt x="1038" y="816"/>
                    <a:pt x="1038" y="519"/>
                  </a:cubicBezTo>
                  <a:cubicBezTo>
                    <a:pt x="1038" y="248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14312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791" y="1038"/>
                    <a:pt x="1038" y="816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3053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13053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3053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13053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13053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13053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13053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1800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5"/>
                    <a:pt x="223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1800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791"/>
                    <a:pt x="223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11800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0" y="247"/>
                    <a:pt x="0" y="519"/>
                  </a:cubicBezTo>
                  <a:cubicBezTo>
                    <a:pt x="0" y="815"/>
                    <a:pt x="223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11800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815"/>
                    <a:pt x="223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11800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790"/>
                    <a:pt x="223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11800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0" y="248"/>
                    <a:pt x="0" y="519"/>
                  </a:cubicBezTo>
                  <a:cubicBezTo>
                    <a:pt x="0" y="816"/>
                    <a:pt x="223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11800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6"/>
                    <a:pt x="223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054075" y="21785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44" y="1038"/>
                  </a:cubicBezTo>
                  <a:cubicBezTo>
                    <a:pt x="816" y="1038"/>
                    <a:pt x="1062" y="815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054075" y="23291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44" y="1038"/>
                  </a:cubicBezTo>
                  <a:cubicBezTo>
                    <a:pt x="816" y="1038"/>
                    <a:pt x="1062" y="791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1054075" y="2479125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44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44" y="1062"/>
                  </a:cubicBezTo>
                  <a:cubicBezTo>
                    <a:pt x="816" y="1062"/>
                    <a:pt x="1062" y="815"/>
                    <a:pt x="1062" y="519"/>
                  </a:cubicBezTo>
                  <a:cubicBezTo>
                    <a:pt x="1062" y="247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1054075" y="26297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44" y="1037"/>
                  </a:cubicBezTo>
                  <a:cubicBezTo>
                    <a:pt x="816" y="1037"/>
                    <a:pt x="1062" y="815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054075" y="27803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44" y="1037"/>
                  </a:cubicBezTo>
                  <a:cubicBezTo>
                    <a:pt x="816" y="1037"/>
                    <a:pt x="1062" y="790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054075" y="2930300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44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44" y="1062"/>
                  </a:cubicBezTo>
                  <a:cubicBezTo>
                    <a:pt x="816" y="1062"/>
                    <a:pt x="1062" y="816"/>
                    <a:pt x="1062" y="519"/>
                  </a:cubicBezTo>
                  <a:cubicBezTo>
                    <a:pt x="1062" y="248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1054075" y="308090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44" y="1038"/>
                  </a:cubicBezTo>
                  <a:cubicBezTo>
                    <a:pt x="816" y="1038"/>
                    <a:pt x="1062" y="816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0" name="Google Shape;70;p2"/>
          <p:cNvSpPr/>
          <p:nvPr/>
        </p:nvSpPr>
        <p:spPr>
          <a:xfrm>
            <a:off x="-554754" y="4349180"/>
            <a:ext cx="1378500" cy="1378500"/>
          </a:xfrm>
          <a:prstGeom prst="donut">
            <a:avLst>
              <a:gd name="adj" fmla="val 29191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title"/>
          </p:nvPr>
        </p:nvSpPr>
        <p:spPr>
          <a:xfrm>
            <a:off x="4410975" y="1863701"/>
            <a:ext cx="4017300" cy="158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73" name="Google Shape;73;p3"/>
          <p:cNvSpPr txBox="1">
            <a:spLocks noGrp="1"/>
          </p:cNvSpPr>
          <p:nvPr>
            <p:ph type="title" idx="2" hasCustomPrompt="1"/>
          </p:nvPr>
        </p:nvSpPr>
        <p:spPr>
          <a:xfrm>
            <a:off x="7311550" y="964282"/>
            <a:ext cx="1015500" cy="7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r>
              <a:t>xx%</a:t>
            </a:r>
          </a:p>
        </p:txBody>
      </p:sp>
      <p:sp>
        <p:nvSpPr>
          <p:cNvPr id="74" name="Google Shape;74;p3"/>
          <p:cNvSpPr txBox="1">
            <a:spLocks noGrp="1"/>
          </p:cNvSpPr>
          <p:nvPr>
            <p:ph type="subTitle" idx="1"/>
          </p:nvPr>
        </p:nvSpPr>
        <p:spPr>
          <a:xfrm>
            <a:off x="4378825" y="3864065"/>
            <a:ext cx="4017300" cy="4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75" name="Google Shape;75;p3"/>
          <p:cNvGrpSpPr/>
          <p:nvPr/>
        </p:nvGrpSpPr>
        <p:grpSpPr>
          <a:xfrm>
            <a:off x="6217049" y="-225424"/>
            <a:ext cx="877300" cy="917775"/>
            <a:chOff x="7791725" y="442275"/>
            <a:chExt cx="877300" cy="917775"/>
          </a:xfrm>
        </p:grpSpPr>
        <p:sp>
          <p:nvSpPr>
            <p:cNvPr id="76" name="Google Shape;76;p3"/>
            <p:cNvSpPr/>
            <p:nvPr/>
          </p:nvSpPr>
          <p:spPr>
            <a:xfrm>
              <a:off x="7920525" y="442275"/>
              <a:ext cx="748500" cy="7485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7791725" y="909150"/>
              <a:ext cx="450900" cy="450900"/>
            </a:xfrm>
            <a:prstGeom prst="ellipse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8" name="Google Shape;78;p3"/>
          <p:cNvGrpSpPr/>
          <p:nvPr/>
        </p:nvGrpSpPr>
        <p:grpSpPr>
          <a:xfrm>
            <a:off x="7680123" y="4574599"/>
            <a:ext cx="1646456" cy="754740"/>
            <a:chOff x="5071203" y="4398918"/>
            <a:chExt cx="1646456" cy="754740"/>
          </a:xfrm>
        </p:grpSpPr>
        <p:sp>
          <p:nvSpPr>
            <p:cNvPr id="79" name="Google Shape;79;p3"/>
            <p:cNvSpPr/>
            <p:nvPr/>
          </p:nvSpPr>
          <p:spPr>
            <a:xfrm>
              <a:off x="5071203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518670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5302521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5418334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5534146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5649652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5765465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5071203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8"/>
                    <a:pt x="1062" y="2148"/>
                  </a:cubicBezTo>
                  <a:cubicBezTo>
                    <a:pt x="1655" y="2148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5302521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94" y="2148"/>
                    <a:pt x="1087" y="2148"/>
                  </a:cubicBezTo>
                  <a:cubicBezTo>
                    <a:pt x="1679" y="2148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5534146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55" y="2148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5765465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8"/>
                    <a:pt x="1087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5071203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2" y="2148"/>
                  </a:cubicBezTo>
                  <a:cubicBezTo>
                    <a:pt x="1655" y="2148"/>
                    <a:pt x="2149" y="1654"/>
                    <a:pt x="2149" y="1062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518670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62"/>
                  </a:cubicBezTo>
                  <a:cubicBezTo>
                    <a:pt x="1" y="1654"/>
                    <a:pt x="495" y="2148"/>
                    <a:pt x="1087" y="2148"/>
                  </a:cubicBezTo>
                  <a:cubicBezTo>
                    <a:pt x="1680" y="2148"/>
                    <a:pt x="2149" y="1654"/>
                    <a:pt x="2149" y="1062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5302521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9" y="1654"/>
                    <a:pt x="2149" y="1062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5418334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5534146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5649652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5765465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5071203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2" y="2149"/>
                  </a:cubicBezTo>
                  <a:cubicBezTo>
                    <a:pt x="1655" y="2149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5302521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87" y="2149"/>
                  </a:cubicBezTo>
                  <a:cubicBezTo>
                    <a:pt x="1679" y="2149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5534146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5" y="2149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5765465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9"/>
                    <a:pt x="1087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5071203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518670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5302521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5418334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5534146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5649652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5765465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5071203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2" y="2149"/>
                  </a:cubicBezTo>
                  <a:cubicBezTo>
                    <a:pt x="1655" y="2149"/>
                    <a:pt x="2149" y="1680"/>
                    <a:pt x="2149" y="1087"/>
                  </a:cubicBezTo>
                  <a:cubicBezTo>
                    <a:pt x="2149" y="495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5302521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94" y="2149"/>
                    <a:pt x="1087" y="2149"/>
                  </a:cubicBezTo>
                  <a:cubicBezTo>
                    <a:pt x="1679" y="2149"/>
                    <a:pt x="2149" y="1680"/>
                    <a:pt x="2149" y="1087"/>
                  </a:cubicBezTo>
                  <a:cubicBezTo>
                    <a:pt x="2149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5534146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5" y="2149"/>
                    <a:pt x="2148" y="1680"/>
                    <a:pt x="2148" y="1087"/>
                  </a:cubicBezTo>
                  <a:cubicBezTo>
                    <a:pt x="2148" y="495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5765465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95"/>
                    <a:pt x="0" y="1087"/>
                  </a:cubicBezTo>
                  <a:cubicBezTo>
                    <a:pt x="0" y="1680"/>
                    <a:pt x="470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5071203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2" y="2346"/>
                  </a:cubicBezTo>
                  <a:cubicBezTo>
                    <a:pt x="1655" y="2346"/>
                    <a:pt x="2149" y="1852"/>
                    <a:pt x="2149" y="1259"/>
                  </a:cubicBezTo>
                  <a:cubicBezTo>
                    <a:pt x="2149" y="1235"/>
                    <a:pt x="2124" y="1210"/>
                    <a:pt x="2124" y="1161"/>
                  </a:cubicBezTo>
                  <a:cubicBezTo>
                    <a:pt x="2124" y="1136"/>
                    <a:pt x="2149" y="1111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518670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5" y="2346"/>
                    <a:pt x="1087" y="2346"/>
                  </a:cubicBezTo>
                  <a:cubicBezTo>
                    <a:pt x="1680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5302521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87" y="2346"/>
                  </a:cubicBezTo>
                  <a:cubicBezTo>
                    <a:pt x="1679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5418334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5534146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5649652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5765465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6691351" y="5124926"/>
              <a:ext cx="26308" cy="28733"/>
            </a:xfrm>
            <a:custGeom>
              <a:avLst/>
              <a:gdLst/>
              <a:ahLst/>
              <a:cxnLst/>
              <a:rect l="l" t="t" r="r" b="b"/>
              <a:pathLst>
                <a:path w="2148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657553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6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6460020" y="5124926"/>
              <a:ext cx="26026" cy="28733"/>
            </a:xfrm>
            <a:custGeom>
              <a:avLst/>
              <a:gdLst/>
              <a:ahLst/>
              <a:cxnLst/>
              <a:rect l="l" t="t" r="r" b="b"/>
              <a:pathLst>
                <a:path w="2125" h="2346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3" y="2346"/>
                  </a:cubicBezTo>
                  <a:cubicBezTo>
                    <a:pt x="1655" y="2346"/>
                    <a:pt x="2124" y="1852"/>
                    <a:pt x="2124" y="1259"/>
                  </a:cubicBezTo>
                  <a:cubicBezTo>
                    <a:pt x="2124" y="1235"/>
                    <a:pt x="2124" y="1210"/>
                    <a:pt x="2124" y="1161"/>
                  </a:cubicBezTo>
                  <a:cubicBezTo>
                    <a:pt x="2124" y="1136"/>
                    <a:pt x="2124" y="1111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6344220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3" y="1210"/>
                    <a:pt x="2123" y="1161"/>
                  </a:cubicBezTo>
                  <a:cubicBezTo>
                    <a:pt x="2123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6228408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6112595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599708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23" y="1852"/>
                    <a:pt x="2123" y="1259"/>
                  </a:cubicBezTo>
                  <a:cubicBezTo>
                    <a:pt x="2123" y="1235"/>
                    <a:pt x="2123" y="1210"/>
                    <a:pt x="2123" y="1161"/>
                  </a:cubicBezTo>
                  <a:cubicBezTo>
                    <a:pt x="2123" y="1136"/>
                    <a:pt x="2123" y="1111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5881277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6691351" y="50039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6460020" y="50039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3" y="2149"/>
                  </a:cubicBezTo>
                  <a:cubicBezTo>
                    <a:pt x="1655" y="2149"/>
                    <a:pt x="2124" y="1680"/>
                    <a:pt x="2124" y="1087"/>
                  </a:cubicBezTo>
                  <a:cubicBezTo>
                    <a:pt x="2124" y="495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6228408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97089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4" y="2149"/>
                    <a:pt x="2148" y="1680"/>
                    <a:pt x="2148" y="1087"/>
                  </a:cubicBezTo>
                  <a:cubicBezTo>
                    <a:pt x="2148" y="495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6691351" y="4883025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657553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6460020" y="488302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6344220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6228408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6112595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9708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881277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6691351" y="47620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6460020" y="47620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3" y="2149"/>
                  </a:cubicBezTo>
                  <a:cubicBezTo>
                    <a:pt x="1655" y="2149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6227195" y="4762143"/>
              <a:ext cx="28733" cy="26173"/>
            </a:xfrm>
            <a:custGeom>
              <a:avLst/>
              <a:gdLst/>
              <a:ahLst/>
              <a:cxnLst/>
              <a:rect l="l" t="t" r="r" b="b"/>
              <a:pathLst>
                <a:path w="2346" h="2137" extrusionOk="0">
                  <a:moveTo>
                    <a:pt x="1173" y="1"/>
                  </a:moveTo>
                  <a:cubicBezTo>
                    <a:pt x="902" y="1"/>
                    <a:pt x="630" y="106"/>
                    <a:pt x="420" y="316"/>
                  </a:cubicBezTo>
                  <a:cubicBezTo>
                    <a:pt x="0" y="735"/>
                    <a:pt x="0" y="1402"/>
                    <a:pt x="420" y="1822"/>
                  </a:cubicBezTo>
                  <a:cubicBezTo>
                    <a:pt x="630" y="2031"/>
                    <a:pt x="902" y="2136"/>
                    <a:pt x="1173" y="2136"/>
                  </a:cubicBezTo>
                  <a:cubicBezTo>
                    <a:pt x="1445" y="2136"/>
                    <a:pt x="1716" y="2031"/>
                    <a:pt x="1926" y="1822"/>
                  </a:cubicBezTo>
                  <a:cubicBezTo>
                    <a:pt x="2346" y="1402"/>
                    <a:pt x="2346" y="735"/>
                    <a:pt x="1926" y="316"/>
                  </a:cubicBezTo>
                  <a:cubicBezTo>
                    <a:pt x="1716" y="106"/>
                    <a:pt x="1445" y="1"/>
                    <a:pt x="117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97089" y="4762069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4" y="2149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6691351" y="4641125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657553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6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6460020" y="464112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3" y="2148"/>
                  </a:cubicBezTo>
                  <a:cubicBezTo>
                    <a:pt x="1655" y="2148"/>
                    <a:pt x="2124" y="1654"/>
                    <a:pt x="2124" y="1062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6344220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6228408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6112595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9708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881277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6691351" y="45201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6460020" y="45201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8"/>
                    <a:pt x="1063" y="2148"/>
                  </a:cubicBezTo>
                  <a:cubicBezTo>
                    <a:pt x="1655" y="2148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6228408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87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5997089" y="4520169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54" y="2148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6691351" y="4398918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657553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6460020" y="4398918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6344220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6228408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6112595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99708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881277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5" name="Google Shape;165;p4"/>
          <p:cNvSpPr txBox="1">
            <a:spLocks noGrp="1"/>
          </p:cNvSpPr>
          <p:nvPr>
            <p:ph type="body" idx="1"/>
          </p:nvPr>
        </p:nvSpPr>
        <p:spPr>
          <a:xfrm>
            <a:off x="713100" y="1239752"/>
            <a:ext cx="7717800" cy="5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66" name="Google Shape;166;p4"/>
          <p:cNvGrpSpPr/>
          <p:nvPr/>
        </p:nvGrpSpPr>
        <p:grpSpPr>
          <a:xfrm>
            <a:off x="-467250" y="2029963"/>
            <a:ext cx="904875" cy="928325"/>
            <a:chOff x="1054075" y="2178525"/>
            <a:chExt cx="904875" cy="928325"/>
          </a:xfrm>
        </p:grpSpPr>
        <p:sp>
          <p:nvSpPr>
            <p:cNvPr id="167" name="Google Shape;167;p4"/>
            <p:cNvSpPr/>
            <p:nvPr/>
          </p:nvSpPr>
          <p:spPr>
            <a:xfrm>
              <a:off x="19330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19" y="1038"/>
                  </a:cubicBezTo>
                  <a:cubicBezTo>
                    <a:pt x="816" y="1038"/>
                    <a:pt x="1038" y="815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" name="Google Shape;168;p4"/>
            <p:cNvSpPr/>
            <p:nvPr/>
          </p:nvSpPr>
          <p:spPr>
            <a:xfrm>
              <a:off x="19330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19" y="1038"/>
                  </a:cubicBezTo>
                  <a:cubicBezTo>
                    <a:pt x="816" y="1038"/>
                    <a:pt x="1038" y="791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19330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19" y="1062"/>
                  </a:cubicBezTo>
                  <a:cubicBezTo>
                    <a:pt x="816" y="1062"/>
                    <a:pt x="1038" y="815"/>
                    <a:pt x="1038" y="519"/>
                  </a:cubicBezTo>
                  <a:cubicBezTo>
                    <a:pt x="1038" y="247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19330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19" y="1037"/>
                  </a:cubicBezTo>
                  <a:cubicBezTo>
                    <a:pt x="816" y="1037"/>
                    <a:pt x="1038" y="815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" name="Google Shape;171;p4"/>
            <p:cNvSpPr/>
            <p:nvPr/>
          </p:nvSpPr>
          <p:spPr>
            <a:xfrm>
              <a:off x="19330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19" y="1037"/>
                  </a:cubicBezTo>
                  <a:cubicBezTo>
                    <a:pt x="816" y="1037"/>
                    <a:pt x="1038" y="790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19330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19" y="1062"/>
                  </a:cubicBezTo>
                  <a:cubicBezTo>
                    <a:pt x="816" y="1062"/>
                    <a:pt x="1038" y="816"/>
                    <a:pt x="1038" y="519"/>
                  </a:cubicBezTo>
                  <a:cubicBezTo>
                    <a:pt x="1038" y="248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19330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19" y="1038"/>
                  </a:cubicBezTo>
                  <a:cubicBezTo>
                    <a:pt x="816" y="1038"/>
                    <a:pt x="1038" y="816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1807725" y="21785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5"/>
                    <a:pt x="222" y="1038"/>
                    <a:pt x="518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" name="Google Shape;175;p4"/>
            <p:cNvSpPr/>
            <p:nvPr/>
          </p:nvSpPr>
          <p:spPr>
            <a:xfrm>
              <a:off x="1807725" y="23291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791"/>
                    <a:pt x="222" y="1038"/>
                    <a:pt x="518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1807725" y="2479125"/>
              <a:ext cx="25925" cy="26550"/>
            </a:xfrm>
            <a:custGeom>
              <a:avLst/>
              <a:gdLst/>
              <a:ahLst/>
              <a:cxnLst/>
              <a:rect l="l" t="t" r="r" b="b"/>
              <a:pathLst>
                <a:path w="1037" h="1062" extrusionOk="0">
                  <a:moveTo>
                    <a:pt x="518" y="0"/>
                  </a:moveTo>
                  <a:cubicBezTo>
                    <a:pt x="222" y="0"/>
                    <a:pt x="0" y="247"/>
                    <a:pt x="0" y="519"/>
                  </a:cubicBezTo>
                  <a:cubicBezTo>
                    <a:pt x="0" y="815"/>
                    <a:pt x="222" y="1062"/>
                    <a:pt x="518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" name="Google Shape;177;p4"/>
            <p:cNvSpPr/>
            <p:nvPr/>
          </p:nvSpPr>
          <p:spPr>
            <a:xfrm>
              <a:off x="1807725" y="26297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815"/>
                    <a:pt x="222" y="1037"/>
                    <a:pt x="518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1807725" y="27803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790"/>
                    <a:pt x="222" y="1037"/>
                    <a:pt x="518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1807725" y="2930300"/>
              <a:ext cx="25925" cy="26575"/>
            </a:xfrm>
            <a:custGeom>
              <a:avLst/>
              <a:gdLst/>
              <a:ahLst/>
              <a:cxnLst/>
              <a:rect l="l" t="t" r="r" b="b"/>
              <a:pathLst>
                <a:path w="1037" h="1063" extrusionOk="0">
                  <a:moveTo>
                    <a:pt x="518" y="1"/>
                  </a:moveTo>
                  <a:cubicBezTo>
                    <a:pt x="222" y="1"/>
                    <a:pt x="0" y="248"/>
                    <a:pt x="0" y="519"/>
                  </a:cubicBezTo>
                  <a:cubicBezTo>
                    <a:pt x="0" y="816"/>
                    <a:pt x="222" y="1062"/>
                    <a:pt x="518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1807725" y="3080900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6"/>
                    <a:pt x="222" y="1038"/>
                    <a:pt x="518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1681800" y="21785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62" y="815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" name="Google Shape;182;p4"/>
            <p:cNvSpPr/>
            <p:nvPr/>
          </p:nvSpPr>
          <p:spPr>
            <a:xfrm>
              <a:off x="1681800" y="23291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62" y="791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1681800" y="2479125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62" y="815"/>
                    <a:pt x="1062" y="519"/>
                  </a:cubicBezTo>
                  <a:cubicBezTo>
                    <a:pt x="1062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1681800" y="26297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62" y="815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1681800" y="27803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62" y="790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1681800" y="2930300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62" y="816"/>
                    <a:pt x="1062" y="519"/>
                  </a:cubicBezTo>
                  <a:cubicBezTo>
                    <a:pt x="1062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1681800" y="308090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62" y="816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" name="Google Shape;188;p4"/>
            <p:cNvSpPr/>
            <p:nvPr/>
          </p:nvSpPr>
          <p:spPr>
            <a:xfrm>
              <a:off x="15565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815" y="1038"/>
                    <a:pt x="1038" y="815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15565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815" y="1038"/>
                    <a:pt x="1038" y="791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" name="Google Shape;190;p4"/>
            <p:cNvSpPr/>
            <p:nvPr/>
          </p:nvSpPr>
          <p:spPr>
            <a:xfrm>
              <a:off x="15565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815" y="1062"/>
                    <a:pt x="1038" y="815"/>
                    <a:pt x="1038" y="519"/>
                  </a:cubicBezTo>
                  <a:cubicBezTo>
                    <a:pt x="1038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15565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815" y="1037"/>
                    <a:pt x="1038" y="815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" name="Google Shape;192;p4"/>
            <p:cNvSpPr/>
            <p:nvPr/>
          </p:nvSpPr>
          <p:spPr>
            <a:xfrm>
              <a:off x="15565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815" y="1037"/>
                    <a:pt x="1038" y="790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" name="Google Shape;193;p4"/>
            <p:cNvSpPr/>
            <p:nvPr/>
          </p:nvSpPr>
          <p:spPr>
            <a:xfrm>
              <a:off x="15565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815" y="1062"/>
                    <a:pt x="1038" y="816"/>
                    <a:pt x="1038" y="519"/>
                  </a:cubicBezTo>
                  <a:cubicBezTo>
                    <a:pt x="1038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" name="Google Shape;194;p4"/>
            <p:cNvSpPr/>
            <p:nvPr/>
          </p:nvSpPr>
          <p:spPr>
            <a:xfrm>
              <a:off x="15565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815" y="1038"/>
                    <a:pt x="1038" y="816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" name="Google Shape;195;p4"/>
            <p:cNvSpPr/>
            <p:nvPr/>
          </p:nvSpPr>
          <p:spPr>
            <a:xfrm>
              <a:off x="14312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791" y="1038"/>
                    <a:pt x="1038" y="815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" name="Google Shape;196;p4"/>
            <p:cNvSpPr/>
            <p:nvPr/>
          </p:nvSpPr>
          <p:spPr>
            <a:xfrm>
              <a:off x="14312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791" y="1038"/>
                    <a:pt x="1038" y="791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" name="Google Shape;197;p4"/>
            <p:cNvSpPr/>
            <p:nvPr/>
          </p:nvSpPr>
          <p:spPr>
            <a:xfrm>
              <a:off x="14312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791" y="1062"/>
                    <a:pt x="1038" y="815"/>
                    <a:pt x="1038" y="519"/>
                  </a:cubicBezTo>
                  <a:cubicBezTo>
                    <a:pt x="1038" y="247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14312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791" y="1037"/>
                    <a:pt x="1038" y="815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" name="Google Shape;199;p4"/>
            <p:cNvSpPr/>
            <p:nvPr/>
          </p:nvSpPr>
          <p:spPr>
            <a:xfrm>
              <a:off x="14312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791" y="1037"/>
                    <a:pt x="1038" y="790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14312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791" y="1062"/>
                    <a:pt x="1038" y="816"/>
                    <a:pt x="1038" y="519"/>
                  </a:cubicBezTo>
                  <a:cubicBezTo>
                    <a:pt x="1038" y="248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" name="Google Shape;201;p4"/>
            <p:cNvSpPr/>
            <p:nvPr/>
          </p:nvSpPr>
          <p:spPr>
            <a:xfrm>
              <a:off x="14312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791" y="1038"/>
                    <a:pt x="1038" y="816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202;p4"/>
            <p:cNvSpPr/>
            <p:nvPr/>
          </p:nvSpPr>
          <p:spPr>
            <a:xfrm>
              <a:off x="13053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" name="Google Shape;203;p4"/>
            <p:cNvSpPr/>
            <p:nvPr/>
          </p:nvSpPr>
          <p:spPr>
            <a:xfrm>
              <a:off x="13053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" name="Google Shape;204;p4"/>
            <p:cNvSpPr/>
            <p:nvPr/>
          </p:nvSpPr>
          <p:spPr>
            <a:xfrm>
              <a:off x="13053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205;p4"/>
            <p:cNvSpPr/>
            <p:nvPr/>
          </p:nvSpPr>
          <p:spPr>
            <a:xfrm>
              <a:off x="13053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" name="Google Shape;206;p4"/>
            <p:cNvSpPr/>
            <p:nvPr/>
          </p:nvSpPr>
          <p:spPr>
            <a:xfrm>
              <a:off x="13053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" name="Google Shape;207;p4"/>
            <p:cNvSpPr/>
            <p:nvPr/>
          </p:nvSpPr>
          <p:spPr>
            <a:xfrm>
              <a:off x="13053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" name="Google Shape;208;p4"/>
            <p:cNvSpPr/>
            <p:nvPr/>
          </p:nvSpPr>
          <p:spPr>
            <a:xfrm>
              <a:off x="13053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" name="Google Shape;209;p4"/>
            <p:cNvSpPr/>
            <p:nvPr/>
          </p:nvSpPr>
          <p:spPr>
            <a:xfrm>
              <a:off x="11800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5"/>
                    <a:pt x="223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" name="Google Shape;210;p4"/>
            <p:cNvSpPr/>
            <p:nvPr/>
          </p:nvSpPr>
          <p:spPr>
            <a:xfrm>
              <a:off x="11800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791"/>
                    <a:pt x="223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" name="Google Shape;211;p4"/>
            <p:cNvSpPr/>
            <p:nvPr/>
          </p:nvSpPr>
          <p:spPr>
            <a:xfrm>
              <a:off x="11800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0" y="247"/>
                    <a:pt x="0" y="519"/>
                  </a:cubicBezTo>
                  <a:cubicBezTo>
                    <a:pt x="0" y="815"/>
                    <a:pt x="223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" name="Google Shape;212;p4"/>
            <p:cNvSpPr/>
            <p:nvPr/>
          </p:nvSpPr>
          <p:spPr>
            <a:xfrm>
              <a:off x="11800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815"/>
                    <a:pt x="223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" name="Google Shape;213;p4"/>
            <p:cNvSpPr/>
            <p:nvPr/>
          </p:nvSpPr>
          <p:spPr>
            <a:xfrm>
              <a:off x="11800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790"/>
                    <a:pt x="223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214;p4"/>
            <p:cNvSpPr/>
            <p:nvPr/>
          </p:nvSpPr>
          <p:spPr>
            <a:xfrm>
              <a:off x="11800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0" y="248"/>
                    <a:pt x="0" y="519"/>
                  </a:cubicBezTo>
                  <a:cubicBezTo>
                    <a:pt x="0" y="816"/>
                    <a:pt x="223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" name="Google Shape;215;p4"/>
            <p:cNvSpPr/>
            <p:nvPr/>
          </p:nvSpPr>
          <p:spPr>
            <a:xfrm>
              <a:off x="11800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6"/>
                    <a:pt x="223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" name="Google Shape;216;p4"/>
            <p:cNvSpPr/>
            <p:nvPr/>
          </p:nvSpPr>
          <p:spPr>
            <a:xfrm>
              <a:off x="1054075" y="21785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44" y="1038"/>
                  </a:cubicBezTo>
                  <a:cubicBezTo>
                    <a:pt x="816" y="1038"/>
                    <a:pt x="1062" y="815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" name="Google Shape;217;p4"/>
            <p:cNvSpPr/>
            <p:nvPr/>
          </p:nvSpPr>
          <p:spPr>
            <a:xfrm>
              <a:off x="1054075" y="23291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44" y="1038"/>
                  </a:cubicBezTo>
                  <a:cubicBezTo>
                    <a:pt x="816" y="1038"/>
                    <a:pt x="1062" y="791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" name="Google Shape;218;p4"/>
            <p:cNvSpPr/>
            <p:nvPr/>
          </p:nvSpPr>
          <p:spPr>
            <a:xfrm>
              <a:off x="1054075" y="2479125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44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44" y="1062"/>
                  </a:cubicBezTo>
                  <a:cubicBezTo>
                    <a:pt x="816" y="1062"/>
                    <a:pt x="1062" y="815"/>
                    <a:pt x="1062" y="519"/>
                  </a:cubicBezTo>
                  <a:cubicBezTo>
                    <a:pt x="1062" y="247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" name="Google Shape;219;p4"/>
            <p:cNvSpPr/>
            <p:nvPr/>
          </p:nvSpPr>
          <p:spPr>
            <a:xfrm>
              <a:off x="1054075" y="26297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44" y="1037"/>
                  </a:cubicBezTo>
                  <a:cubicBezTo>
                    <a:pt x="816" y="1037"/>
                    <a:pt x="1062" y="815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" name="Google Shape;220;p4"/>
            <p:cNvSpPr/>
            <p:nvPr/>
          </p:nvSpPr>
          <p:spPr>
            <a:xfrm>
              <a:off x="1054075" y="27803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44" y="1037"/>
                  </a:cubicBezTo>
                  <a:cubicBezTo>
                    <a:pt x="816" y="1037"/>
                    <a:pt x="1062" y="790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" name="Google Shape;221;p4"/>
            <p:cNvSpPr/>
            <p:nvPr/>
          </p:nvSpPr>
          <p:spPr>
            <a:xfrm>
              <a:off x="1054075" y="2930300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44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44" y="1062"/>
                  </a:cubicBezTo>
                  <a:cubicBezTo>
                    <a:pt x="816" y="1062"/>
                    <a:pt x="1062" y="816"/>
                    <a:pt x="1062" y="519"/>
                  </a:cubicBezTo>
                  <a:cubicBezTo>
                    <a:pt x="1062" y="248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" name="Google Shape;222;p4"/>
            <p:cNvSpPr/>
            <p:nvPr/>
          </p:nvSpPr>
          <p:spPr>
            <a:xfrm>
              <a:off x="1054075" y="308090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44" y="1038"/>
                  </a:cubicBezTo>
                  <a:cubicBezTo>
                    <a:pt x="816" y="1038"/>
                    <a:pt x="1062" y="816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23" name="Google Shape;223;p4"/>
          <p:cNvSpPr/>
          <p:nvPr/>
        </p:nvSpPr>
        <p:spPr>
          <a:xfrm>
            <a:off x="8430899" y="4423202"/>
            <a:ext cx="1378500" cy="1378500"/>
          </a:xfrm>
          <a:prstGeom prst="donut">
            <a:avLst>
              <a:gd name="adj" fmla="val 29191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24" name="Google Shape;224;p4"/>
          <p:cNvGrpSpPr/>
          <p:nvPr/>
        </p:nvGrpSpPr>
        <p:grpSpPr>
          <a:xfrm>
            <a:off x="8000200" y="227375"/>
            <a:ext cx="861400" cy="885325"/>
            <a:chOff x="7920525" y="305450"/>
            <a:chExt cx="861400" cy="885325"/>
          </a:xfrm>
        </p:grpSpPr>
        <p:sp>
          <p:nvSpPr>
            <p:cNvPr id="225" name="Google Shape;225;p4"/>
            <p:cNvSpPr/>
            <p:nvPr/>
          </p:nvSpPr>
          <p:spPr>
            <a:xfrm>
              <a:off x="7920525" y="442275"/>
              <a:ext cx="748500" cy="7485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" name="Google Shape;226;p4"/>
            <p:cNvSpPr/>
            <p:nvPr/>
          </p:nvSpPr>
          <p:spPr>
            <a:xfrm>
              <a:off x="8331025" y="305450"/>
              <a:ext cx="450900" cy="450900"/>
            </a:xfrm>
            <a:prstGeom prst="ellipse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5"/>
          <p:cNvGrpSpPr/>
          <p:nvPr/>
        </p:nvGrpSpPr>
        <p:grpSpPr>
          <a:xfrm>
            <a:off x="7607679" y="-77893"/>
            <a:ext cx="1646456" cy="1010476"/>
            <a:chOff x="7607679" y="-77893"/>
            <a:chExt cx="1646456" cy="1010476"/>
          </a:xfrm>
        </p:grpSpPr>
        <p:grpSp>
          <p:nvGrpSpPr>
            <p:cNvPr id="229" name="Google Shape;229;p5"/>
            <p:cNvGrpSpPr/>
            <p:nvPr/>
          </p:nvGrpSpPr>
          <p:grpSpPr>
            <a:xfrm>
              <a:off x="7607679" y="-77893"/>
              <a:ext cx="1646456" cy="754740"/>
              <a:chOff x="5071203" y="4398918"/>
              <a:chExt cx="1646456" cy="754740"/>
            </a:xfrm>
          </p:grpSpPr>
          <p:sp>
            <p:nvSpPr>
              <p:cNvPr id="230" name="Google Shape;230;p5"/>
              <p:cNvSpPr/>
              <p:nvPr/>
            </p:nvSpPr>
            <p:spPr>
              <a:xfrm>
                <a:off x="5071203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62" y="2148"/>
                    </a:cubicBezTo>
                    <a:cubicBezTo>
                      <a:pt x="1655" y="2148"/>
                      <a:pt x="2149" y="1679"/>
                      <a:pt x="2149" y="1087"/>
                    </a:cubicBezTo>
                    <a:cubicBezTo>
                      <a:pt x="2149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18670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94"/>
                      <a:pt x="1" y="1087"/>
                    </a:cubicBezTo>
                    <a:cubicBezTo>
                      <a:pt x="1" y="1679"/>
                      <a:pt x="495" y="2148"/>
                      <a:pt x="1087" y="2148"/>
                    </a:cubicBezTo>
                    <a:cubicBezTo>
                      <a:pt x="1680" y="2148"/>
                      <a:pt x="2149" y="1679"/>
                      <a:pt x="2149" y="1087"/>
                    </a:cubicBezTo>
                    <a:cubicBezTo>
                      <a:pt x="2149" y="494"/>
                      <a:pt x="1680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" name="Google Shape;232;p5"/>
              <p:cNvSpPr/>
              <p:nvPr/>
            </p:nvSpPr>
            <p:spPr>
              <a:xfrm>
                <a:off x="5302521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87" y="2148"/>
                    </a:cubicBezTo>
                    <a:cubicBezTo>
                      <a:pt x="1679" y="2148"/>
                      <a:pt x="2149" y="1679"/>
                      <a:pt x="2149" y="1087"/>
                    </a:cubicBezTo>
                    <a:cubicBezTo>
                      <a:pt x="2149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5418334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679"/>
                      <a:pt x="470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534146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649652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94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6" name="Google Shape;236;p5"/>
              <p:cNvSpPr/>
              <p:nvPr/>
            </p:nvSpPr>
            <p:spPr>
              <a:xfrm>
                <a:off x="5765465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679"/>
                      <a:pt x="470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>
                <a:off x="5071203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8"/>
                      <a:pt x="1062" y="2148"/>
                    </a:cubicBezTo>
                    <a:cubicBezTo>
                      <a:pt x="1655" y="2148"/>
                      <a:pt x="2149" y="1655"/>
                      <a:pt x="2149" y="1062"/>
                    </a:cubicBezTo>
                    <a:cubicBezTo>
                      <a:pt x="2149" y="470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8" name="Google Shape;238;p5"/>
              <p:cNvSpPr/>
              <p:nvPr/>
            </p:nvSpPr>
            <p:spPr>
              <a:xfrm>
                <a:off x="5302521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94" y="2148"/>
                      <a:pt x="1087" y="2148"/>
                    </a:cubicBezTo>
                    <a:cubicBezTo>
                      <a:pt x="1679" y="2148"/>
                      <a:pt x="2149" y="1655"/>
                      <a:pt x="2149" y="1062"/>
                    </a:cubicBezTo>
                    <a:cubicBezTo>
                      <a:pt x="2149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9" name="Google Shape;239;p5"/>
              <p:cNvSpPr/>
              <p:nvPr/>
            </p:nvSpPr>
            <p:spPr>
              <a:xfrm>
                <a:off x="5534146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55" y="2148"/>
                      <a:pt x="2148" y="1655"/>
                      <a:pt x="2148" y="1062"/>
                    </a:cubicBezTo>
                    <a:cubicBezTo>
                      <a:pt x="2148" y="470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0" name="Google Shape;240;p5"/>
              <p:cNvSpPr/>
              <p:nvPr/>
            </p:nvSpPr>
            <p:spPr>
              <a:xfrm>
                <a:off x="5765465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70"/>
                      <a:pt x="0" y="1062"/>
                    </a:cubicBezTo>
                    <a:cubicBezTo>
                      <a:pt x="0" y="1655"/>
                      <a:pt x="470" y="2148"/>
                      <a:pt x="1087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1" name="Google Shape;241;p5"/>
              <p:cNvSpPr/>
              <p:nvPr/>
            </p:nvSpPr>
            <p:spPr>
              <a:xfrm>
                <a:off x="5071203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70" y="2148"/>
                      <a:pt x="1062" y="2148"/>
                    </a:cubicBezTo>
                    <a:cubicBezTo>
                      <a:pt x="1655" y="2148"/>
                      <a:pt x="2149" y="1654"/>
                      <a:pt x="2149" y="1062"/>
                    </a:cubicBezTo>
                    <a:cubicBezTo>
                      <a:pt x="2149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2" name="Google Shape;242;p5"/>
              <p:cNvSpPr/>
              <p:nvPr/>
            </p:nvSpPr>
            <p:spPr>
              <a:xfrm>
                <a:off x="518670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69"/>
                      <a:pt x="1" y="1062"/>
                    </a:cubicBezTo>
                    <a:cubicBezTo>
                      <a:pt x="1" y="1654"/>
                      <a:pt x="495" y="2148"/>
                      <a:pt x="1087" y="2148"/>
                    </a:cubicBezTo>
                    <a:cubicBezTo>
                      <a:pt x="1680" y="2148"/>
                      <a:pt x="2149" y="1654"/>
                      <a:pt x="2149" y="1062"/>
                    </a:cubicBezTo>
                    <a:cubicBezTo>
                      <a:pt x="2149" y="469"/>
                      <a:pt x="1680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3" name="Google Shape;243;p5"/>
              <p:cNvSpPr/>
              <p:nvPr/>
            </p:nvSpPr>
            <p:spPr>
              <a:xfrm>
                <a:off x="5302521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94" y="2148"/>
                      <a:pt x="1087" y="2148"/>
                    </a:cubicBezTo>
                    <a:cubicBezTo>
                      <a:pt x="1679" y="2148"/>
                      <a:pt x="2149" y="1654"/>
                      <a:pt x="2149" y="1062"/>
                    </a:cubicBezTo>
                    <a:cubicBezTo>
                      <a:pt x="2149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4" name="Google Shape;244;p5"/>
              <p:cNvSpPr/>
              <p:nvPr/>
            </p:nvSpPr>
            <p:spPr>
              <a:xfrm>
                <a:off x="5418334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69"/>
                      <a:pt x="0" y="1062"/>
                    </a:cubicBezTo>
                    <a:cubicBezTo>
                      <a:pt x="0" y="1654"/>
                      <a:pt x="470" y="2148"/>
                      <a:pt x="1062" y="2148"/>
                    </a:cubicBezTo>
                    <a:cubicBezTo>
                      <a:pt x="1655" y="2148"/>
                      <a:pt x="2148" y="1654"/>
                      <a:pt x="2148" y="1062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5" name="Google Shape;245;p5"/>
              <p:cNvSpPr/>
              <p:nvPr/>
            </p:nvSpPr>
            <p:spPr>
              <a:xfrm>
                <a:off x="5534146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5" y="2148"/>
                      <a:pt x="2148" y="1654"/>
                      <a:pt x="2148" y="1062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>
                <a:off x="5649652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69"/>
                      <a:pt x="1" y="1062"/>
                    </a:cubicBezTo>
                    <a:cubicBezTo>
                      <a:pt x="1" y="1654"/>
                      <a:pt x="494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7" name="Google Shape;247;p5"/>
              <p:cNvSpPr/>
              <p:nvPr/>
            </p:nvSpPr>
            <p:spPr>
              <a:xfrm>
                <a:off x="5765465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69"/>
                      <a:pt x="0" y="1062"/>
                    </a:cubicBezTo>
                    <a:cubicBezTo>
                      <a:pt x="0" y="1654"/>
                      <a:pt x="470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8" name="Google Shape;248;p5"/>
              <p:cNvSpPr/>
              <p:nvPr/>
            </p:nvSpPr>
            <p:spPr>
              <a:xfrm>
                <a:off x="5071203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62" y="2149"/>
                    </a:cubicBezTo>
                    <a:cubicBezTo>
                      <a:pt x="1655" y="2149"/>
                      <a:pt x="2149" y="1655"/>
                      <a:pt x="2149" y="1062"/>
                    </a:cubicBezTo>
                    <a:cubicBezTo>
                      <a:pt x="2149" y="470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9" name="Google Shape;249;p5"/>
              <p:cNvSpPr/>
              <p:nvPr/>
            </p:nvSpPr>
            <p:spPr>
              <a:xfrm>
                <a:off x="5302521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87" y="2149"/>
                    </a:cubicBezTo>
                    <a:cubicBezTo>
                      <a:pt x="1679" y="2149"/>
                      <a:pt x="2149" y="1655"/>
                      <a:pt x="2149" y="1062"/>
                    </a:cubicBezTo>
                    <a:cubicBezTo>
                      <a:pt x="2149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0" name="Google Shape;250;p5"/>
              <p:cNvSpPr/>
              <p:nvPr/>
            </p:nvSpPr>
            <p:spPr>
              <a:xfrm>
                <a:off x="5534146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55" y="2149"/>
                      <a:pt x="2148" y="1655"/>
                      <a:pt x="2148" y="1062"/>
                    </a:cubicBezTo>
                    <a:cubicBezTo>
                      <a:pt x="2148" y="470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1" name="Google Shape;251;p5"/>
              <p:cNvSpPr/>
              <p:nvPr/>
            </p:nvSpPr>
            <p:spPr>
              <a:xfrm>
                <a:off x="5765465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70"/>
                      <a:pt x="0" y="1062"/>
                    </a:cubicBezTo>
                    <a:cubicBezTo>
                      <a:pt x="0" y="1655"/>
                      <a:pt x="470" y="2149"/>
                      <a:pt x="1087" y="2149"/>
                    </a:cubicBezTo>
                    <a:cubicBezTo>
                      <a:pt x="1679" y="2149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2" name="Google Shape;252;p5"/>
              <p:cNvSpPr/>
              <p:nvPr/>
            </p:nvSpPr>
            <p:spPr>
              <a:xfrm>
                <a:off x="5071203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70" y="2148"/>
                      <a:pt x="1062" y="2148"/>
                    </a:cubicBezTo>
                    <a:cubicBezTo>
                      <a:pt x="1655" y="2148"/>
                      <a:pt x="2149" y="1679"/>
                      <a:pt x="2149" y="1087"/>
                    </a:cubicBezTo>
                    <a:cubicBezTo>
                      <a:pt x="2149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3" name="Google Shape;253;p5"/>
              <p:cNvSpPr/>
              <p:nvPr/>
            </p:nvSpPr>
            <p:spPr>
              <a:xfrm>
                <a:off x="518670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69"/>
                      <a:pt x="1" y="1087"/>
                    </a:cubicBezTo>
                    <a:cubicBezTo>
                      <a:pt x="1" y="1679"/>
                      <a:pt x="495" y="2148"/>
                      <a:pt x="1087" y="2148"/>
                    </a:cubicBezTo>
                    <a:cubicBezTo>
                      <a:pt x="1680" y="2148"/>
                      <a:pt x="2149" y="1679"/>
                      <a:pt x="2149" y="1087"/>
                    </a:cubicBezTo>
                    <a:cubicBezTo>
                      <a:pt x="2149" y="469"/>
                      <a:pt x="1680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4" name="Google Shape;254;p5"/>
              <p:cNvSpPr/>
              <p:nvPr/>
            </p:nvSpPr>
            <p:spPr>
              <a:xfrm>
                <a:off x="5302521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9" y="1679"/>
                      <a:pt x="2149" y="1087"/>
                    </a:cubicBezTo>
                    <a:cubicBezTo>
                      <a:pt x="2149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5" name="Google Shape;255;p5"/>
              <p:cNvSpPr/>
              <p:nvPr/>
            </p:nvSpPr>
            <p:spPr>
              <a:xfrm>
                <a:off x="5418334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69"/>
                      <a:pt x="0" y="1087"/>
                    </a:cubicBezTo>
                    <a:cubicBezTo>
                      <a:pt x="0" y="1679"/>
                      <a:pt x="470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6" name="Google Shape;256;p5"/>
              <p:cNvSpPr/>
              <p:nvPr/>
            </p:nvSpPr>
            <p:spPr>
              <a:xfrm>
                <a:off x="5534146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7" name="Google Shape;257;p5"/>
              <p:cNvSpPr/>
              <p:nvPr/>
            </p:nvSpPr>
            <p:spPr>
              <a:xfrm>
                <a:off x="5649652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69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" name="Google Shape;258;p5"/>
              <p:cNvSpPr/>
              <p:nvPr/>
            </p:nvSpPr>
            <p:spPr>
              <a:xfrm>
                <a:off x="5765465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69"/>
                      <a:pt x="0" y="1087"/>
                    </a:cubicBezTo>
                    <a:cubicBezTo>
                      <a:pt x="0" y="1679"/>
                      <a:pt x="470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" name="Google Shape;259;p5"/>
              <p:cNvSpPr/>
              <p:nvPr/>
            </p:nvSpPr>
            <p:spPr>
              <a:xfrm>
                <a:off x="5071203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70" y="2149"/>
                      <a:pt x="1062" y="2149"/>
                    </a:cubicBezTo>
                    <a:cubicBezTo>
                      <a:pt x="1655" y="2149"/>
                      <a:pt x="2149" y="1680"/>
                      <a:pt x="2149" y="1087"/>
                    </a:cubicBezTo>
                    <a:cubicBezTo>
                      <a:pt x="2149" y="495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0" name="Google Shape;260;p5"/>
              <p:cNvSpPr/>
              <p:nvPr/>
            </p:nvSpPr>
            <p:spPr>
              <a:xfrm>
                <a:off x="5302521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94" y="2149"/>
                      <a:pt x="1087" y="2149"/>
                    </a:cubicBezTo>
                    <a:cubicBezTo>
                      <a:pt x="1679" y="2149"/>
                      <a:pt x="2149" y="1680"/>
                      <a:pt x="2149" y="1087"/>
                    </a:cubicBezTo>
                    <a:cubicBezTo>
                      <a:pt x="2149" y="495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1" name="Google Shape;261;p5"/>
              <p:cNvSpPr/>
              <p:nvPr/>
            </p:nvSpPr>
            <p:spPr>
              <a:xfrm>
                <a:off x="5534146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55" y="2149"/>
                      <a:pt x="2148" y="1680"/>
                      <a:pt x="2148" y="1087"/>
                    </a:cubicBezTo>
                    <a:cubicBezTo>
                      <a:pt x="2148" y="495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2" name="Google Shape;262;p5"/>
              <p:cNvSpPr/>
              <p:nvPr/>
            </p:nvSpPr>
            <p:spPr>
              <a:xfrm>
                <a:off x="5765465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95"/>
                      <a:pt x="0" y="1087"/>
                    </a:cubicBezTo>
                    <a:cubicBezTo>
                      <a:pt x="0" y="1680"/>
                      <a:pt x="470" y="2149"/>
                      <a:pt x="1087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3" name="Google Shape;263;p5"/>
              <p:cNvSpPr/>
              <p:nvPr/>
            </p:nvSpPr>
            <p:spPr>
              <a:xfrm>
                <a:off x="5071203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62" y="2346"/>
                    </a:cubicBezTo>
                    <a:cubicBezTo>
                      <a:pt x="1655" y="2346"/>
                      <a:pt x="2149" y="1852"/>
                      <a:pt x="2149" y="1259"/>
                    </a:cubicBezTo>
                    <a:cubicBezTo>
                      <a:pt x="2149" y="1235"/>
                      <a:pt x="2124" y="1210"/>
                      <a:pt x="2124" y="1161"/>
                    </a:cubicBezTo>
                    <a:cubicBezTo>
                      <a:pt x="2124" y="1136"/>
                      <a:pt x="2149" y="1111"/>
                      <a:pt x="2149" y="1087"/>
                    </a:cubicBezTo>
                    <a:cubicBezTo>
                      <a:pt x="2149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4" name="Google Shape;264;p5"/>
              <p:cNvSpPr/>
              <p:nvPr/>
            </p:nvSpPr>
            <p:spPr>
              <a:xfrm>
                <a:off x="518670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5" y="0"/>
                      <a:pt x="1" y="494"/>
                      <a:pt x="1" y="1087"/>
                    </a:cubicBezTo>
                    <a:cubicBezTo>
                      <a:pt x="1" y="1111"/>
                      <a:pt x="25" y="1136"/>
                      <a:pt x="25" y="1161"/>
                    </a:cubicBezTo>
                    <a:cubicBezTo>
                      <a:pt x="25" y="1210"/>
                      <a:pt x="1" y="1235"/>
                      <a:pt x="1" y="1259"/>
                    </a:cubicBezTo>
                    <a:cubicBezTo>
                      <a:pt x="1" y="1852"/>
                      <a:pt x="495" y="2346"/>
                      <a:pt x="1087" y="2346"/>
                    </a:cubicBezTo>
                    <a:cubicBezTo>
                      <a:pt x="1680" y="2346"/>
                      <a:pt x="2149" y="1852"/>
                      <a:pt x="2149" y="1259"/>
                    </a:cubicBezTo>
                    <a:cubicBezTo>
                      <a:pt x="2149" y="1235"/>
                      <a:pt x="2149" y="1210"/>
                      <a:pt x="2149" y="1161"/>
                    </a:cubicBezTo>
                    <a:cubicBezTo>
                      <a:pt x="2149" y="1136"/>
                      <a:pt x="2149" y="1111"/>
                      <a:pt x="2149" y="1087"/>
                    </a:cubicBezTo>
                    <a:cubicBezTo>
                      <a:pt x="2149" y="494"/>
                      <a:pt x="1680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5" name="Google Shape;265;p5"/>
              <p:cNvSpPr/>
              <p:nvPr/>
            </p:nvSpPr>
            <p:spPr>
              <a:xfrm>
                <a:off x="5302521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87" y="2346"/>
                    </a:cubicBezTo>
                    <a:cubicBezTo>
                      <a:pt x="1679" y="2346"/>
                      <a:pt x="2149" y="1852"/>
                      <a:pt x="2149" y="1259"/>
                    </a:cubicBezTo>
                    <a:cubicBezTo>
                      <a:pt x="2149" y="1235"/>
                      <a:pt x="2149" y="1210"/>
                      <a:pt x="2149" y="1161"/>
                    </a:cubicBezTo>
                    <a:cubicBezTo>
                      <a:pt x="2149" y="1136"/>
                      <a:pt x="2149" y="1111"/>
                      <a:pt x="2149" y="1087"/>
                    </a:cubicBezTo>
                    <a:cubicBezTo>
                      <a:pt x="2149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6" name="Google Shape;266;p5"/>
              <p:cNvSpPr/>
              <p:nvPr/>
            </p:nvSpPr>
            <p:spPr>
              <a:xfrm>
                <a:off x="5418334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70" y="2346"/>
                      <a:pt x="1062" y="2346"/>
                    </a:cubicBezTo>
                    <a:cubicBezTo>
                      <a:pt x="1655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7" name="Google Shape;267;p5"/>
              <p:cNvSpPr/>
              <p:nvPr/>
            </p:nvSpPr>
            <p:spPr>
              <a:xfrm>
                <a:off x="5534146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5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8" name="Google Shape;268;p5"/>
              <p:cNvSpPr/>
              <p:nvPr/>
            </p:nvSpPr>
            <p:spPr>
              <a:xfrm>
                <a:off x="5649652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4" y="0"/>
                      <a:pt x="1" y="494"/>
                      <a:pt x="1" y="1087"/>
                    </a:cubicBezTo>
                    <a:cubicBezTo>
                      <a:pt x="1" y="1111"/>
                      <a:pt x="25" y="1136"/>
                      <a:pt x="25" y="1161"/>
                    </a:cubicBezTo>
                    <a:cubicBezTo>
                      <a:pt x="25" y="1210"/>
                      <a:pt x="1" y="1235"/>
                      <a:pt x="1" y="1259"/>
                    </a:cubicBezTo>
                    <a:cubicBezTo>
                      <a:pt x="1" y="1852"/>
                      <a:pt x="494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9" name="Google Shape;269;p5"/>
              <p:cNvSpPr/>
              <p:nvPr/>
            </p:nvSpPr>
            <p:spPr>
              <a:xfrm>
                <a:off x="5765465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70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0" name="Google Shape;270;p5"/>
              <p:cNvSpPr/>
              <p:nvPr/>
            </p:nvSpPr>
            <p:spPr>
              <a:xfrm>
                <a:off x="6691351" y="5124926"/>
                <a:ext cx="26308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1" name="Google Shape;271;p5"/>
              <p:cNvSpPr/>
              <p:nvPr/>
            </p:nvSpPr>
            <p:spPr>
              <a:xfrm>
                <a:off x="657553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6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111"/>
                      <a:pt x="25" y="1136"/>
                      <a:pt x="25" y="1161"/>
                    </a:cubicBezTo>
                    <a:cubicBezTo>
                      <a:pt x="25" y="1210"/>
                      <a:pt x="0" y="1235"/>
                      <a:pt x="0" y="1259"/>
                    </a:cubicBezTo>
                    <a:cubicBezTo>
                      <a:pt x="0" y="1852"/>
                      <a:pt x="494" y="2346"/>
                      <a:pt x="1086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6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2" name="Google Shape;272;p5"/>
              <p:cNvSpPr/>
              <p:nvPr/>
            </p:nvSpPr>
            <p:spPr>
              <a:xfrm>
                <a:off x="6460020" y="5124926"/>
                <a:ext cx="26026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346" extrusionOk="0">
                    <a:moveTo>
                      <a:pt x="1063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63" y="2346"/>
                    </a:cubicBezTo>
                    <a:cubicBezTo>
                      <a:pt x="1655" y="2346"/>
                      <a:pt x="2124" y="1852"/>
                      <a:pt x="2124" y="1259"/>
                    </a:cubicBezTo>
                    <a:cubicBezTo>
                      <a:pt x="2124" y="1235"/>
                      <a:pt x="2124" y="1210"/>
                      <a:pt x="2124" y="1161"/>
                    </a:cubicBezTo>
                    <a:cubicBezTo>
                      <a:pt x="2124" y="1136"/>
                      <a:pt x="2124" y="1111"/>
                      <a:pt x="2124" y="1087"/>
                    </a:cubicBezTo>
                    <a:cubicBezTo>
                      <a:pt x="2124" y="494"/>
                      <a:pt x="1655" y="0"/>
                      <a:pt x="1063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3" name="Google Shape;273;p5"/>
              <p:cNvSpPr/>
              <p:nvPr/>
            </p:nvSpPr>
            <p:spPr>
              <a:xfrm>
                <a:off x="6344220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48" y="1852"/>
                      <a:pt x="2148" y="1259"/>
                    </a:cubicBezTo>
                    <a:cubicBezTo>
                      <a:pt x="2148" y="1235"/>
                      <a:pt x="2123" y="1210"/>
                      <a:pt x="2123" y="1161"/>
                    </a:cubicBezTo>
                    <a:cubicBezTo>
                      <a:pt x="2123" y="1136"/>
                      <a:pt x="2148" y="1111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4" name="Google Shape;274;p5"/>
              <p:cNvSpPr/>
              <p:nvPr/>
            </p:nvSpPr>
            <p:spPr>
              <a:xfrm>
                <a:off x="6228408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5" name="Google Shape;275;p5"/>
              <p:cNvSpPr/>
              <p:nvPr/>
            </p:nvSpPr>
            <p:spPr>
              <a:xfrm>
                <a:off x="6112595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111"/>
                      <a:pt x="25" y="1136"/>
                      <a:pt x="25" y="1161"/>
                    </a:cubicBezTo>
                    <a:cubicBezTo>
                      <a:pt x="25" y="1210"/>
                      <a:pt x="0" y="1235"/>
                      <a:pt x="0" y="1259"/>
                    </a:cubicBezTo>
                    <a:cubicBezTo>
                      <a:pt x="0" y="1852"/>
                      <a:pt x="494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6" name="Google Shape;276;p5"/>
              <p:cNvSpPr/>
              <p:nvPr/>
            </p:nvSpPr>
            <p:spPr>
              <a:xfrm>
                <a:off x="599708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23" y="1852"/>
                      <a:pt x="2123" y="1259"/>
                    </a:cubicBezTo>
                    <a:cubicBezTo>
                      <a:pt x="2123" y="1235"/>
                      <a:pt x="2123" y="1210"/>
                      <a:pt x="2123" y="1161"/>
                    </a:cubicBezTo>
                    <a:cubicBezTo>
                      <a:pt x="2123" y="1136"/>
                      <a:pt x="2123" y="1111"/>
                      <a:pt x="2123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7" name="Google Shape;277;p5"/>
              <p:cNvSpPr/>
              <p:nvPr/>
            </p:nvSpPr>
            <p:spPr>
              <a:xfrm>
                <a:off x="5881277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8" name="Google Shape;278;p5"/>
              <p:cNvSpPr/>
              <p:nvPr/>
            </p:nvSpPr>
            <p:spPr>
              <a:xfrm>
                <a:off x="6691351" y="50039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9" name="Google Shape;279;p5"/>
              <p:cNvSpPr/>
              <p:nvPr/>
            </p:nvSpPr>
            <p:spPr>
              <a:xfrm>
                <a:off x="6460020" y="50039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70" y="2149"/>
                      <a:pt x="1063" y="2149"/>
                    </a:cubicBezTo>
                    <a:cubicBezTo>
                      <a:pt x="1655" y="2149"/>
                      <a:pt x="2124" y="1680"/>
                      <a:pt x="2124" y="1087"/>
                    </a:cubicBezTo>
                    <a:cubicBezTo>
                      <a:pt x="2124" y="495"/>
                      <a:pt x="1655" y="1"/>
                      <a:pt x="1063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0" name="Google Shape;280;p5"/>
              <p:cNvSpPr/>
              <p:nvPr/>
            </p:nvSpPr>
            <p:spPr>
              <a:xfrm>
                <a:off x="6228408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87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1" name="Google Shape;281;p5"/>
              <p:cNvSpPr/>
              <p:nvPr/>
            </p:nvSpPr>
            <p:spPr>
              <a:xfrm>
                <a:off x="5997089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54" y="2149"/>
                      <a:pt x="2148" y="1680"/>
                      <a:pt x="2148" y="1087"/>
                    </a:cubicBezTo>
                    <a:cubicBezTo>
                      <a:pt x="2148" y="495"/>
                      <a:pt x="1654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2" name="Google Shape;282;p5"/>
              <p:cNvSpPr/>
              <p:nvPr/>
            </p:nvSpPr>
            <p:spPr>
              <a:xfrm>
                <a:off x="6691351" y="4883025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3" name="Google Shape;283;p5"/>
              <p:cNvSpPr/>
              <p:nvPr/>
            </p:nvSpPr>
            <p:spPr>
              <a:xfrm>
                <a:off x="657553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69"/>
                      <a:pt x="0" y="1087"/>
                    </a:cubicBezTo>
                    <a:cubicBezTo>
                      <a:pt x="0" y="1679"/>
                      <a:pt x="494" y="2148"/>
                      <a:pt x="1086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6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4" name="Google Shape;284;p5"/>
              <p:cNvSpPr/>
              <p:nvPr/>
            </p:nvSpPr>
            <p:spPr>
              <a:xfrm>
                <a:off x="6460020" y="4883025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70" y="2148"/>
                      <a:pt x="1063" y="2148"/>
                    </a:cubicBezTo>
                    <a:cubicBezTo>
                      <a:pt x="1655" y="2148"/>
                      <a:pt x="2124" y="1679"/>
                      <a:pt x="2124" y="1087"/>
                    </a:cubicBezTo>
                    <a:cubicBezTo>
                      <a:pt x="2124" y="469"/>
                      <a:pt x="1655" y="0"/>
                      <a:pt x="1063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5" name="Google Shape;285;p5"/>
              <p:cNvSpPr/>
              <p:nvPr/>
            </p:nvSpPr>
            <p:spPr>
              <a:xfrm>
                <a:off x="6344220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6" name="Google Shape;286;p5"/>
              <p:cNvSpPr/>
              <p:nvPr/>
            </p:nvSpPr>
            <p:spPr>
              <a:xfrm>
                <a:off x="6228408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7" name="Google Shape;287;p5"/>
              <p:cNvSpPr/>
              <p:nvPr/>
            </p:nvSpPr>
            <p:spPr>
              <a:xfrm>
                <a:off x="6112595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69"/>
                      <a:pt x="0" y="1087"/>
                    </a:cubicBezTo>
                    <a:cubicBezTo>
                      <a:pt x="0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8" name="Google Shape;288;p5"/>
              <p:cNvSpPr/>
              <p:nvPr/>
            </p:nvSpPr>
            <p:spPr>
              <a:xfrm>
                <a:off x="599708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23" y="1679"/>
                      <a:pt x="2123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9" name="Google Shape;289;p5"/>
              <p:cNvSpPr/>
              <p:nvPr/>
            </p:nvSpPr>
            <p:spPr>
              <a:xfrm>
                <a:off x="5881277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0" name="Google Shape;290;p5"/>
              <p:cNvSpPr/>
              <p:nvPr/>
            </p:nvSpPr>
            <p:spPr>
              <a:xfrm>
                <a:off x="6691351" y="47620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79" y="2149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1" name="Google Shape;291;p5"/>
              <p:cNvSpPr/>
              <p:nvPr/>
            </p:nvSpPr>
            <p:spPr>
              <a:xfrm>
                <a:off x="6460020" y="47620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63" y="2149"/>
                    </a:cubicBezTo>
                    <a:cubicBezTo>
                      <a:pt x="1655" y="2149"/>
                      <a:pt x="2124" y="1655"/>
                      <a:pt x="2124" y="1062"/>
                    </a:cubicBezTo>
                    <a:cubicBezTo>
                      <a:pt x="2124" y="470"/>
                      <a:pt x="1655" y="1"/>
                      <a:pt x="1063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2" name="Google Shape;292;p5"/>
              <p:cNvSpPr/>
              <p:nvPr/>
            </p:nvSpPr>
            <p:spPr>
              <a:xfrm>
                <a:off x="6227195" y="4762143"/>
                <a:ext cx="28733" cy="26173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137" extrusionOk="0">
                    <a:moveTo>
                      <a:pt x="1173" y="1"/>
                    </a:moveTo>
                    <a:cubicBezTo>
                      <a:pt x="902" y="1"/>
                      <a:pt x="630" y="106"/>
                      <a:pt x="420" y="316"/>
                    </a:cubicBezTo>
                    <a:cubicBezTo>
                      <a:pt x="0" y="735"/>
                      <a:pt x="0" y="1402"/>
                      <a:pt x="420" y="1822"/>
                    </a:cubicBezTo>
                    <a:cubicBezTo>
                      <a:pt x="630" y="2031"/>
                      <a:pt x="902" y="2136"/>
                      <a:pt x="1173" y="2136"/>
                    </a:cubicBezTo>
                    <a:cubicBezTo>
                      <a:pt x="1445" y="2136"/>
                      <a:pt x="1716" y="2031"/>
                      <a:pt x="1926" y="1822"/>
                    </a:cubicBezTo>
                    <a:cubicBezTo>
                      <a:pt x="2346" y="1402"/>
                      <a:pt x="2346" y="735"/>
                      <a:pt x="1926" y="316"/>
                    </a:cubicBezTo>
                    <a:cubicBezTo>
                      <a:pt x="1716" y="106"/>
                      <a:pt x="1445" y="1"/>
                      <a:pt x="1173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3" name="Google Shape;293;p5"/>
              <p:cNvSpPr/>
              <p:nvPr/>
            </p:nvSpPr>
            <p:spPr>
              <a:xfrm>
                <a:off x="5997089" y="4762069"/>
                <a:ext cx="26014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54" y="2149"/>
                      <a:pt x="2123" y="1655"/>
                      <a:pt x="2123" y="1062"/>
                    </a:cubicBezTo>
                    <a:cubicBezTo>
                      <a:pt x="2123" y="470"/>
                      <a:pt x="1654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4" name="Google Shape;294;p5"/>
              <p:cNvSpPr/>
              <p:nvPr/>
            </p:nvSpPr>
            <p:spPr>
              <a:xfrm>
                <a:off x="6691351" y="4641125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5" name="Google Shape;295;p5"/>
              <p:cNvSpPr/>
              <p:nvPr/>
            </p:nvSpPr>
            <p:spPr>
              <a:xfrm>
                <a:off x="657553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69"/>
                      <a:pt x="0" y="1062"/>
                    </a:cubicBezTo>
                    <a:cubicBezTo>
                      <a:pt x="0" y="1654"/>
                      <a:pt x="494" y="2148"/>
                      <a:pt x="1086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6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6" name="Google Shape;296;p5"/>
              <p:cNvSpPr/>
              <p:nvPr/>
            </p:nvSpPr>
            <p:spPr>
              <a:xfrm>
                <a:off x="6460020" y="4641125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70" y="2148"/>
                      <a:pt x="1063" y="2148"/>
                    </a:cubicBezTo>
                    <a:cubicBezTo>
                      <a:pt x="1655" y="2148"/>
                      <a:pt x="2124" y="1654"/>
                      <a:pt x="2124" y="1062"/>
                    </a:cubicBezTo>
                    <a:cubicBezTo>
                      <a:pt x="2124" y="469"/>
                      <a:pt x="1655" y="0"/>
                      <a:pt x="1063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7" name="Google Shape;297;p5"/>
              <p:cNvSpPr/>
              <p:nvPr/>
            </p:nvSpPr>
            <p:spPr>
              <a:xfrm>
                <a:off x="6344220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8" name="Google Shape;298;p5"/>
              <p:cNvSpPr/>
              <p:nvPr/>
            </p:nvSpPr>
            <p:spPr>
              <a:xfrm>
                <a:off x="6228408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9" name="Google Shape;299;p5"/>
              <p:cNvSpPr/>
              <p:nvPr/>
            </p:nvSpPr>
            <p:spPr>
              <a:xfrm>
                <a:off x="6112595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69"/>
                      <a:pt x="0" y="1062"/>
                    </a:cubicBezTo>
                    <a:cubicBezTo>
                      <a:pt x="0" y="1654"/>
                      <a:pt x="494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0" name="Google Shape;300;p5"/>
              <p:cNvSpPr/>
              <p:nvPr/>
            </p:nvSpPr>
            <p:spPr>
              <a:xfrm>
                <a:off x="599708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1" name="Google Shape;301;p5"/>
              <p:cNvSpPr/>
              <p:nvPr/>
            </p:nvSpPr>
            <p:spPr>
              <a:xfrm>
                <a:off x="5881277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2" name="Google Shape;302;p5"/>
              <p:cNvSpPr/>
              <p:nvPr/>
            </p:nvSpPr>
            <p:spPr>
              <a:xfrm>
                <a:off x="6691351" y="45201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3" name="Google Shape;303;p5"/>
              <p:cNvSpPr/>
              <p:nvPr/>
            </p:nvSpPr>
            <p:spPr>
              <a:xfrm>
                <a:off x="6460020" y="45201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8"/>
                      <a:pt x="1063" y="2148"/>
                    </a:cubicBezTo>
                    <a:cubicBezTo>
                      <a:pt x="1655" y="2148"/>
                      <a:pt x="2124" y="1655"/>
                      <a:pt x="2124" y="1062"/>
                    </a:cubicBezTo>
                    <a:cubicBezTo>
                      <a:pt x="2124" y="470"/>
                      <a:pt x="1655" y="1"/>
                      <a:pt x="1063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4" name="Google Shape;304;p5"/>
              <p:cNvSpPr/>
              <p:nvPr/>
            </p:nvSpPr>
            <p:spPr>
              <a:xfrm>
                <a:off x="6228408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87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5" name="Google Shape;305;p5"/>
              <p:cNvSpPr/>
              <p:nvPr/>
            </p:nvSpPr>
            <p:spPr>
              <a:xfrm>
                <a:off x="5997089" y="4520169"/>
                <a:ext cx="26014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54" y="2148"/>
                      <a:pt x="2123" y="1655"/>
                      <a:pt x="2123" y="1062"/>
                    </a:cubicBezTo>
                    <a:cubicBezTo>
                      <a:pt x="2123" y="470"/>
                      <a:pt x="1654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6" name="Google Shape;306;p5"/>
              <p:cNvSpPr/>
              <p:nvPr/>
            </p:nvSpPr>
            <p:spPr>
              <a:xfrm>
                <a:off x="6691351" y="4398918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7" name="Google Shape;307;p5"/>
              <p:cNvSpPr/>
              <p:nvPr/>
            </p:nvSpPr>
            <p:spPr>
              <a:xfrm>
                <a:off x="657553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679"/>
                      <a:pt x="494" y="2148"/>
                      <a:pt x="1086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6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8" name="Google Shape;308;p5"/>
              <p:cNvSpPr/>
              <p:nvPr/>
            </p:nvSpPr>
            <p:spPr>
              <a:xfrm>
                <a:off x="6460020" y="4398918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63" y="2148"/>
                    </a:cubicBezTo>
                    <a:cubicBezTo>
                      <a:pt x="1655" y="2148"/>
                      <a:pt x="2124" y="1679"/>
                      <a:pt x="2124" y="1087"/>
                    </a:cubicBezTo>
                    <a:cubicBezTo>
                      <a:pt x="2124" y="494"/>
                      <a:pt x="1655" y="0"/>
                      <a:pt x="1063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9" name="Google Shape;309;p5"/>
              <p:cNvSpPr/>
              <p:nvPr/>
            </p:nvSpPr>
            <p:spPr>
              <a:xfrm>
                <a:off x="6344220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0" name="Google Shape;310;p5"/>
              <p:cNvSpPr/>
              <p:nvPr/>
            </p:nvSpPr>
            <p:spPr>
              <a:xfrm>
                <a:off x="6228408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1" name="Google Shape;311;p5"/>
              <p:cNvSpPr/>
              <p:nvPr/>
            </p:nvSpPr>
            <p:spPr>
              <a:xfrm>
                <a:off x="6112595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2" name="Google Shape;312;p5"/>
              <p:cNvSpPr/>
              <p:nvPr/>
            </p:nvSpPr>
            <p:spPr>
              <a:xfrm>
                <a:off x="599708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23" y="1679"/>
                      <a:pt x="2123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3" name="Google Shape;313;p5"/>
              <p:cNvSpPr/>
              <p:nvPr/>
            </p:nvSpPr>
            <p:spPr>
              <a:xfrm>
                <a:off x="5881277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314" name="Google Shape;314;p5"/>
            <p:cNvSpPr/>
            <p:nvPr/>
          </p:nvSpPr>
          <p:spPr>
            <a:xfrm>
              <a:off x="8154895" y="380583"/>
              <a:ext cx="552000" cy="552000"/>
            </a:xfrm>
            <a:prstGeom prst="mathPlus">
              <a:avLst>
                <a:gd name="adj1" fmla="val 1723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15" name="Google Shape;315;p5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6" name="Google Shape;316;p5"/>
          <p:cNvSpPr txBox="1">
            <a:spLocks noGrp="1"/>
          </p:cNvSpPr>
          <p:nvPr>
            <p:ph type="subTitle" idx="1"/>
          </p:nvPr>
        </p:nvSpPr>
        <p:spPr>
          <a:xfrm>
            <a:off x="1522250" y="2824325"/>
            <a:ext cx="2746800" cy="4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7" name="Google Shape;317;p5"/>
          <p:cNvSpPr txBox="1">
            <a:spLocks noGrp="1"/>
          </p:cNvSpPr>
          <p:nvPr>
            <p:ph type="subTitle" idx="2"/>
          </p:nvPr>
        </p:nvSpPr>
        <p:spPr>
          <a:xfrm>
            <a:off x="1522250" y="3304325"/>
            <a:ext cx="2746800" cy="10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5"/>
          <p:cNvSpPr txBox="1">
            <a:spLocks noGrp="1"/>
          </p:cNvSpPr>
          <p:nvPr>
            <p:ph type="subTitle" idx="3"/>
          </p:nvPr>
        </p:nvSpPr>
        <p:spPr>
          <a:xfrm>
            <a:off x="4874950" y="2824325"/>
            <a:ext cx="2746800" cy="4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9" name="Google Shape;319;p5"/>
          <p:cNvSpPr txBox="1">
            <a:spLocks noGrp="1"/>
          </p:cNvSpPr>
          <p:nvPr>
            <p:ph type="subTitle" idx="4"/>
          </p:nvPr>
        </p:nvSpPr>
        <p:spPr>
          <a:xfrm>
            <a:off x="4874950" y="3304325"/>
            <a:ext cx="2746800" cy="10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20" name="Google Shape;320;p5"/>
          <p:cNvGrpSpPr/>
          <p:nvPr/>
        </p:nvGrpSpPr>
        <p:grpSpPr>
          <a:xfrm>
            <a:off x="-554754" y="4266121"/>
            <a:ext cx="1575550" cy="1461559"/>
            <a:chOff x="-554754" y="4266121"/>
            <a:chExt cx="1575550" cy="1461559"/>
          </a:xfrm>
        </p:grpSpPr>
        <p:sp>
          <p:nvSpPr>
            <p:cNvPr id="321" name="Google Shape;321;p5"/>
            <p:cNvSpPr/>
            <p:nvPr/>
          </p:nvSpPr>
          <p:spPr>
            <a:xfrm>
              <a:off x="-554754" y="4349180"/>
              <a:ext cx="1378500" cy="1378500"/>
            </a:xfrm>
            <a:prstGeom prst="donut">
              <a:avLst>
                <a:gd name="adj" fmla="val 29191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410896" y="4266121"/>
              <a:ext cx="609900" cy="6099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23" name="Google Shape;323;p5"/>
          <p:cNvGrpSpPr/>
          <p:nvPr/>
        </p:nvGrpSpPr>
        <p:grpSpPr>
          <a:xfrm>
            <a:off x="-467250" y="1420363"/>
            <a:ext cx="904875" cy="928325"/>
            <a:chOff x="1054075" y="2178525"/>
            <a:chExt cx="904875" cy="928325"/>
          </a:xfrm>
        </p:grpSpPr>
        <p:sp>
          <p:nvSpPr>
            <p:cNvPr id="324" name="Google Shape;324;p5"/>
            <p:cNvSpPr/>
            <p:nvPr/>
          </p:nvSpPr>
          <p:spPr>
            <a:xfrm>
              <a:off x="19330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19" y="1038"/>
                  </a:cubicBezTo>
                  <a:cubicBezTo>
                    <a:pt x="816" y="1038"/>
                    <a:pt x="1038" y="815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19330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19" y="1038"/>
                  </a:cubicBezTo>
                  <a:cubicBezTo>
                    <a:pt x="816" y="1038"/>
                    <a:pt x="1038" y="791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19330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19" y="1062"/>
                  </a:cubicBezTo>
                  <a:cubicBezTo>
                    <a:pt x="816" y="1062"/>
                    <a:pt x="1038" y="815"/>
                    <a:pt x="1038" y="519"/>
                  </a:cubicBezTo>
                  <a:cubicBezTo>
                    <a:pt x="1038" y="247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19330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19" y="1037"/>
                  </a:cubicBezTo>
                  <a:cubicBezTo>
                    <a:pt x="816" y="1037"/>
                    <a:pt x="1038" y="815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19330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19" y="1037"/>
                  </a:cubicBezTo>
                  <a:cubicBezTo>
                    <a:pt x="816" y="1037"/>
                    <a:pt x="1038" y="790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19330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19" y="1062"/>
                  </a:cubicBezTo>
                  <a:cubicBezTo>
                    <a:pt x="816" y="1062"/>
                    <a:pt x="1038" y="816"/>
                    <a:pt x="1038" y="519"/>
                  </a:cubicBezTo>
                  <a:cubicBezTo>
                    <a:pt x="1038" y="248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19330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19" y="1038"/>
                  </a:cubicBezTo>
                  <a:cubicBezTo>
                    <a:pt x="816" y="1038"/>
                    <a:pt x="1038" y="816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1807725" y="21785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5"/>
                    <a:pt x="222" y="1038"/>
                    <a:pt x="518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1807725" y="23291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791"/>
                    <a:pt x="222" y="1038"/>
                    <a:pt x="518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1807725" y="2479125"/>
              <a:ext cx="25925" cy="26550"/>
            </a:xfrm>
            <a:custGeom>
              <a:avLst/>
              <a:gdLst/>
              <a:ahLst/>
              <a:cxnLst/>
              <a:rect l="l" t="t" r="r" b="b"/>
              <a:pathLst>
                <a:path w="1037" h="1062" extrusionOk="0">
                  <a:moveTo>
                    <a:pt x="518" y="0"/>
                  </a:moveTo>
                  <a:cubicBezTo>
                    <a:pt x="222" y="0"/>
                    <a:pt x="0" y="247"/>
                    <a:pt x="0" y="519"/>
                  </a:cubicBezTo>
                  <a:cubicBezTo>
                    <a:pt x="0" y="815"/>
                    <a:pt x="222" y="1062"/>
                    <a:pt x="518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1807725" y="26297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815"/>
                    <a:pt x="222" y="1037"/>
                    <a:pt x="518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1807725" y="27803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790"/>
                    <a:pt x="222" y="1037"/>
                    <a:pt x="518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1807725" y="2930300"/>
              <a:ext cx="25925" cy="26575"/>
            </a:xfrm>
            <a:custGeom>
              <a:avLst/>
              <a:gdLst/>
              <a:ahLst/>
              <a:cxnLst/>
              <a:rect l="l" t="t" r="r" b="b"/>
              <a:pathLst>
                <a:path w="1037" h="1063" extrusionOk="0">
                  <a:moveTo>
                    <a:pt x="518" y="1"/>
                  </a:moveTo>
                  <a:cubicBezTo>
                    <a:pt x="222" y="1"/>
                    <a:pt x="0" y="248"/>
                    <a:pt x="0" y="519"/>
                  </a:cubicBezTo>
                  <a:cubicBezTo>
                    <a:pt x="0" y="816"/>
                    <a:pt x="222" y="1062"/>
                    <a:pt x="518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1807725" y="3080900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6"/>
                    <a:pt x="222" y="1038"/>
                    <a:pt x="518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1681800" y="21785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62" y="815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1681800" y="23291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62" y="791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1681800" y="2479125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62" y="815"/>
                    <a:pt x="1062" y="519"/>
                  </a:cubicBezTo>
                  <a:cubicBezTo>
                    <a:pt x="1062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1681800" y="26297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62" y="815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1681800" y="27803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62" y="790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1681800" y="2930300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62" y="816"/>
                    <a:pt x="1062" y="519"/>
                  </a:cubicBezTo>
                  <a:cubicBezTo>
                    <a:pt x="1062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1681800" y="308090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62" y="816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15565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815" y="1038"/>
                    <a:pt x="1038" y="815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15565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815" y="1038"/>
                    <a:pt x="1038" y="791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15565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815" y="1062"/>
                    <a:pt x="1038" y="815"/>
                    <a:pt x="1038" y="519"/>
                  </a:cubicBezTo>
                  <a:cubicBezTo>
                    <a:pt x="1038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" name="Google Shape;348;p5"/>
            <p:cNvSpPr/>
            <p:nvPr/>
          </p:nvSpPr>
          <p:spPr>
            <a:xfrm>
              <a:off x="15565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815" y="1037"/>
                    <a:pt x="1038" y="815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" name="Google Shape;349;p5"/>
            <p:cNvSpPr/>
            <p:nvPr/>
          </p:nvSpPr>
          <p:spPr>
            <a:xfrm>
              <a:off x="15565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815" y="1037"/>
                    <a:pt x="1038" y="790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" name="Google Shape;350;p5"/>
            <p:cNvSpPr/>
            <p:nvPr/>
          </p:nvSpPr>
          <p:spPr>
            <a:xfrm>
              <a:off x="15565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815" y="1062"/>
                    <a:pt x="1038" y="816"/>
                    <a:pt x="1038" y="519"/>
                  </a:cubicBezTo>
                  <a:cubicBezTo>
                    <a:pt x="1038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1" name="Google Shape;351;p5"/>
            <p:cNvSpPr/>
            <p:nvPr/>
          </p:nvSpPr>
          <p:spPr>
            <a:xfrm>
              <a:off x="15565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815" y="1038"/>
                    <a:pt x="1038" y="816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2" name="Google Shape;352;p5"/>
            <p:cNvSpPr/>
            <p:nvPr/>
          </p:nvSpPr>
          <p:spPr>
            <a:xfrm>
              <a:off x="14312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791" y="1038"/>
                    <a:pt x="1038" y="815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3" name="Google Shape;353;p5"/>
            <p:cNvSpPr/>
            <p:nvPr/>
          </p:nvSpPr>
          <p:spPr>
            <a:xfrm>
              <a:off x="14312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791" y="1038"/>
                    <a:pt x="1038" y="791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4" name="Google Shape;354;p5"/>
            <p:cNvSpPr/>
            <p:nvPr/>
          </p:nvSpPr>
          <p:spPr>
            <a:xfrm>
              <a:off x="14312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791" y="1062"/>
                    <a:pt x="1038" y="815"/>
                    <a:pt x="1038" y="519"/>
                  </a:cubicBezTo>
                  <a:cubicBezTo>
                    <a:pt x="1038" y="247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14312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791" y="1037"/>
                    <a:pt x="1038" y="815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14312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791" y="1037"/>
                    <a:pt x="1038" y="790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14312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791" y="1062"/>
                    <a:pt x="1038" y="816"/>
                    <a:pt x="1038" y="519"/>
                  </a:cubicBezTo>
                  <a:cubicBezTo>
                    <a:pt x="1038" y="248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14312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791" y="1038"/>
                    <a:pt x="1038" y="816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13053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13053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13053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13053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13053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13053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13053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11800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5"/>
                    <a:pt x="223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" name="Google Shape;367;p5"/>
            <p:cNvSpPr/>
            <p:nvPr/>
          </p:nvSpPr>
          <p:spPr>
            <a:xfrm>
              <a:off x="11800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791"/>
                    <a:pt x="223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" name="Google Shape;368;p5"/>
            <p:cNvSpPr/>
            <p:nvPr/>
          </p:nvSpPr>
          <p:spPr>
            <a:xfrm>
              <a:off x="11800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0" y="247"/>
                    <a:pt x="0" y="519"/>
                  </a:cubicBezTo>
                  <a:cubicBezTo>
                    <a:pt x="0" y="815"/>
                    <a:pt x="223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11800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815"/>
                    <a:pt x="223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11800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790"/>
                    <a:pt x="223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11800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0" y="248"/>
                    <a:pt x="0" y="519"/>
                  </a:cubicBezTo>
                  <a:cubicBezTo>
                    <a:pt x="0" y="816"/>
                    <a:pt x="223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11800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6"/>
                    <a:pt x="223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1054075" y="21785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44" y="1038"/>
                  </a:cubicBezTo>
                  <a:cubicBezTo>
                    <a:pt x="816" y="1038"/>
                    <a:pt x="1062" y="815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" name="Google Shape;374;p5"/>
            <p:cNvSpPr/>
            <p:nvPr/>
          </p:nvSpPr>
          <p:spPr>
            <a:xfrm>
              <a:off x="1054075" y="23291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44" y="1038"/>
                  </a:cubicBezTo>
                  <a:cubicBezTo>
                    <a:pt x="816" y="1038"/>
                    <a:pt x="1062" y="791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" name="Google Shape;375;p5"/>
            <p:cNvSpPr/>
            <p:nvPr/>
          </p:nvSpPr>
          <p:spPr>
            <a:xfrm>
              <a:off x="1054075" y="2479125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44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44" y="1062"/>
                  </a:cubicBezTo>
                  <a:cubicBezTo>
                    <a:pt x="816" y="1062"/>
                    <a:pt x="1062" y="815"/>
                    <a:pt x="1062" y="519"/>
                  </a:cubicBezTo>
                  <a:cubicBezTo>
                    <a:pt x="1062" y="247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1054075" y="26297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44" y="1037"/>
                  </a:cubicBezTo>
                  <a:cubicBezTo>
                    <a:pt x="816" y="1037"/>
                    <a:pt x="1062" y="815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1054075" y="27803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44" y="1037"/>
                  </a:cubicBezTo>
                  <a:cubicBezTo>
                    <a:pt x="816" y="1037"/>
                    <a:pt x="1062" y="790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1054075" y="2930300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44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44" y="1062"/>
                  </a:cubicBezTo>
                  <a:cubicBezTo>
                    <a:pt x="816" y="1062"/>
                    <a:pt x="1062" y="816"/>
                    <a:pt x="1062" y="519"/>
                  </a:cubicBezTo>
                  <a:cubicBezTo>
                    <a:pt x="1062" y="248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1054075" y="308090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44" y="1038"/>
                  </a:cubicBezTo>
                  <a:cubicBezTo>
                    <a:pt x="816" y="1038"/>
                    <a:pt x="1062" y="816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80" name="Google Shape;380;p5"/>
          <p:cNvSpPr/>
          <p:nvPr/>
        </p:nvSpPr>
        <p:spPr>
          <a:xfrm>
            <a:off x="8388021" y="3425080"/>
            <a:ext cx="1378500" cy="1378500"/>
          </a:xfrm>
          <a:prstGeom prst="donut">
            <a:avLst>
              <a:gd name="adj" fmla="val 29191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3" name="Google Shape;383;p6"/>
          <p:cNvSpPr/>
          <p:nvPr/>
        </p:nvSpPr>
        <p:spPr>
          <a:xfrm rot="-5400000">
            <a:off x="-215165" y="1299861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62" y="0"/>
                </a:moveTo>
                <a:cubicBezTo>
                  <a:pt x="470" y="0"/>
                  <a:pt x="1" y="494"/>
                  <a:pt x="1" y="1087"/>
                </a:cubicBezTo>
                <a:cubicBezTo>
                  <a:pt x="1" y="1679"/>
                  <a:pt x="470" y="2148"/>
                  <a:pt x="1062" y="2148"/>
                </a:cubicBezTo>
                <a:cubicBezTo>
                  <a:pt x="1655" y="2148"/>
                  <a:pt x="2149" y="1679"/>
                  <a:pt x="2149" y="1087"/>
                </a:cubicBezTo>
                <a:cubicBezTo>
                  <a:pt x="2149" y="494"/>
                  <a:pt x="1655" y="0"/>
                  <a:pt x="1062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4" name="Google Shape;384;p6"/>
          <p:cNvSpPr/>
          <p:nvPr/>
        </p:nvSpPr>
        <p:spPr>
          <a:xfrm rot="-5400000">
            <a:off x="-215165" y="1184355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87" y="0"/>
                </a:moveTo>
                <a:cubicBezTo>
                  <a:pt x="495" y="0"/>
                  <a:pt x="1" y="494"/>
                  <a:pt x="1" y="1087"/>
                </a:cubicBezTo>
                <a:cubicBezTo>
                  <a:pt x="1" y="1679"/>
                  <a:pt x="495" y="2148"/>
                  <a:pt x="1087" y="2148"/>
                </a:cubicBezTo>
                <a:cubicBezTo>
                  <a:pt x="1680" y="2148"/>
                  <a:pt x="2149" y="1679"/>
                  <a:pt x="2149" y="1087"/>
                </a:cubicBezTo>
                <a:cubicBezTo>
                  <a:pt x="2149" y="494"/>
                  <a:pt x="1680" y="0"/>
                  <a:pt x="1087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5" name="Google Shape;385;p6"/>
          <p:cNvSpPr/>
          <p:nvPr/>
        </p:nvSpPr>
        <p:spPr>
          <a:xfrm rot="-5400000">
            <a:off x="-215165" y="1068542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87" y="0"/>
                </a:moveTo>
                <a:cubicBezTo>
                  <a:pt x="470" y="0"/>
                  <a:pt x="1" y="494"/>
                  <a:pt x="1" y="1087"/>
                </a:cubicBezTo>
                <a:cubicBezTo>
                  <a:pt x="1" y="1679"/>
                  <a:pt x="470" y="2148"/>
                  <a:pt x="1087" y="2148"/>
                </a:cubicBezTo>
                <a:cubicBezTo>
                  <a:pt x="1679" y="2148"/>
                  <a:pt x="2149" y="1679"/>
                  <a:pt x="2149" y="1087"/>
                </a:cubicBezTo>
                <a:cubicBezTo>
                  <a:pt x="2149" y="494"/>
                  <a:pt x="1679" y="0"/>
                  <a:pt x="1087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6" name="Google Shape;386;p6"/>
          <p:cNvSpPr/>
          <p:nvPr/>
        </p:nvSpPr>
        <p:spPr>
          <a:xfrm rot="-5400000">
            <a:off x="-215165" y="952730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62" y="0"/>
                </a:moveTo>
                <a:cubicBezTo>
                  <a:pt x="470" y="0"/>
                  <a:pt x="0" y="494"/>
                  <a:pt x="0" y="1087"/>
                </a:cubicBezTo>
                <a:cubicBezTo>
                  <a:pt x="0" y="1679"/>
                  <a:pt x="470" y="2148"/>
                  <a:pt x="1062" y="2148"/>
                </a:cubicBezTo>
                <a:cubicBezTo>
                  <a:pt x="1655" y="2148"/>
                  <a:pt x="2148" y="1679"/>
                  <a:pt x="2148" y="1087"/>
                </a:cubicBezTo>
                <a:cubicBezTo>
                  <a:pt x="2148" y="494"/>
                  <a:pt x="1655" y="0"/>
                  <a:pt x="1062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7" name="Google Shape;387;p6"/>
          <p:cNvSpPr/>
          <p:nvPr/>
        </p:nvSpPr>
        <p:spPr>
          <a:xfrm rot="-5400000">
            <a:off x="-215165" y="836917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62" y="0"/>
                </a:moveTo>
                <a:cubicBezTo>
                  <a:pt x="469" y="0"/>
                  <a:pt x="0" y="494"/>
                  <a:pt x="0" y="1087"/>
                </a:cubicBezTo>
                <a:cubicBezTo>
                  <a:pt x="0" y="1679"/>
                  <a:pt x="469" y="2148"/>
                  <a:pt x="1062" y="2148"/>
                </a:cubicBezTo>
                <a:cubicBezTo>
                  <a:pt x="1655" y="2148"/>
                  <a:pt x="2148" y="1679"/>
                  <a:pt x="2148" y="1087"/>
                </a:cubicBezTo>
                <a:cubicBezTo>
                  <a:pt x="2148" y="494"/>
                  <a:pt x="1655" y="0"/>
                  <a:pt x="1062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8" name="Google Shape;388;p6"/>
          <p:cNvSpPr/>
          <p:nvPr/>
        </p:nvSpPr>
        <p:spPr>
          <a:xfrm rot="-5400000">
            <a:off x="-215165" y="721411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87" y="0"/>
                </a:moveTo>
                <a:cubicBezTo>
                  <a:pt x="494" y="0"/>
                  <a:pt x="1" y="494"/>
                  <a:pt x="1" y="1087"/>
                </a:cubicBezTo>
                <a:cubicBezTo>
                  <a:pt x="1" y="1679"/>
                  <a:pt x="494" y="2148"/>
                  <a:pt x="1087" y="2148"/>
                </a:cubicBezTo>
                <a:cubicBezTo>
                  <a:pt x="1679" y="2148"/>
                  <a:pt x="2148" y="1679"/>
                  <a:pt x="2148" y="1087"/>
                </a:cubicBezTo>
                <a:cubicBezTo>
                  <a:pt x="2148" y="494"/>
                  <a:pt x="1679" y="0"/>
                  <a:pt x="1087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9" name="Google Shape;389;p6"/>
          <p:cNvSpPr/>
          <p:nvPr/>
        </p:nvSpPr>
        <p:spPr>
          <a:xfrm rot="-5400000">
            <a:off x="-215165" y="605599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87" y="0"/>
                </a:moveTo>
                <a:cubicBezTo>
                  <a:pt x="470" y="0"/>
                  <a:pt x="0" y="494"/>
                  <a:pt x="0" y="1087"/>
                </a:cubicBezTo>
                <a:cubicBezTo>
                  <a:pt x="0" y="1679"/>
                  <a:pt x="470" y="2148"/>
                  <a:pt x="1087" y="2148"/>
                </a:cubicBezTo>
                <a:cubicBezTo>
                  <a:pt x="1679" y="2148"/>
                  <a:pt x="2148" y="1679"/>
                  <a:pt x="2148" y="1087"/>
                </a:cubicBezTo>
                <a:cubicBezTo>
                  <a:pt x="2148" y="494"/>
                  <a:pt x="1679" y="0"/>
                  <a:pt x="1087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0" name="Google Shape;390;p6"/>
          <p:cNvSpPr/>
          <p:nvPr/>
        </p:nvSpPr>
        <p:spPr>
          <a:xfrm rot="-5400000">
            <a:off x="-93915" y="1299861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62" y="1"/>
                </a:moveTo>
                <a:cubicBezTo>
                  <a:pt x="470" y="1"/>
                  <a:pt x="1" y="470"/>
                  <a:pt x="1" y="1062"/>
                </a:cubicBezTo>
                <a:cubicBezTo>
                  <a:pt x="1" y="1655"/>
                  <a:pt x="470" y="2148"/>
                  <a:pt x="1062" y="2148"/>
                </a:cubicBezTo>
                <a:cubicBezTo>
                  <a:pt x="1655" y="2148"/>
                  <a:pt x="2149" y="1655"/>
                  <a:pt x="2149" y="1062"/>
                </a:cubicBezTo>
                <a:cubicBezTo>
                  <a:pt x="2149" y="470"/>
                  <a:pt x="1655" y="1"/>
                  <a:pt x="1062" y="1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1" name="Google Shape;391;p6"/>
          <p:cNvSpPr/>
          <p:nvPr/>
        </p:nvSpPr>
        <p:spPr>
          <a:xfrm rot="-5400000">
            <a:off x="-93915" y="1068542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87" y="1"/>
                </a:moveTo>
                <a:cubicBezTo>
                  <a:pt x="470" y="1"/>
                  <a:pt x="1" y="470"/>
                  <a:pt x="1" y="1062"/>
                </a:cubicBezTo>
                <a:cubicBezTo>
                  <a:pt x="1" y="1655"/>
                  <a:pt x="494" y="2148"/>
                  <a:pt x="1087" y="2148"/>
                </a:cubicBezTo>
                <a:cubicBezTo>
                  <a:pt x="1679" y="2148"/>
                  <a:pt x="2149" y="1655"/>
                  <a:pt x="2149" y="1062"/>
                </a:cubicBezTo>
                <a:cubicBezTo>
                  <a:pt x="2149" y="470"/>
                  <a:pt x="1679" y="1"/>
                  <a:pt x="1087" y="1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2" name="Google Shape;392;p6"/>
          <p:cNvSpPr/>
          <p:nvPr/>
        </p:nvSpPr>
        <p:spPr>
          <a:xfrm rot="-5400000">
            <a:off x="-93915" y="836917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62" y="1"/>
                </a:moveTo>
                <a:cubicBezTo>
                  <a:pt x="469" y="1"/>
                  <a:pt x="0" y="470"/>
                  <a:pt x="0" y="1062"/>
                </a:cubicBezTo>
                <a:cubicBezTo>
                  <a:pt x="0" y="1655"/>
                  <a:pt x="469" y="2148"/>
                  <a:pt x="1062" y="2148"/>
                </a:cubicBezTo>
                <a:cubicBezTo>
                  <a:pt x="1655" y="2148"/>
                  <a:pt x="2148" y="1655"/>
                  <a:pt x="2148" y="1062"/>
                </a:cubicBezTo>
                <a:cubicBezTo>
                  <a:pt x="2148" y="470"/>
                  <a:pt x="1655" y="1"/>
                  <a:pt x="1062" y="1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3" name="Google Shape;393;p6"/>
          <p:cNvSpPr/>
          <p:nvPr/>
        </p:nvSpPr>
        <p:spPr>
          <a:xfrm rot="-5400000">
            <a:off x="-93915" y="605599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87" y="1"/>
                </a:moveTo>
                <a:cubicBezTo>
                  <a:pt x="470" y="1"/>
                  <a:pt x="0" y="470"/>
                  <a:pt x="0" y="1062"/>
                </a:cubicBezTo>
                <a:cubicBezTo>
                  <a:pt x="0" y="1655"/>
                  <a:pt x="470" y="2148"/>
                  <a:pt x="1087" y="2148"/>
                </a:cubicBezTo>
                <a:cubicBezTo>
                  <a:pt x="1679" y="2148"/>
                  <a:pt x="2148" y="1655"/>
                  <a:pt x="2148" y="1062"/>
                </a:cubicBezTo>
                <a:cubicBezTo>
                  <a:pt x="2148" y="470"/>
                  <a:pt x="1679" y="1"/>
                  <a:pt x="1087" y="1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4" name="Google Shape;394;p6"/>
          <p:cNvSpPr/>
          <p:nvPr/>
        </p:nvSpPr>
        <p:spPr>
          <a:xfrm rot="-5400000">
            <a:off x="27042" y="1299861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62" y="0"/>
                </a:moveTo>
                <a:cubicBezTo>
                  <a:pt x="470" y="0"/>
                  <a:pt x="1" y="469"/>
                  <a:pt x="1" y="1062"/>
                </a:cubicBezTo>
                <a:cubicBezTo>
                  <a:pt x="1" y="1654"/>
                  <a:pt x="470" y="2148"/>
                  <a:pt x="1062" y="2148"/>
                </a:cubicBezTo>
                <a:cubicBezTo>
                  <a:pt x="1655" y="2148"/>
                  <a:pt x="2149" y="1654"/>
                  <a:pt x="2149" y="1062"/>
                </a:cubicBezTo>
                <a:cubicBezTo>
                  <a:pt x="2149" y="469"/>
                  <a:pt x="1655" y="0"/>
                  <a:pt x="1062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5" name="Google Shape;395;p6"/>
          <p:cNvSpPr/>
          <p:nvPr/>
        </p:nvSpPr>
        <p:spPr>
          <a:xfrm rot="-5400000">
            <a:off x="27042" y="1184355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87" y="0"/>
                </a:moveTo>
                <a:cubicBezTo>
                  <a:pt x="495" y="0"/>
                  <a:pt x="1" y="469"/>
                  <a:pt x="1" y="1062"/>
                </a:cubicBezTo>
                <a:cubicBezTo>
                  <a:pt x="1" y="1654"/>
                  <a:pt x="495" y="2148"/>
                  <a:pt x="1087" y="2148"/>
                </a:cubicBezTo>
                <a:cubicBezTo>
                  <a:pt x="1680" y="2148"/>
                  <a:pt x="2149" y="1654"/>
                  <a:pt x="2149" y="1062"/>
                </a:cubicBezTo>
                <a:cubicBezTo>
                  <a:pt x="2149" y="469"/>
                  <a:pt x="1680" y="0"/>
                  <a:pt x="1087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6" name="Google Shape;396;p6"/>
          <p:cNvSpPr/>
          <p:nvPr/>
        </p:nvSpPr>
        <p:spPr>
          <a:xfrm rot="-5400000">
            <a:off x="27042" y="1068542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87" y="0"/>
                </a:moveTo>
                <a:cubicBezTo>
                  <a:pt x="470" y="0"/>
                  <a:pt x="1" y="469"/>
                  <a:pt x="1" y="1062"/>
                </a:cubicBezTo>
                <a:cubicBezTo>
                  <a:pt x="1" y="1654"/>
                  <a:pt x="494" y="2148"/>
                  <a:pt x="1087" y="2148"/>
                </a:cubicBezTo>
                <a:cubicBezTo>
                  <a:pt x="1679" y="2148"/>
                  <a:pt x="2149" y="1654"/>
                  <a:pt x="2149" y="1062"/>
                </a:cubicBezTo>
                <a:cubicBezTo>
                  <a:pt x="2149" y="469"/>
                  <a:pt x="1679" y="0"/>
                  <a:pt x="1087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7" name="Google Shape;397;p6"/>
          <p:cNvSpPr/>
          <p:nvPr/>
        </p:nvSpPr>
        <p:spPr>
          <a:xfrm rot="-5400000">
            <a:off x="27042" y="952730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62" y="0"/>
                </a:moveTo>
                <a:cubicBezTo>
                  <a:pt x="470" y="0"/>
                  <a:pt x="0" y="469"/>
                  <a:pt x="0" y="1062"/>
                </a:cubicBezTo>
                <a:cubicBezTo>
                  <a:pt x="0" y="1654"/>
                  <a:pt x="470" y="2148"/>
                  <a:pt x="1062" y="2148"/>
                </a:cubicBezTo>
                <a:cubicBezTo>
                  <a:pt x="1655" y="2148"/>
                  <a:pt x="2148" y="1654"/>
                  <a:pt x="2148" y="1062"/>
                </a:cubicBezTo>
                <a:cubicBezTo>
                  <a:pt x="2148" y="469"/>
                  <a:pt x="1655" y="0"/>
                  <a:pt x="1062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8" name="Google Shape;398;p6"/>
          <p:cNvSpPr/>
          <p:nvPr/>
        </p:nvSpPr>
        <p:spPr>
          <a:xfrm rot="-5400000">
            <a:off x="27042" y="836917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62" y="0"/>
                </a:moveTo>
                <a:cubicBezTo>
                  <a:pt x="469" y="0"/>
                  <a:pt x="0" y="469"/>
                  <a:pt x="0" y="1062"/>
                </a:cubicBezTo>
                <a:cubicBezTo>
                  <a:pt x="0" y="1654"/>
                  <a:pt x="469" y="2148"/>
                  <a:pt x="1062" y="2148"/>
                </a:cubicBezTo>
                <a:cubicBezTo>
                  <a:pt x="1655" y="2148"/>
                  <a:pt x="2148" y="1654"/>
                  <a:pt x="2148" y="1062"/>
                </a:cubicBezTo>
                <a:cubicBezTo>
                  <a:pt x="2148" y="469"/>
                  <a:pt x="1655" y="0"/>
                  <a:pt x="1062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9" name="Google Shape;399;p6"/>
          <p:cNvSpPr/>
          <p:nvPr/>
        </p:nvSpPr>
        <p:spPr>
          <a:xfrm rot="-5400000">
            <a:off x="27042" y="721411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87" y="0"/>
                </a:moveTo>
                <a:cubicBezTo>
                  <a:pt x="494" y="0"/>
                  <a:pt x="1" y="469"/>
                  <a:pt x="1" y="1062"/>
                </a:cubicBezTo>
                <a:cubicBezTo>
                  <a:pt x="1" y="1654"/>
                  <a:pt x="494" y="2148"/>
                  <a:pt x="1087" y="2148"/>
                </a:cubicBezTo>
                <a:cubicBezTo>
                  <a:pt x="1679" y="2148"/>
                  <a:pt x="2148" y="1654"/>
                  <a:pt x="2148" y="1062"/>
                </a:cubicBezTo>
                <a:cubicBezTo>
                  <a:pt x="2148" y="469"/>
                  <a:pt x="1679" y="0"/>
                  <a:pt x="1087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0" name="Google Shape;400;p6"/>
          <p:cNvSpPr/>
          <p:nvPr/>
        </p:nvSpPr>
        <p:spPr>
          <a:xfrm rot="-5400000">
            <a:off x="27042" y="605599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87" y="0"/>
                </a:moveTo>
                <a:cubicBezTo>
                  <a:pt x="470" y="0"/>
                  <a:pt x="0" y="469"/>
                  <a:pt x="0" y="1062"/>
                </a:cubicBezTo>
                <a:cubicBezTo>
                  <a:pt x="0" y="1654"/>
                  <a:pt x="470" y="2148"/>
                  <a:pt x="1087" y="2148"/>
                </a:cubicBezTo>
                <a:cubicBezTo>
                  <a:pt x="1679" y="2148"/>
                  <a:pt x="2148" y="1654"/>
                  <a:pt x="2148" y="1062"/>
                </a:cubicBezTo>
                <a:cubicBezTo>
                  <a:pt x="2148" y="469"/>
                  <a:pt x="1679" y="0"/>
                  <a:pt x="1087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1" name="Google Shape;401;p6"/>
          <p:cNvSpPr/>
          <p:nvPr/>
        </p:nvSpPr>
        <p:spPr>
          <a:xfrm rot="-5400000">
            <a:off x="147986" y="1299861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62" y="1"/>
                </a:moveTo>
                <a:cubicBezTo>
                  <a:pt x="470" y="1"/>
                  <a:pt x="1" y="470"/>
                  <a:pt x="1" y="1062"/>
                </a:cubicBezTo>
                <a:cubicBezTo>
                  <a:pt x="1" y="1655"/>
                  <a:pt x="470" y="2149"/>
                  <a:pt x="1062" y="2149"/>
                </a:cubicBezTo>
                <a:cubicBezTo>
                  <a:pt x="1655" y="2149"/>
                  <a:pt x="2149" y="1655"/>
                  <a:pt x="2149" y="1062"/>
                </a:cubicBezTo>
                <a:cubicBezTo>
                  <a:pt x="2149" y="470"/>
                  <a:pt x="1655" y="1"/>
                  <a:pt x="1062" y="1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2" name="Google Shape;402;p6"/>
          <p:cNvSpPr/>
          <p:nvPr/>
        </p:nvSpPr>
        <p:spPr>
          <a:xfrm rot="-5400000">
            <a:off x="147986" y="1068542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87" y="1"/>
                </a:moveTo>
                <a:cubicBezTo>
                  <a:pt x="470" y="1"/>
                  <a:pt x="1" y="470"/>
                  <a:pt x="1" y="1062"/>
                </a:cubicBezTo>
                <a:cubicBezTo>
                  <a:pt x="1" y="1655"/>
                  <a:pt x="470" y="2149"/>
                  <a:pt x="1087" y="2149"/>
                </a:cubicBezTo>
                <a:cubicBezTo>
                  <a:pt x="1679" y="2149"/>
                  <a:pt x="2149" y="1655"/>
                  <a:pt x="2149" y="1062"/>
                </a:cubicBezTo>
                <a:cubicBezTo>
                  <a:pt x="2149" y="470"/>
                  <a:pt x="1679" y="1"/>
                  <a:pt x="1087" y="1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3" name="Google Shape;403;p6"/>
          <p:cNvSpPr/>
          <p:nvPr/>
        </p:nvSpPr>
        <p:spPr>
          <a:xfrm rot="-5400000">
            <a:off x="147986" y="836917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62" y="1"/>
                </a:moveTo>
                <a:cubicBezTo>
                  <a:pt x="469" y="1"/>
                  <a:pt x="0" y="470"/>
                  <a:pt x="0" y="1062"/>
                </a:cubicBezTo>
                <a:cubicBezTo>
                  <a:pt x="0" y="1655"/>
                  <a:pt x="469" y="2149"/>
                  <a:pt x="1062" y="2149"/>
                </a:cubicBezTo>
                <a:cubicBezTo>
                  <a:pt x="1655" y="2149"/>
                  <a:pt x="2148" y="1655"/>
                  <a:pt x="2148" y="1062"/>
                </a:cubicBezTo>
                <a:cubicBezTo>
                  <a:pt x="2148" y="470"/>
                  <a:pt x="1655" y="1"/>
                  <a:pt x="1062" y="1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4" name="Google Shape;404;p6"/>
          <p:cNvSpPr/>
          <p:nvPr/>
        </p:nvSpPr>
        <p:spPr>
          <a:xfrm rot="-5400000">
            <a:off x="147986" y="605599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87" y="1"/>
                </a:moveTo>
                <a:cubicBezTo>
                  <a:pt x="470" y="1"/>
                  <a:pt x="0" y="470"/>
                  <a:pt x="0" y="1062"/>
                </a:cubicBezTo>
                <a:cubicBezTo>
                  <a:pt x="0" y="1655"/>
                  <a:pt x="470" y="2149"/>
                  <a:pt x="1087" y="2149"/>
                </a:cubicBezTo>
                <a:cubicBezTo>
                  <a:pt x="1679" y="2149"/>
                  <a:pt x="2148" y="1655"/>
                  <a:pt x="2148" y="1062"/>
                </a:cubicBezTo>
                <a:cubicBezTo>
                  <a:pt x="2148" y="470"/>
                  <a:pt x="1679" y="1"/>
                  <a:pt x="1087" y="1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5" name="Google Shape;405;p6"/>
          <p:cNvSpPr/>
          <p:nvPr/>
        </p:nvSpPr>
        <p:spPr>
          <a:xfrm rot="-5400000">
            <a:off x="268942" y="1299861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62" y="0"/>
                </a:moveTo>
                <a:cubicBezTo>
                  <a:pt x="470" y="0"/>
                  <a:pt x="1" y="469"/>
                  <a:pt x="1" y="1087"/>
                </a:cubicBezTo>
                <a:cubicBezTo>
                  <a:pt x="1" y="1679"/>
                  <a:pt x="470" y="2148"/>
                  <a:pt x="1062" y="2148"/>
                </a:cubicBezTo>
                <a:cubicBezTo>
                  <a:pt x="1655" y="2148"/>
                  <a:pt x="2149" y="1679"/>
                  <a:pt x="2149" y="1087"/>
                </a:cubicBezTo>
                <a:cubicBezTo>
                  <a:pt x="2149" y="469"/>
                  <a:pt x="1655" y="0"/>
                  <a:pt x="1062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6" name="Google Shape;406;p6"/>
          <p:cNvSpPr/>
          <p:nvPr/>
        </p:nvSpPr>
        <p:spPr>
          <a:xfrm rot="-5400000">
            <a:off x="268942" y="1184355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87" y="0"/>
                </a:moveTo>
                <a:cubicBezTo>
                  <a:pt x="495" y="0"/>
                  <a:pt x="1" y="469"/>
                  <a:pt x="1" y="1087"/>
                </a:cubicBezTo>
                <a:cubicBezTo>
                  <a:pt x="1" y="1679"/>
                  <a:pt x="495" y="2148"/>
                  <a:pt x="1087" y="2148"/>
                </a:cubicBezTo>
                <a:cubicBezTo>
                  <a:pt x="1680" y="2148"/>
                  <a:pt x="2149" y="1679"/>
                  <a:pt x="2149" y="1087"/>
                </a:cubicBezTo>
                <a:cubicBezTo>
                  <a:pt x="2149" y="469"/>
                  <a:pt x="1680" y="0"/>
                  <a:pt x="1087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7" name="Google Shape;407;p6"/>
          <p:cNvSpPr/>
          <p:nvPr/>
        </p:nvSpPr>
        <p:spPr>
          <a:xfrm rot="-5400000">
            <a:off x="268942" y="1068542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87" y="0"/>
                </a:moveTo>
                <a:cubicBezTo>
                  <a:pt x="470" y="0"/>
                  <a:pt x="1" y="469"/>
                  <a:pt x="1" y="1087"/>
                </a:cubicBezTo>
                <a:cubicBezTo>
                  <a:pt x="1" y="1679"/>
                  <a:pt x="494" y="2148"/>
                  <a:pt x="1087" y="2148"/>
                </a:cubicBezTo>
                <a:cubicBezTo>
                  <a:pt x="1679" y="2148"/>
                  <a:pt x="2149" y="1679"/>
                  <a:pt x="2149" y="1087"/>
                </a:cubicBezTo>
                <a:cubicBezTo>
                  <a:pt x="2149" y="469"/>
                  <a:pt x="1679" y="0"/>
                  <a:pt x="1087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8" name="Google Shape;408;p6"/>
          <p:cNvSpPr/>
          <p:nvPr/>
        </p:nvSpPr>
        <p:spPr>
          <a:xfrm rot="-5400000">
            <a:off x="268942" y="952730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62" y="0"/>
                </a:moveTo>
                <a:cubicBezTo>
                  <a:pt x="470" y="0"/>
                  <a:pt x="0" y="469"/>
                  <a:pt x="0" y="1087"/>
                </a:cubicBezTo>
                <a:cubicBezTo>
                  <a:pt x="0" y="1679"/>
                  <a:pt x="470" y="2148"/>
                  <a:pt x="1062" y="2148"/>
                </a:cubicBezTo>
                <a:cubicBezTo>
                  <a:pt x="1655" y="2148"/>
                  <a:pt x="2148" y="1679"/>
                  <a:pt x="2148" y="1087"/>
                </a:cubicBezTo>
                <a:cubicBezTo>
                  <a:pt x="2148" y="469"/>
                  <a:pt x="1655" y="0"/>
                  <a:pt x="1062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9" name="Google Shape;409;p6"/>
          <p:cNvSpPr/>
          <p:nvPr/>
        </p:nvSpPr>
        <p:spPr>
          <a:xfrm rot="-5400000">
            <a:off x="268942" y="836917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62" y="0"/>
                </a:moveTo>
                <a:cubicBezTo>
                  <a:pt x="469" y="0"/>
                  <a:pt x="0" y="469"/>
                  <a:pt x="0" y="1087"/>
                </a:cubicBezTo>
                <a:cubicBezTo>
                  <a:pt x="0" y="1679"/>
                  <a:pt x="469" y="2148"/>
                  <a:pt x="1062" y="2148"/>
                </a:cubicBezTo>
                <a:cubicBezTo>
                  <a:pt x="1655" y="2148"/>
                  <a:pt x="2148" y="1679"/>
                  <a:pt x="2148" y="1087"/>
                </a:cubicBezTo>
                <a:cubicBezTo>
                  <a:pt x="2148" y="469"/>
                  <a:pt x="1655" y="0"/>
                  <a:pt x="1062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0" name="Google Shape;410;p6"/>
          <p:cNvSpPr/>
          <p:nvPr/>
        </p:nvSpPr>
        <p:spPr>
          <a:xfrm rot="-5400000">
            <a:off x="268942" y="721411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87" y="0"/>
                </a:moveTo>
                <a:cubicBezTo>
                  <a:pt x="494" y="0"/>
                  <a:pt x="1" y="469"/>
                  <a:pt x="1" y="1087"/>
                </a:cubicBezTo>
                <a:cubicBezTo>
                  <a:pt x="1" y="1679"/>
                  <a:pt x="494" y="2148"/>
                  <a:pt x="1087" y="2148"/>
                </a:cubicBezTo>
                <a:cubicBezTo>
                  <a:pt x="1679" y="2148"/>
                  <a:pt x="2148" y="1679"/>
                  <a:pt x="2148" y="1087"/>
                </a:cubicBezTo>
                <a:cubicBezTo>
                  <a:pt x="2148" y="469"/>
                  <a:pt x="1679" y="0"/>
                  <a:pt x="1087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1" name="Google Shape;411;p6"/>
          <p:cNvSpPr/>
          <p:nvPr/>
        </p:nvSpPr>
        <p:spPr>
          <a:xfrm rot="-5400000">
            <a:off x="268942" y="605599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87" y="0"/>
                </a:moveTo>
                <a:cubicBezTo>
                  <a:pt x="470" y="0"/>
                  <a:pt x="0" y="469"/>
                  <a:pt x="0" y="1087"/>
                </a:cubicBezTo>
                <a:cubicBezTo>
                  <a:pt x="0" y="1679"/>
                  <a:pt x="470" y="2148"/>
                  <a:pt x="1087" y="2148"/>
                </a:cubicBezTo>
                <a:cubicBezTo>
                  <a:pt x="1679" y="2148"/>
                  <a:pt x="2148" y="1679"/>
                  <a:pt x="2148" y="1087"/>
                </a:cubicBezTo>
                <a:cubicBezTo>
                  <a:pt x="2148" y="469"/>
                  <a:pt x="1679" y="0"/>
                  <a:pt x="1087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2" name="Google Shape;412;p6"/>
          <p:cNvSpPr/>
          <p:nvPr/>
        </p:nvSpPr>
        <p:spPr>
          <a:xfrm rot="-5400000">
            <a:off x="389886" y="1299861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62" y="1"/>
                </a:moveTo>
                <a:cubicBezTo>
                  <a:pt x="470" y="1"/>
                  <a:pt x="1" y="495"/>
                  <a:pt x="1" y="1087"/>
                </a:cubicBezTo>
                <a:cubicBezTo>
                  <a:pt x="1" y="1680"/>
                  <a:pt x="470" y="2149"/>
                  <a:pt x="1062" y="2149"/>
                </a:cubicBezTo>
                <a:cubicBezTo>
                  <a:pt x="1655" y="2149"/>
                  <a:pt x="2149" y="1680"/>
                  <a:pt x="2149" y="1087"/>
                </a:cubicBezTo>
                <a:cubicBezTo>
                  <a:pt x="2149" y="495"/>
                  <a:pt x="1655" y="1"/>
                  <a:pt x="1062" y="1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3" name="Google Shape;413;p6"/>
          <p:cNvSpPr/>
          <p:nvPr/>
        </p:nvSpPr>
        <p:spPr>
          <a:xfrm rot="-5400000">
            <a:off x="389886" y="1068542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87" y="1"/>
                </a:moveTo>
                <a:cubicBezTo>
                  <a:pt x="470" y="1"/>
                  <a:pt x="1" y="495"/>
                  <a:pt x="1" y="1087"/>
                </a:cubicBezTo>
                <a:cubicBezTo>
                  <a:pt x="1" y="1680"/>
                  <a:pt x="494" y="2149"/>
                  <a:pt x="1087" y="2149"/>
                </a:cubicBezTo>
                <a:cubicBezTo>
                  <a:pt x="1679" y="2149"/>
                  <a:pt x="2149" y="1680"/>
                  <a:pt x="2149" y="1087"/>
                </a:cubicBezTo>
                <a:cubicBezTo>
                  <a:pt x="2149" y="495"/>
                  <a:pt x="1679" y="1"/>
                  <a:pt x="1087" y="1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4" name="Google Shape;414;p6"/>
          <p:cNvSpPr/>
          <p:nvPr/>
        </p:nvSpPr>
        <p:spPr>
          <a:xfrm rot="-5400000">
            <a:off x="389886" y="836917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62" y="1"/>
                </a:moveTo>
                <a:cubicBezTo>
                  <a:pt x="469" y="1"/>
                  <a:pt x="0" y="495"/>
                  <a:pt x="0" y="1087"/>
                </a:cubicBezTo>
                <a:cubicBezTo>
                  <a:pt x="0" y="1680"/>
                  <a:pt x="469" y="2149"/>
                  <a:pt x="1062" y="2149"/>
                </a:cubicBezTo>
                <a:cubicBezTo>
                  <a:pt x="1655" y="2149"/>
                  <a:pt x="2148" y="1680"/>
                  <a:pt x="2148" y="1087"/>
                </a:cubicBezTo>
                <a:cubicBezTo>
                  <a:pt x="2148" y="495"/>
                  <a:pt x="1655" y="1"/>
                  <a:pt x="1062" y="1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5" name="Google Shape;415;p6"/>
          <p:cNvSpPr/>
          <p:nvPr/>
        </p:nvSpPr>
        <p:spPr>
          <a:xfrm rot="-5400000">
            <a:off x="389886" y="605599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87" y="1"/>
                </a:moveTo>
                <a:cubicBezTo>
                  <a:pt x="470" y="1"/>
                  <a:pt x="0" y="495"/>
                  <a:pt x="0" y="1087"/>
                </a:cubicBezTo>
                <a:cubicBezTo>
                  <a:pt x="0" y="1680"/>
                  <a:pt x="470" y="2149"/>
                  <a:pt x="1087" y="2149"/>
                </a:cubicBezTo>
                <a:cubicBezTo>
                  <a:pt x="1679" y="2149"/>
                  <a:pt x="2148" y="1680"/>
                  <a:pt x="2148" y="1087"/>
                </a:cubicBezTo>
                <a:cubicBezTo>
                  <a:pt x="2148" y="495"/>
                  <a:pt x="1679" y="1"/>
                  <a:pt x="1087" y="1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6" name="Google Shape;416;p6"/>
          <p:cNvSpPr/>
          <p:nvPr/>
        </p:nvSpPr>
        <p:spPr>
          <a:xfrm rot="-5400000">
            <a:off x="512049" y="1298654"/>
            <a:ext cx="26320" cy="28733"/>
          </a:xfrm>
          <a:custGeom>
            <a:avLst/>
            <a:gdLst/>
            <a:ahLst/>
            <a:cxnLst/>
            <a:rect l="l" t="t" r="r" b="b"/>
            <a:pathLst>
              <a:path w="2149" h="2346" extrusionOk="0">
                <a:moveTo>
                  <a:pt x="1062" y="0"/>
                </a:moveTo>
                <a:cubicBezTo>
                  <a:pt x="470" y="0"/>
                  <a:pt x="1" y="494"/>
                  <a:pt x="1" y="1087"/>
                </a:cubicBezTo>
                <a:cubicBezTo>
                  <a:pt x="1" y="1111"/>
                  <a:pt x="1" y="1136"/>
                  <a:pt x="1" y="1161"/>
                </a:cubicBezTo>
                <a:cubicBezTo>
                  <a:pt x="1" y="1210"/>
                  <a:pt x="1" y="1235"/>
                  <a:pt x="1" y="1259"/>
                </a:cubicBezTo>
                <a:cubicBezTo>
                  <a:pt x="1" y="1852"/>
                  <a:pt x="470" y="2346"/>
                  <a:pt x="1062" y="2346"/>
                </a:cubicBezTo>
                <a:cubicBezTo>
                  <a:pt x="1655" y="2346"/>
                  <a:pt x="2149" y="1852"/>
                  <a:pt x="2149" y="1259"/>
                </a:cubicBezTo>
                <a:cubicBezTo>
                  <a:pt x="2149" y="1235"/>
                  <a:pt x="2124" y="1210"/>
                  <a:pt x="2124" y="1161"/>
                </a:cubicBezTo>
                <a:cubicBezTo>
                  <a:pt x="2124" y="1136"/>
                  <a:pt x="2149" y="1111"/>
                  <a:pt x="2149" y="1087"/>
                </a:cubicBezTo>
                <a:cubicBezTo>
                  <a:pt x="2149" y="494"/>
                  <a:pt x="1655" y="0"/>
                  <a:pt x="1062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7" name="Google Shape;417;p6"/>
          <p:cNvSpPr/>
          <p:nvPr/>
        </p:nvSpPr>
        <p:spPr>
          <a:xfrm rot="-5400000">
            <a:off x="512049" y="1183148"/>
            <a:ext cx="26320" cy="28733"/>
          </a:xfrm>
          <a:custGeom>
            <a:avLst/>
            <a:gdLst/>
            <a:ahLst/>
            <a:cxnLst/>
            <a:rect l="l" t="t" r="r" b="b"/>
            <a:pathLst>
              <a:path w="2149" h="2346" extrusionOk="0">
                <a:moveTo>
                  <a:pt x="1087" y="0"/>
                </a:moveTo>
                <a:cubicBezTo>
                  <a:pt x="495" y="0"/>
                  <a:pt x="1" y="494"/>
                  <a:pt x="1" y="1087"/>
                </a:cubicBezTo>
                <a:cubicBezTo>
                  <a:pt x="1" y="1111"/>
                  <a:pt x="25" y="1136"/>
                  <a:pt x="25" y="1161"/>
                </a:cubicBezTo>
                <a:cubicBezTo>
                  <a:pt x="25" y="1210"/>
                  <a:pt x="1" y="1235"/>
                  <a:pt x="1" y="1259"/>
                </a:cubicBezTo>
                <a:cubicBezTo>
                  <a:pt x="1" y="1852"/>
                  <a:pt x="495" y="2346"/>
                  <a:pt x="1087" y="2346"/>
                </a:cubicBezTo>
                <a:cubicBezTo>
                  <a:pt x="1680" y="2346"/>
                  <a:pt x="2149" y="1852"/>
                  <a:pt x="2149" y="1259"/>
                </a:cubicBezTo>
                <a:cubicBezTo>
                  <a:pt x="2149" y="1235"/>
                  <a:pt x="2149" y="1210"/>
                  <a:pt x="2149" y="1161"/>
                </a:cubicBezTo>
                <a:cubicBezTo>
                  <a:pt x="2149" y="1136"/>
                  <a:pt x="2149" y="1111"/>
                  <a:pt x="2149" y="1087"/>
                </a:cubicBezTo>
                <a:cubicBezTo>
                  <a:pt x="2149" y="494"/>
                  <a:pt x="1680" y="0"/>
                  <a:pt x="1087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8" name="Google Shape;418;p6"/>
          <p:cNvSpPr/>
          <p:nvPr/>
        </p:nvSpPr>
        <p:spPr>
          <a:xfrm rot="-5400000">
            <a:off x="512049" y="1067336"/>
            <a:ext cx="26320" cy="28733"/>
          </a:xfrm>
          <a:custGeom>
            <a:avLst/>
            <a:gdLst/>
            <a:ahLst/>
            <a:cxnLst/>
            <a:rect l="l" t="t" r="r" b="b"/>
            <a:pathLst>
              <a:path w="2149" h="2346" extrusionOk="0">
                <a:moveTo>
                  <a:pt x="1087" y="0"/>
                </a:moveTo>
                <a:cubicBezTo>
                  <a:pt x="470" y="0"/>
                  <a:pt x="1" y="494"/>
                  <a:pt x="1" y="1087"/>
                </a:cubicBezTo>
                <a:cubicBezTo>
                  <a:pt x="1" y="1111"/>
                  <a:pt x="1" y="1136"/>
                  <a:pt x="1" y="1161"/>
                </a:cubicBezTo>
                <a:cubicBezTo>
                  <a:pt x="1" y="1210"/>
                  <a:pt x="1" y="1235"/>
                  <a:pt x="1" y="1259"/>
                </a:cubicBezTo>
                <a:cubicBezTo>
                  <a:pt x="1" y="1852"/>
                  <a:pt x="470" y="2346"/>
                  <a:pt x="1087" y="2346"/>
                </a:cubicBezTo>
                <a:cubicBezTo>
                  <a:pt x="1679" y="2346"/>
                  <a:pt x="2149" y="1852"/>
                  <a:pt x="2149" y="1259"/>
                </a:cubicBezTo>
                <a:cubicBezTo>
                  <a:pt x="2149" y="1235"/>
                  <a:pt x="2149" y="1210"/>
                  <a:pt x="2149" y="1161"/>
                </a:cubicBezTo>
                <a:cubicBezTo>
                  <a:pt x="2149" y="1136"/>
                  <a:pt x="2149" y="1111"/>
                  <a:pt x="2149" y="1087"/>
                </a:cubicBezTo>
                <a:cubicBezTo>
                  <a:pt x="2149" y="494"/>
                  <a:pt x="1679" y="0"/>
                  <a:pt x="1087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9" name="Google Shape;419;p6"/>
          <p:cNvSpPr/>
          <p:nvPr/>
        </p:nvSpPr>
        <p:spPr>
          <a:xfrm rot="-5400000">
            <a:off x="512049" y="951523"/>
            <a:ext cx="26320" cy="28733"/>
          </a:xfrm>
          <a:custGeom>
            <a:avLst/>
            <a:gdLst/>
            <a:ahLst/>
            <a:cxnLst/>
            <a:rect l="l" t="t" r="r" b="b"/>
            <a:pathLst>
              <a:path w="2149" h="2346" extrusionOk="0">
                <a:moveTo>
                  <a:pt x="1062" y="0"/>
                </a:moveTo>
                <a:cubicBezTo>
                  <a:pt x="470" y="0"/>
                  <a:pt x="0" y="494"/>
                  <a:pt x="0" y="1087"/>
                </a:cubicBezTo>
                <a:cubicBezTo>
                  <a:pt x="0" y="1111"/>
                  <a:pt x="0" y="1136"/>
                  <a:pt x="0" y="1161"/>
                </a:cubicBezTo>
                <a:cubicBezTo>
                  <a:pt x="0" y="1210"/>
                  <a:pt x="0" y="1235"/>
                  <a:pt x="0" y="1259"/>
                </a:cubicBezTo>
                <a:cubicBezTo>
                  <a:pt x="0" y="1852"/>
                  <a:pt x="470" y="2346"/>
                  <a:pt x="1062" y="2346"/>
                </a:cubicBezTo>
                <a:cubicBezTo>
                  <a:pt x="1655" y="2346"/>
                  <a:pt x="2148" y="1852"/>
                  <a:pt x="2148" y="1259"/>
                </a:cubicBezTo>
                <a:cubicBezTo>
                  <a:pt x="2148" y="1235"/>
                  <a:pt x="2124" y="1210"/>
                  <a:pt x="2124" y="1161"/>
                </a:cubicBezTo>
                <a:cubicBezTo>
                  <a:pt x="2124" y="1136"/>
                  <a:pt x="2148" y="1111"/>
                  <a:pt x="2148" y="1087"/>
                </a:cubicBezTo>
                <a:cubicBezTo>
                  <a:pt x="2148" y="494"/>
                  <a:pt x="1655" y="0"/>
                  <a:pt x="1062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0" name="Google Shape;420;p6"/>
          <p:cNvSpPr/>
          <p:nvPr/>
        </p:nvSpPr>
        <p:spPr>
          <a:xfrm rot="-5400000">
            <a:off x="512049" y="835711"/>
            <a:ext cx="26320" cy="28733"/>
          </a:xfrm>
          <a:custGeom>
            <a:avLst/>
            <a:gdLst/>
            <a:ahLst/>
            <a:cxnLst/>
            <a:rect l="l" t="t" r="r" b="b"/>
            <a:pathLst>
              <a:path w="2149" h="2346" extrusionOk="0">
                <a:moveTo>
                  <a:pt x="1062" y="0"/>
                </a:moveTo>
                <a:cubicBezTo>
                  <a:pt x="469" y="0"/>
                  <a:pt x="0" y="494"/>
                  <a:pt x="0" y="1087"/>
                </a:cubicBezTo>
                <a:cubicBezTo>
                  <a:pt x="0" y="1111"/>
                  <a:pt x="0" y="1136"/>
                  <a:pt x="0" y="1161"/>
                </a:cubicBezTo>
                <a:cubicBezTo>
                  <a:pt x="0" y="1210"/>
                  <a:pt x="0" y="1235"/>
                  <a:pt x="0" y="1259"/>
                </a:cubicBezTo>
                <a:cubicBezTo>
                  <a:pt x="0" y="1852"/>
                  <a:pt x="469" y="2346"/>
                  <a:pt x="1062" y="2346"/>
                </a:cubicBezTo>
                <a:cubicBezTo>
                  <a:pt x="1655" y="2346"/>
                  <a:pt x="2148" y="1852"/>
                  <a:pt x="2148" y="1259"/>
                </a:cubicBezTo>
                <a:cubicBezTo>
                  <a:pt x="2148" y="1235"/>
                  <a:pt x="2124" y="1210"/>
                  <a:pt x="2124" y="1161"/>
                </a:cubicBezTo>
                <a:cubicBezTo>
                  <a:pt x="2124" y="1136"/>
                  <a:pt x="2148" y="1111"/>
                  <a:pt x="2148" y="1087"/>
                </a:cubicBezTo>
                <a:cubicBezTo>
                  <a:pt x="2148" y="494"/>
                  <a:pt x="1655" y="0"/>
                  <a:pt x="1062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1" name="Google Shape;421;p6"/>
          <p:cNvSpPr/>
          <p:nvPr/>
        </p:nvSpPr>
        <p:spPr>
          <a:xfrm rot="-5400000">
            <a:off x="512049" y="720205"/>
            <a:ext cx="26320" cy="28733"/>
          </a:xfrm>
          <a:custGeom>
            <a:avLst/>
            <a:gdLst/>
            <a:ahLst/>
            <a:cxnLst/>
            <a:rect l="l" t="t" r="r" b="b"/>
            <a:pathLst>
              <a:path w="2149" h="2346" extrusionOk="0">
                <a:moveTo>
                  <a:pt x="1087" y="0"/>
                </a:moveTo>
                <a:cubicBezTo>
                  <a:pt x="494" y="0"/>
                  <a:pt x="1" y="494"/>
                  <a:pt x="1" y="1087"/>
                </a:cubicBezTo>
                <a:cubicBezTo>
                  <a:pt x="1" y="1111"/>
                  <a:pt x="25" y="1136"/>
                  <a:pt x="25" y="1161"/>
                </a:cubicBezTo>
                <a:cubicBezTo>
                  <a:pt x="25" y="1210"/>
                  <a:pt x="1" y="1235"/>
                  <a:pt x="1" y="1259"/>
                </a:cubicBezTo>
                <a:cubicBezTo>
                  <a:pt x="1" y="1852"/>
                  <a:pt x="494" y="2346"/>
                  <a:pt x="1087" y="2346"/>
                </a:cubicBezTo>
                <a:cubicBezTo>
                  <a:pt x="1679" y="2346"/>
                  <a:pt x="2148" y="1852"/>
                  <a:pt x="2148" y="1259"/>
                </a:cubicBezTo>
                <a:cubicBezTo>
                  <a:pt x="2148" y="1235"/>
                  <a:pt x="2148" y="1210"/>
                  <a:pt x="2148" y="1161"/>
                </a:cubicBezTo>
                <a:cubicBezTo>
                  <a:pt x="2148" y="1136"/>
                  <a:pt x="2148" y="1111"/>
                  <a:pt x="2148" y="1087"/>
                </a:cubicBezTo>
                <a:cubicBezTo>
                  <a:pt x="2148" y="494"/>
                  <a:pt x="1679" y="0"/>
                  <a:pt x="1087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2" name="Google Shape;422;p6"/>
          <p:cNvSpPr/>
          <p:nvPr/>
        </p:nvSpPr>
        <p:spPr>
          <a:xfrm rot="-5400000">
            <a:off x="512049" y="604393"/>
            <a:ext cx="26320" cy="28733"/>
          </a:xfrm>
          <a:custGeom>
            <a:avLst/>
            <a:gdLst/>
            <a:ahLst/>
            <a:cxnLst/>
            <a:rect l="l" t="t" r="r" b="b"/>
            <a:pathLst>
              <a:path w="2149" h="2346" extrusionOk="0">
                <a:moveTo>
                  <a:pt x="1087" y="0"/>
                </a:moveTo>
                <a:cubicBezTo>
                  <a:pt x="470" y="0"/>
                  <a:pt x="0" y="494"/>
                  <a:pt x="0" y="1087"/>
                </a:cubicBezTo>
                <a:cubicBezTo>
                  <a:pt x="0" y="1111"/>
                  <a:pt x="0" y="1136"/>
                  <a:pt x="0" y="1161"/>
                </a:cubicBezTo>
                <a:cubicBezTo>
                  <a:pt x="0" y="1210"/>
                  <a:pt x="0" y="1235"/>
                  <a:pt x="0" y="1259"/>
                </a:cubicBezTo>
                <a:cubicBezTo>
                  <a:pt x="0" y="1852"/>
                  <a:pt x="470" y="2346"/>
                  <a:pt x="1087" y="2346"/>
                </a:cubicBezTo>
                <a:cubicBezTo>
                  <a:pt x="1679" y="2346"/>
                  <a:pt x="2148" y="1852"/>
                  <a:pt x="2148" y="1259"/>
                </a:cubicBezTo>
                <a:cubicBezTo>
                  <a:pt x="2148" y="1235"/>
                  <a:pt x="2148" y="1210"/>
                  <a:pt x="2148" y="1161"/>
                </a:cubicBezTo>
                <a:cubicBezTo>
                  <a:pt x="2148" y="1136"/>
                  <a:pt x="2148" y="1111"/>
                  <a:pt x="2148" y="1087"/>
                </a:cubicBezTo>
                <a:cubicBezTo>
                  <a:pt x="2148" y="494"/>
                  <a:pt x="1679" y="0"/>
                  <a:pt x="1087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3" name="Google Shape;423;p6"/>
          <p:cNvSpPr/>
          <p:nvPr/>
        </p:nvSpPr>
        <p:spPr>
          <a:xfrm rot="-5400000">
            <a:off x="512196" y="-90016"/>
            <a:ext cx="26026" cy="28733"/>
          </a:xfrm>
          <a:custGeom>
            <a:avLst/>
            <a:gdLst/>
            <a:ahLst/>
            <a:cxnLst/>
            <a:rect l="l" t="t" r="r" b="b"/>
            <a:pathLst>
              <a:path w="2125" h="2346" extrusionOk="0">
                <a:moveTo>
                  <a:pt x="1063" y="0"/>
                </a:moveTo>
                <a:cubicBezTo>
                  <a:pt x="470" y="0"/>
                  <a:pt x="1" y="494"/>
                  <a:pt x="1" y="1087"/>
                </a:cubicBezTo>
                <a:cubicBezTo>
                  <a:pt x="1" y="1111"/>
                  <a:pt x="1" y="1136"/>
                  <a:pt x="1" y="1161"/>
                </a:cubicBezTo>
                <a:cubicBezTo>
                  <a:pt x="1" y="1210"/>
                  <a:pt x="1" y="1235"/>
                  <a:pt x="1" y="1259"/>
                </a:cubicBezTo>
                <a:cubicBezTo>
                  <a:pt x="1" y="1852"/>
                  <a:pt x="470" y="2346"/>
                  <a:pt x="1063" y="2346"/>
                </a:cubicBezTo>
                <a:cubicBezTo>
                  <a:pt x="1655" y="2346"/>
                  <a:pt x="2124" y="1852"/>
                  <a:pt x="2124" y="1259"/>
                </a:cubicBezTo>
                <a:cubicBezTo>
                  <a:pt x="2124" y="1235"/>
                  <a:pt x="2124" y="1210"/>
                  <a:pt x="2124" y="1161"/>
                </a:cubicBezTo>
                <a:cubicBezTo>
                  <a:pt x="2124" y="1136"/>
                  <a:pt x="2124" y="1111"/>
                  <a:pt x="2124" y="1087"/>
                </a:cubicBezTo>
                <a:cubicBezTo>
                  <a:pt x="2124" y="494"/>
                  <a:pt x="1655" y="0"/>
                  <a:pt x="1063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4" name="Google Shape;424;p6"/>
          <p:cNvSpPr/>
          <p:nvPr/>
        </p:nvSpPr>
        <p:spPr>
          <a:xfrm rot="-5400000">
            <a:off x="512049" y="25637"/>
            <a:ext cx="26320" cy="28733"/>
          </a:xfrm>
          <a:custGeom>
            <a:avLst/>
            <a:gdLst/>
            <a:ahLst/>
            <a:cxnLst/>
            <a:rect l="l" t="t" r="r" b="b"/>
            <a:pathLst>
              <a:path w="2149" h="2346" extrusionOk="0">
                <a:moveTo>
                  <a:pt x="1062" y="0"/>
                </a:moveTo>
                <a:cubicBezTo>
                  <a:pt x="469" y="0"/>
                  <a:pt x="0" y="494"/>
                  <a:pt x="0" y="1087"/>
                </a:cubicBezTo>
                <a:cubicBezTo>
                  <a:pt x="0" y="1111"/>
                  <a:pt x="0" y="1136"/>
                  <a:pt x="0" y="1161"/>
                </a:cubicBezTo>
                <a:cubicBezTo>
                  <a:pt x="0" y="1210"/>
                  <a:pt x="0" y="1235"/>
                  <a:pt x="0" y="1259"/>
                </a:cubicBezTo>
                <a:cubicBezTo>
                  <a:pt x="0" y="1852"/>
                  <a:pt x="469" y="2346"/>
                  <a:pt x="1062" y="2346"/>
                </a:cubicBezTo>
                <a:cubicBezTo>
                  <a:pt x="1654" y="2346"/>
                  <a:pt x="2148" y="1852"/>
                  <a:pt x="2148" y="1259"/>
                </a:cubicBezTo>
                <a:cubicBezTo>
                  <a:pt x="2148" y="1235"/>
                  <a:pt x="2123" y="1210"/>
                  <a:pt x="2123" y="1161"/>
                </a:cubicBezTo>
                <a:cubicBezTo>
                  <a:pt x="2123" y="1136"/>
                  <a:pt x="2148" y="1111"/>
                  <a:pt x="2148" y="1087"/>
                </a:cubicBezTo>
                <a:cubicBezTo>
                  <a:pt x="2148" y="494"/>
                  <a:pt x="1654" y="0"/>
                  <a:pt x="1062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5" name="Google Shape;425;p6"/>
          <p:cNvSpPr/>
          <p:nvPr/>
        </p:nvSpPr>
        <p:spPr>
          <a:xfrm rot="-5400000">
            <a:off x="512049" y="141449"/>
            <a:ext cx="26320" cy="28733"/>
          </a:xfrm>
          <a:custGeom>
            <a:avLst/>
            <a:gdLst/>
            <a:ahLst/>
            <a:cxnLst/>
            <a:rect l="l" t="t" r="r" b="b"/>
            <a:pathLst>
              <a:path w="2149" h="2346" extrusionOk="0">
                <a:moveTo>
                  <a:pt x="1087" y="0"/>
                </a:moveTo>
                <a:cubicBezTo>
                  <a:pt x="469" y="0"/>
                  <a:pt x="0" y="494"/>
                  <a:pt x="0" y="1087"/>
                </a:cubicBezTo>
                <a:cubicBezTo>
                  <a:pt x="0" y="1111"/>
                  <a:pt x="0" y="1136"/>
                  <a:pt x="0" y="1161"/>
                </a:cubicBezTo>
                <a:cubicBezTo>
                  <a:pt x="0" y="1210"/>
                  <a:pt x="0" y="1235"/>
                  <a:pt x="0" y="1259"/>
                </a:cubicBezTo>
                <a:cubicBezTo>
                  <a:pt x="0" y="1852"/>
                  <a:pt x="469" y="2346"/>
                  <a:pt x="1087" y="2346"/>
                </a:cubicBezTo>
                <a:cubicBezTo>
                  <a:pt x="1679" y="2346"/>
                  <a:pt x="2148" y="1852"/>
                  <a:pt x="2148" y="1259"/>
                </a:cubicBezTo>
                <a:cubicBezTo>
                  <a:pt x="2148" y="1235"/>
                  <a:pt x="2148" y="1210"/>
                  <a:pt x="2148" y="1161"/>
                </a:cubicBezTo>
                <a:cubicBezTo>
                  <a:pt x="2148" y="1136"/>
                  <a:pt x="2148" y="1111"/>
                  <a:pt x="2148" y="1087"/>
                </a:cubicBezTo>
                <a:cubicBezTo>
                  <a:pt x="2148" y="494"/>
                  <a:pt x="1679" y="0"/>
                  <a:pt x="1087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6" name="Google Shape;426;p6"/>
          <p:cNvSpPr/>
          <p:nvPr/>
        </p:nvSpPr>
        <p:spPr>
          <a:xfrm rot="-5400000">
            <a:off x="512049" y="257262"/>
            <a:ext cx="26320" cy="28733"/>
          </a:xfrm>
          <a:custGeom>
            <a:avLst/>
            <a:gdLst/>
            <a:ahLst/>
            <a:cxnLst/>
            <a:rect l="l" t="t" r="r" b="b"/>
            <a:pathLst>
              <a:path w="2149" h="2346" extrusionOk="0">
                <a:moveTo>
                  <a:pt x="1087" y="0"/>
                </a:moveTo>
                <a:cubicBezTo>
                  <a:pt x="494" y="0"/>
                  <a:pt x="0" y="494"/>
                  <a:pt x="0" y="1087"/>
                </a:cubicBezTo>
                <a:cubicBezTo>
                  <a:pt x="0" y="1111"/>
                  <a:pt x="25" y="1136"/>
                  <a:pt x="25" y="1161"/>
                </a:cubicBezTo>
                <a:cubicBezTo>
                  <a:pt x="25" y="1210"/>
                  <a:pt x="0" y="1235"/>
                  <a:pt x="0" y="1259"/>
                </a:cubicBezTo>
                <a:cubicBezTo>
                  <a:pt x="0" y="1852"/>
                  <a:pt x="494" y="2346"/>
                  <a:pt x="1087" y="2346"/>
                </a:cubicBezTo>
                <a:cubicBezTo>
                  <a:pt x="1679" y="2346"/>
                  <a:pt x="2148" y="1852"/>
                  <a:pt x="2148" y="1259"/>
                </a:cubicBezTo>
                <a:cubicBezTo>
                  <a:pt x="2148" y="1235"/>
                  <a:pt x="2148" y="1210"/>
                  <a:pt x="2148" y="1161"/>
                </a:cubicBezTo>
                <a:cubicBezTo>
                  <a:pt x="2148" y="1136"/>
                  <a:pt x="2148" y="1111"/>
                  <a:pt x="2148" y="1087"/>
                </a:cubicBezTo>
                <a:cubicBezTo>
                  <a:pt x="2148" y="494"/>
                  <a:pt x="1679" y="0"/>
                  <a:pt x="1087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7" name="Google Shape;427;p6"/>
          <p:cNvSpPr/>
          <p:nvPr/>
        </p:nvSpPr>
        <p:spPr>
          <a:xfrm rot="-5400000">
            <a:off x="512049" y="372768"/>
            <a:ext cx="26320" cy="28733"/>
          </a:xfrm>
          <a:custGeom>
            <a:avLst/>
            <a:gdLst/>
            <a:ahLst/>
            <a:cxnLst/>
            <a:rect l="l" t="t" r="r" b="b"/>
            <a:pathLst>
              <a:path w="2149" h="2346" extrusionOk="0">
                <a:moveTo>
                  <a:pt x="1062" y="0"/>
                </a:moveTo>
                <a:cubicBezTo>
                  <a:pt x="469" y="0"/>
                  <a:pt x="0" y="494"/>
                  <a:pt x="0" y="1087"/>
                </a:cubicBezTo>
                <a:cubicBezTo>
                  <a:pt x="0" y="1111"/>
                  <a:pt x="0" y="1136"/>
                  <a:pt x="0" y="1161"/>
                </a:cubicBezTo>
                <a:cubicBezTo>
                  <a:pt x="0" y="1210"/>
                  <a:pt x="0" y="1235"/>
                  <a:pt x="0" y="1259"/>
                </a:cubicBezTo>
                <a:cubicBezTo>
                  <a:pt x="0" y="1852"/>
                  <a:pt x="469" y="2346"/>
                  <a:pt x="1062" y="2346"/>
                </a:cubicBezTo>
                <a:cubicBezTo>
                  <a:pt x="1654" y="2346"/>
                  <a:pt x="2123" y="1852"/>
                  <a:pt x="2123" y="1259"/>
                </a:cubicBezTo>
                <a:cubicBezTo>
                  <a:pt x="2123" y="1235"/>
                  <a:pt x="2123" y="1210"/>
                  <a:pt x="2123" y="1161"/>
                </a:cubicBezTo>
                <a:cubicBezTo>
                  <a:pt x="2123" y="1136"/>
                  <a:pt x="2123" y="1111"/>
                  <a:pt x="2123" y="1087"/>
                </a:cubicBezTo>
                <a:cubicBezTo>
                  <a:pt x="2148" y="494"/>
                  <a:pt x="1654" y="0"/>
                  <a:pt x="1062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8" name="Google Shape;428;p6"/>
          <p:cNvSpPr/>
          <p:nvPr/>
        </p:nvSpPr>
        <p:spPr>
          <a:xfrm rot="-5400000">
            <a:off x="512049" y="488580"/>
            <a:ext cx="26320" cy="28733"/>
          </a:xfrm>
          <a:custGeom>
            <a:avLst/>
            <a:gdLst/>
            <a:ahLst/>
            <a:cxnLst/>
            <a:rect l="l" t="t" r="r" b="b"/>
            <a:pathLst>
              <a:path w="2149" h="2346" extrusionOk="0">
                <a:moveTo>
                  <a:pt x="1062" y="0"/>
                </a:moveTo>
                <a:cubicBezTo>
                  <a:pt x="469" y="0"/>
                  <a:pt x="0" y="494"/>
                  <a:pt x="0" y="1087"/>
                </a:cubicBezTo>
                <a:cubicBezTo>
                  <a:pt x="0" y="1111"/>
                  <a:pt x="0" y="1136"/>
                  <a:pt x="0" y="1161"/>
                </a:cubicBezTo>
                <a:cubicBezTo>
                  <a:pt x="0" y="1210"/>
                  <a:pt x="0" y="1235"/>
                  <a:pt x="0" y="1259"/>
                </a:cubicBezTo>
                <a:cubicBezTo>
                  <a:pt x="0" y="1852"/>
                  <a:pt x="469" y="2346"/>
                  <a:pt x="1062" y="2346"/>
                </a:cubicBezTo>
                <a:cubicBezTo>
                  <a:pt x="1654" y="2346"/>
                  <a:pt x="2148" y="1852"/>
                  <a:pt x="2148" y="1259"/>
                </a:cubicBezTo>
                <a:cubicBezTo>
                  <a:pt x="2148" y="1235"/>
                  <a:pt x="2124" y="1210"/>
                  <a:pt x="2124" y="1161"/>
                </a:cubicBezTo>
                <a:cubicBezTo>
                  <a:pt x="2124" y="1136"/>
                  <a:pt x="2148" y="1111"/>
                  <a:pt x="2148" y="1087"/>
                </a:cubicBezTo>
                <a:cubicBezTo>
                  <a:pt x="2148" y="494"/>
                  <a:pt x="1654" y="0"/>
                  <a:pt x="1062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9" name="Google Shape;429;p6"/>
          <p:cNvSpPr/>
          <p:nvPr/>
        </p:nvSpPr>
        <p:spPr>
          <a:xfrm rot="-5400000">
            <a:off x="390033" y="-88810"/>
            <a:ext cx="26026" cy="26320"/>
          </a:xfrm>
          <a:custGeom>
            <a:avLst/>
            <a:gdLst/>
            <a:ahLst/>
            <a:cxnLst/>
            <a:rect l="l" t="t" r="r" b="b"/>
            <a:pathLst>
              <a:path w="2125" h="2149" extrusionOk="0">
                <a:moveTo>
                  <a:pt x="1063" y="1"/>
                </a:moveTo>
                <a:cubicBezTo>
                  <a:pt x="470" y="1"/>
                  <a:pt x="1" y="495"/>
                  <a:pt x="1" y="1087"/>
                </a:cubicBezTo>
                <a:cubicBezTo>
                  <a:pt x="1" y="1680"/>
                  <a:pt x="470" y="2149"/>
                  <a:pt x="1063" y="2149"/>
                </a:cubicBezTo>
                <a:cubicBezTo>
                  <a:pt x="1655" y="2149"/>
                  <a:pt x="2124" y="1680"/>
                  <a:pt x="2124" y="1087"/>
                </a:cubicBezTo>
                <a:cubicBezTo>
                  <a:pt x="2124" y="495"/>
                  <a:pt x="1655" y="1"/>
                  <a:pt x="1063" y="1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0" name="Google Shape;430;p6"/>
          <p:cNvSpPr/>
          <p:nvPr/>
        </p:nvSpPr>
        <p:spPr>
          <a:xfrm rot="-5400000">
            <a:off x="389886" y="142656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87" y="1"/>
                </a:moveTo>
                <a:cubicBezTo>
                  <a:pt x="469" y="1"/>
                  <a:pt x="0" y="495"/>
                  <a:pt x="0" y="1087"/>
                </a:cubicBezTo>
                <a:cubicBezTo>
                  <a:pt x="0" y="1680"/>
                  <a:pt x="469" y="2149"/>
                  <a:pt x="1087" y="2149"/>
                </a:cubicBezTo>
                <a:cubicBezTo>
                  <a:pt x="1679" y="2149"/>
                  <a:pt x="2148" y="1680"/>
                  <a:pt x="2148" y="1087"/>
                </a:cubicBezTo>
                <a:cubicBezTo>
                  <a:pt x="2148" y="495"/>
                  <a:pt x="1679" y="1"/>
                  <a:pt x="1087" y="1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1" name="Google Shape;431;p6"/>
          <p:cNvSpPr/>
          <p:nvPr/>
        </p:nvSpPr>
        <p:spPr>
          <a:xfrm rot="-5400000">
            <a:off x="389886" y="373974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62" y="1"/>
                </a:moveTo>
                <a:cubicBezTo>
                  <a:pt x="469" y="1"/>
                  <a:pt x="0" y="495"/>
                  <a:pt x="0" y="1087"/>
                </a:cubicBezTo>
                <a:cubicBezTo>
                  <a:pt x="0" y="1680"/>
                  <a:pt x="469" y="2149"/>
                  <a:pt x="1062" y="2149"/>
                </a:cubicBezTo>
                <a:cubicBezTo>
                  <a:pt x="1654" y="2149"/>
                  <a:pt x="2148" y="1680"/>
                  <a:pt x="2148" y="1087"/>
                </a:cubicBezTo>
                <a:cubicBezTo>
                  <a:pt x="2148" y="495"/>
                  <a:pt x="1654" y="1"/>
                  <a:pt x="1062" y="1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2" name="Google Shape;432;p6"/>
          <p:cNvSpPr/>
          <p:nvPr/>
        </p:nvSpPr>
        <p:spPr>
          <a:xfrm rot="-5400000">
            <a:off x="269089" y="-88810"/>
            <a:ext cx="26026" cy="26320"/>
          </a:xfrm>
          <a:custGeom>
            <a:avLst/>
            <a:gdLst/>
            <a:ahLst/>
            <a:cxnLst/>
            <a:rect l="l" t="t" r="r" b="b"/>
            <a:pathLst>
              <a:path w="2125" h="2149" extrusionOk="0">
                <a:moveTo>
                  <a:pt x="1063" y="0"/>
                </a:moveTo>
                <a:cubicBezTo>
                  <a:pt x="470" y="0"/>
                  <a:pt x="1" y="469"/>
                  <a:pt x="1" y="1087"/>
                </a:cubicBezTo>
                <a:cubicBezTo>
                  <a:pt x="1" y="1679"/>
                  <a:pt x="470" y="2148"/>
                  <a:pt x="1063" y="2148"/>
                </a:cubicBezTo>
                <a:cubicBezTo>
                  <a:pt x="1655" y="2148"/>
                  <a:pt x="2124" y="1679"/>
                  <a:pt x="2124" y="1087"/>
                </a:cubicBezTo>
                <a:cubicBezTo>
                  <a:pt x="2124" y="469"/>
                  <a:pt x="1655" y="0"/>
                  <a:pt x="1063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3" name="Google Shape;433;p6"/>
          <p:cNvSpPr/>
          <p:nvPr/>
        </p:nvSpPr>
        <p:spPr>
          <a:xfrm rot="-5400000">
            <a:off x="268942" y="26843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62" y="0"/>
                </a:moveTo>
                <a:cubicBezTo>
                  <a:pt x="469" y="0"/>
                  <a:pt x="0" y="469"/>
                  <a:pt x="0" y="1087"/>
                </a:cubicBezTo>
                <a:cubicBezTo>
                  <a:pt x="0" y="1679"/>
                  <a:pt x="469" y="2148"/>
                  <a:pt x="1062" y="2148"/>
                </a:cubicBezTo>
                <a:cubicBezTo>
                  <a:pt x="1654" y="2148"/>
                  <a:pt x="2148" y="1679"/>
                  <a:pt x="2148" y="1087"/>
                </a:cubicBezTo>
                <a:cubicBezTo>
                  <a:pt x="2148" y="469"/>
                  <a:pt x="1654" y="0"/>
                  <a:pt x="1062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4" name="Google Shape;434;p6"/>
          <p:cNvSpPr/>
          <p:nvPr/>
        </p:nvSpPr>
        <p:spPr>
          <a:xfrm rot="-5400000">
            <a:off x="268942" y="142656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87" y="0"/>
                </a:moveTo>
                <a:cubicBezTo>
                  <a:pt x="469" y="0"/>
                  <a:pt x="0" y="469"/>
                  <a:pt x="0" y="1087"/>
                </a:cubicBezTo>
                <a:cubicBezTo>
                  <a:pt x="0" y="1679"/>
                  <a:pt x="469" y="2148"/>
                  <a:pt x="1087" y="2148"/>
                </a:cubicBezTo>
                <a:cubicBezTo>
                  <a:pt x="1679" y="2148"/>
                  <a:pt x="2148" y="1679"/>
                  <a:pt x="2148" y="1087"/>
                </a:cubicBezTo>
                <a:cubicBezTo>
                  <a:pt x="2148" y="469"/>
                  <a:pt x="1679" y="0"/>
                  <a:pt x="1087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5" name="Google Shape;435;p6"/>
          <p:cNvSpPr/>
          <p:nvPr/>
        </p:nvSpPr>
        <p:spPr>
          <a:xfrm rot="-5400000">
            <a:off x="268942" y="258468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87" y="0"/>
                </a:moveTo>
                <a:cubicBezTo>
                  <a:pt x="494" y="0"/>
                  <a:pt x="0" y="469"/>
                  <a:pt x="0" y="1087"/>
                </a:cubicBezTo>
                <a:cubicBezTo>
                  <a:pt x="0" y="1679"/>
                  <a:pt x="494" y="2148"/>
                  <a:pt x="1087" y="2148"/>
                </a:cubicBezTo>
                <a:cubicBezTo>
                  <a:pt x="1679" y="2148"/>
                  <a:pt x="2148" y="1679"/>
                  <a:pt x="2148" y="1087"/>
                </a:cubicBezTo>
                <a:cubicBezTo>
                  <a:pt x="2148" y="469"/>
                  <a:pt x="1679" y="0"/>
                  <a:pt x="1087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6" name="Google Shape;436;p6"/>
          <p:cNvSpPr/>
          <p:nvPr/>
        </p:nvSpPr>
        <p:spPr>
          <a:xfrm rot="-5400000">
            <a:off x="268942" y="373974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62" y="0"/>
                </a:moveTo>
                <a:cubicBezTo>
                  <a:pt x="469" y="0"/>
                  <a:pt x="0" y="469"/>
                  <a:pt x="0" y="1087"/>
                </a:cubicBezTo>
                <a:cubicBezTo>
                  <a:pt x="0" y="1679"/>
                  <a:pt x="469" y="2148"/>
                  <a:pt x="1062" y="2148"/>
                </a:cubicBezTo>
                <a:cubicBezTo>
                  <a:pt x="1654" y="2148"/>
                  <a:pt x="2123" y="1679"/>
                  <a:pt x="2123" y="1087"/>
                </a:cubicBezTo>
                <a:cubicBezTo>
                  <a:pt x="2148" y="469"/>
                  <a:pt x="1654" y="0"/>
                  <a:pt x="1062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7" name="Google Shape;437;p6"/>
          <p:cNvSpPr/>
          <p:nvPr/>
        </p:nvSpPr>
        <p:spPr>
          <a:xfrm rot="-5400000">
            <a:off x="268942" y="489787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62" y="0"/>
                </a:moveTo>
                <a:cubicBezTo>
                  <a:pt x="469" y="0"/>
                  <a:pt x="0" y="469"/>
                  <a:pt x="0" y="1087"/>
                </a:cubicBezTo>
                <a:cubicBezTo>
                  <a:pt x="0" y="1679"/>
                  <a:pt x="469" y="2148"/>
                  <a:pt x="1062" y="2148"/>
                </a:cubicBezTo>
                <a:cubicBezTo>
                  <a:pt x="1654" y="2148"/>
                  <a:pt x="2148" y="1679"/>
                  <a:pt x="2148" y="1087"/>
                </a:cubicBezTo>
                <a:cubicBezTo>
                  <a:pt x="2148" y="469"/>
                  <a:pt x="1654" y="0"/>
                  <a:pt x="1062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8" name="Google Shape;438;p6"/>
          <p:cNvSpPr/>
          <p:nvPr/>
        </p:nvSpPr>
        <p:spPr>
          <a:xfrm rot="-5400000">
            <a:off x="148133" y="-88810"/>
            <a:ext cx="26026" cy="26320"/>
          </a:xfrm>
          <a:custGeom>
            <a:avLst/>
            <a:gdLst/>
            <a:ahLst/>
            <a:cxnLst/>
            <a:rect l="l" t="t" r="r" b="b"/>
            <a:pathLst>
              <a:path w="2125" h="2149" extrusionOk="0">
                <a:moveTo>
                  <a:pt x="1063" y="1"/>
                </a:moveTo>
                <a:cubicBezTo>
                  <a:pt x="470" y="1"/>
                  <a:pt x="1" y="470"/>
                  <a:pt x="1" y="1062"/>
                </a:cubicBezTo>
                <a:cubicBezTo>
                  <a:pt x="1" y="1655"/>
                  <a:pt x="470" y="2149"/>
                  <a:pt x="1063" y="2149"/>
                </a:cubicBezTo>
                <a:cubicBezTo>
                  <a:pt x="1655" y="2149"/>
                  <a:pt x="2124" y="1655"/>
                  <a:pt x="2124" y="1062"/>
                </a:cubicBezTo>
                <a:cubicBezTo>
                  <a:pt x="2124" y="470"/>
                  <a:pt x="1655" y="1"/>
                  <a:pt x="1063" y="1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9" name="Google Shape;439;p6"/>
          <p:cNvSpPr/>
          <p:nvPr/>
        </p:nvSpPr>
        <p:spPr>
          <a:xfrm rot="-5400000">
            <a:off x="146779" y="142735"/>
            <a:ext cx="28733" cy="26173"/>
          </a:xfrm>
          <a:custGeom>
            <a:avLst/>
            <a:gdLst/>
            <a:ahLst/>
            <a:cxnLst/>
            <a:rect l="l" t="t" r="r" b="b"/>
            <a:pathLst>
              <a:path w="2346" h="2137" extrusionOk="0">
                <a:moveTo>
                  <a:pt x="1173" y="1"/>
                </a:moveTo>
                <a:cubicBezTo>
                  <a:pt x="902" y="1"/>
                  <a:pt x="630" y="106"/>
                  <a:pt x="420" y="316"/>
                </a:cubicBezTo>
                <a:cubicBezTo>
                  <a:pt x="0" y="735"/>
                  <a:pt x="0" y="1402"/>
                  <a:pt x="420" y="1822"/>
                </a:cubicBezTo>
                <a:cubicBezTo>
                  <a:pt x="630" y="2031"/>
                  <a:pt x="902" y="2136"/>
                  <a:pt x="1173" y="2136"/>
                </a:cubicBezTo>
                <a:cubicBezTo>
                  <a:pt x="1445" y="2136"/>
                  <a:pt x="1716" y="2031"/>
                  <a:pt x="1926" y="1822"/>
                </a:cubicBezTo>
                <a:cubicBezTo>
                  <a:pt x="2346" y="1402"/>
                  <a:pt x="2346" y="735"/>
                  <a:pt x="1926" y="316"/>
                </a:cubicBezTo>
                <a:cubicBezTo>
                  <a:pt x="1716" y="106"/>
                  <a:pt x="1445" y="1"/>
                  <a:pt x="1173" y="1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0" name="Google Shape;440;p6"/>
          <p:cNvSpPr/>
          <p:nvPr/>
        </p:nvSpPr>
        <p:spPr>
          <a:xfrm rot="-5400000">
            <a:off x="148139" y="374127"/>
            <a:ext cx="26014" cy="26320"/>
          </a:xfrm>
          <a:custGeom>
            <a:avLst/>
            <a:gdLst/>
            <a:ahLst/>
            <a:cxnLst/>
            <a:rect l="l" t="t" r="r" b="b"/>
            <a:pathLst>
              <a:path w="2124" h="2149" extrusionOk="0">
                <a:moveTo>
                  <a:pt x="1062" y="1"/>
                </a:moveTo>
                <a:cubicBezTo>
                  <a:pt x="469" y="1"/>
                  <a:pt x="0" y="470"/>
                  <a:pt x="0" y="1062"/>
                </a:cubicBezTo>
                <a:cubicBezTo>
                  <a:pt x="0" y="1655"/>
                  <a:pt x="469" y="2149"/>
                  <a:pt x="1062" y="2149"/>
                </a:cubicBezTo>
                <a:cubicBezTo>
                  <a:pt x="1654" y="2149"/>
                  <a:pt x="2123" y="1655"/>
                  <a:pt x="2123" y="1062"/>
                </a:cubicBezTo>
                <a:cubicBezTo>
                  <a:pt x="2123" y="470"/>
                  <a:pt x="1654" y="1"/>
                  <a:pt x="1062" y="1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1" name="Google Shape;441;p6"/>
          <p:cNvSpPr/>
          <p:nvPr/>
        </p:nvSpPr>
        <p:spPr>
          <a:xfrm rot="-5400000">
            <a:off x="27189" y="-88810"/>
            <a:ext cx="26026" cy="26320"/>
          </a:xfrm>
          <a:custGeom>
            <a:avLst/>
            <a:gdLst/>
            <a:ahLst/>
            <a:cxnLst/>
            <a:rect l="l" t="t" r="r" b="b"/>
            <a:pathLst>
              <a:path w="2125" h="2149" extrusionOk="0">
                <a:moveTo>
                  <a:pt x="1063" y="0"/>
                </a:moveTo>
                <a:cubicBezTo>
                  <a:pt x="470" y="0"/>
                  <a:pt x="1" y="469"/>
                  <a:pt x="1" y="1062"/>
                </a:cubicBezTo>
                <a:cubicBezTo>
                  <a:pt x="1" y="1654"/>
                  <a:pt x="470" y="2148"/>
                  <a:pt x="1063" y="2148"/>
                </a:cubicBezTo>
                <a:cubicBezTo>
                  <a:pt x="1655" y="2148"/>
                  <a:pt x="2124" y="1654"/>
                  <a:pt x="2124" y="1062"/>
                </a:cubicBezTo>
                <a:cubicBezTo>
                  <a:pt x="2124" y="469"/>
                  <a:pt x="1655" y="0"/>
                  <a:pt x="1063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2" name="Google Shape;442;p6"/>
          <p:cNvSpPr/>
          <p:nvPr/>
        </p:nvSpPr>
        <p:spPr>
          <a:xfrm rot="-5400000">
            <a:off x="27042" y="26843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62" y="0"/>
                </a:moveTo>
                <a:cubicBezTo>
                  <a:pt x="469" y="0"/>
                  <a:pt x="0" y="469"/>
                  <a:pt x="0" y="1062"/>
                </a:cubicBezTo>
                <a:cubicBezTo>
                  <a:pt x="0" y="1654"/>
                  <a:pt x="469" y="2148"/>
                  <a:pt x="1062" y="2148"/>
                </a:cubicBezTo>
                <a:cubicBezTo>
                  <a:pt x="1654" y="2148"/>
                  <a:pt x="2148" y="1654"/>
                  <a:pt x="2148" y="1062"/>
                </a:cubicBezTo>
                <a:cubicBezTo>
                  <a:pt x="2148" y="469"/>
                  <a:pt x="1654" y="0"/>
                  <a:pt x="1062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3" name="Google Shape;443;p6"/>
          <p:cNvSpPr/>
          <p:nvPr/>
        </p:nvSpPr>
        <p:spPr>
          <a:xfrm rot="-5400000">
            <a:off x="27042" y="142656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62" y="0"/>
                </a:moveTo>
                <a:cubicBezTo>
                  <a:pt x="469" y="0"/>
                  <a:pt x="0" y="469"/>
                  <a:pt x="0" y="1062"/>
                </a:cubicBezTo>
                <a:cubicBezTo>
                  <a:pt x="0" y="1654"/>
                  <a:pt x="469" y="2148"/>
                  <a:pt x="1062" y="2148"/>
                </a:cubicBezTo>
                <a:cubicBezTo>
                  <a:pt x="1679" y="2148"/>
                  <a:pt x="2148" y="1654"/>
                  <a:pt x="2148" y="1062"/>
                </a:cubicBezTo>
                <a:cubicBezTo>
                  <a:pt x="2148" y="469"/>
                  <a:pt x="1679" y="0"/>
                  <a:pt x="1062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4" name="Google Shape;444;p6"/>
          <p:cNvSpPr/>
          <p:nvPr/>
        </p:nvSpPr>
        <p:spPr>
          <a:xfrm rot="-5400000">
            <a:off x="27042" y="258468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87" y="0"/>
                </a:moveTo>
                <a:cubicBezTo>
                  <a:pt x="494" y="0"/>
                  <a:pt x="0" y="469"/>
                  <a:pt x="0" y="1062"/>
                </a:cubicBezTo>
                <a:cubicBezTo>
                  <a:pt x="0" y="1654"/>
                  <a:pt x="494" y="2148"/>
                  <a:pt x="1087" y="2148"/>
                </a:cubicBezTo>
                <a:cubicBezTo>
                  <a:pt x="1679" y="2148"/>
                  <a:pt x="2148" y="1654"/>
                  <a:pt x="2148" y="1062"/>
                </a:cubicBezTo>
                <a:cubicBezTo>
                  <a:pt x="2148" y="469"/>
                  <a:pt x="1679" y="0"/>
                  <a:pt x="1087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5" name="Google Shape;445;p6"/>
          <p:cNvSpPr/>
          <p:nvPr/>
        </p:nvSpPr>
        <p:spPr>
          <a:xfrm rot="-5400000">
            <a:off x="27042" y="373974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62" y="0"/>
                </a:moveTo>
                <a:cubicBezTo>
                  <a:pt x="469" y="0"/>
                  <a:pt x="0" y="469"/>
                  <a:pt x="0" y="1062"/>
                </a:cubicBezTo>
                <a:cubicBezTo>
                  <a:pt x="0" y="1654"/>
                  <a:pt x="469" y="2148"/>
                  <a:pt x="1062" y="2148"/>
                </a:cubicBezTo>
                <a:cubicBezTo>
                  <a:pt x="1654" y="2148"/>
                  <a:pt x="2148" y="1654"/>
                  <a:pt x="2148" y="1062"/>
                </a:cubicBezTo>
                <a:cubicBezTo>
                  <a:pt x="2148" y="469"/>
                  <a:pt x="1654" y="0"/>
                  <a:pt x="1062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6" name="Google Shape;446;p6"/>
          <p:cNvSpPr/>
          <p:nvPr/>
        </p:nvSpPr>
        <p:spPr>
          <a:xfrm rot="-5400000">
            <a:off x="27042" y="489787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62" y="0"/>
                </a:moveTo>
                <a:cubicBezTo>
                  <a:pt x="469" y="0"/>
                  <a:pt x="0" y="469"/>
                  <a:pt x="0" y="1062"/>
                </a:cubicBezTo>
                <a:cubicBezTo>
                  <a:pt x="0" y="1654"/>
                  <a:pt x="469" y="2148"/>
                  <a:pt x="1062" y="2148"/>
                </a:cubicBezTo>
                <a:cubicBezTo>
                  <a:pt x="1654" y="2148"/>
                  <a:pt x="2148" y="1654"/>
                  <a:pt x="2148" y="1062"/>
                </a:cubicBezTo>
                <a:cubicBezTo>
                  <a:pt x="2148" y="469"/>
                  <a:pt x="1654" y="0"/>
                  <a:pt x="1062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7" name="Google Shape;447;p6"/>
          <p:cNvSpPr/>
          <p:nvPr/>
        </p:nvSpPr>
        <p:spPr>
          <a:xfrm rot="-5400000">
            <a:off x="-93768" y="-88810"/>
            <a:ext cx="26026" cy="26320"/>
          </a:xfrm>
          <a:custGeom>
            <a:avLst/>
            <a:gdLst/>
            <a:ahLst/>
            <a:cxnLst/>
            <a:rect l="l" t="t" r="r" b="b"/>
            <a:pathLst>
              <a:path w="2125" h="2149" extrusionOk="0">
                <a:moveTo>
                  <a:pt x="1063" y="1"/>
                </a:moveTo>
                <a:cubicBezTo>
                  <a:pt x="470" y="1"/>
                  <a:pt x="1" y="470"/>
                  <a:pt x="1" y="1062"/>
                </a:cubicBezTo>
                <a:cubicBezTo>
                  <a:pt x="1" y="1655"/>
                  <a:pt x="470" y="2148"/>
                  <a:pt x="1063" y="2148"/>
                </a:cubicBezTo>
                <a:cubicBezTo>
                  <a:pt x="1655" y="2148"/>
                  <a:pt x="2124" y="1655"/>
                  <a:pt x="2124" y="1062"/>
                </a:cubicBezTo>
                <a:cubicBezTo>
                  <a:pt x="2124" y="470"/>
                  <a:pt x="1655" y="1"/>
                  <a:pt x="1063" y="1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8" name="Google Shape;448;p6"/>
          <p:cNvSpPr/>
          <p:nvPr/>
        </p:nvSpPr>
        <p:spPr>
          <a:xfrm rot="-5400000">
            <a:off x="-93915" y="142656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87" y="1"/>
                </a:moveTo>
                <a:cubicBezTo>
                  <a:pt x="469" y="1"/>
                  <a:pt x="0" y="470"/>
                  <a:pt x="0" y="1062"/>
                </a:cubicBezTo>
                <a:cubicBezTo>
                  <a:pt x="0" y="1655"/>
                  <a:pt x="469" y="2148"/>
                  <a:pt x="1087" y="2148"/>
                </a:cubicBezTo>
                <a:cubicBezTo>
                  <a:pt x="1679" y="2148"/>
                  <a:pt x="2148" y="1655"/>
                  <a:pt x="2148" y="1062"/>
                </a:cubicBezTo>
                <a:cubicBezTo>
                  <a:pt x="2148" y="470"/>
                  <a:pt x="1679" y="1"/>
                  <a:pt x="1087" y="1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9" name="Google Shape;449;p6"/>
          <p:cNvSpPr/>
          <p:nvPr/>
        </p:nvSpPr>
        <p:spPr>
          <a:xfrm rot="-5400000">
            <a:off x="-93762" y="374127"/>
            <a:ext cx="26014" cy="26320"/>
          </a:xfrm>
          <a:custGeom>
            <a:avLst/>
            <a:gdLst/>
            <a:ahLst/>
            <a:cxnLst/>
            <a:rect l="l" t="t" r="r" b="b"/>
            <a:pathLst>
              <a:path w="2124" h="2149" extrusionOk="0">
                <a:moveTo>
                  <a:pt x="1062" y="1"/>
                </a:moveTo>
                <a:cubicBezTo>
                  <a:pt x="469" y="1"/>
                  <a:pt x="0" y="470"/>
                  <a:pt x="0" y="1062"/>
                </a:cubicBezTo>
                <a:cubicBezTo>
                  <a:pt x="0" y="1655"/>
                  <a:pt x="469" y="2148"/>
                  <a:pt x="1062" y="2148"/>
                </a:cubicBezTo>
                <a:cubicBezTo>
                  <a:pt x="1654" y="2148"/>
                  <a:pt x="2123" y="1655"/>
                  <a:pt x="2123" y="1062"/>
                </a:cubicBezTo>
                <a:cubicBezTo>
                  <a:pt x="2123" y="470"/>
                  <a:pt x="1654" y="1"/>
                  <a:pt x="1062" y="1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0" name="Google Shape;450;p6"/>
          <p:cNvSpPr/>
          <p:nvPr/>
        </p:nvSpPr>
        <p:spPr>
          <a:xfrm rot="-5400000">
            <a:off x="-215018" y="-88810"/>
            <a:ext cx="26026" cy="26320"/>
          </a:xfrm>
          <a:custGeom>
            <a:avLst/>
            <a:gdLst/>
            <a:ahLst/>
            <a:cxnLst/>
            <a:rect l="l" t="t" r="r" b="b"/>
            <a:pathLst>
              <a:path w="2125" h="2149" extrusionOk="0">
                <a:moveTo>
                  <a:pt x="1063" y="0"/>
                </a:moveTo>
                <a:cubicBezTo>
                  <a:pt x="470" y="0"/>
                  <a:pt x="1" y="494"/>
                  <a:pt x="1" y="1087"/>
                </a:cubicBezTo>
                <a:cubicBezTo>
                  <a:pt x="1" y="1679"/>
                  <a:pt x="470" y="2148"/>
                  <a:pt x="1063" y="2148"/>
                </a:cubicBezTo>
                <a:cubicBezTo>
                  <a:pt x="1655" y="2148"/>
                  <a:pt x="2124" y="1679"/>
                  <a:pt x="2124" y="1087"/>
                </a:cubicBezTo>
                <a:cubicBezTo>
                  <a:pt x="2124" y="494"/>
                  <a:pt x="1655" y="0"/>
                  <a:pt x="1063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1" name="Google Shape;451;p6"/>
          <p:cNvSpPr/>
          <p:nvPr/>
        </p:nvSpPr>
        <p:spPr>
          <a:xfrm rot="-5400000">
            <a:off x="-215165" y="26843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62" y="0"/>
                </a:moveTo>
                <a:cubicBezTo>
                  <a:pt x="469" y="0"/>
                  <a:pt x="0" y="494"/>
                  <a:pt x="0" y="1087"/>
                </a:cubicBezTo>
                <a:cubicBezTo>
                  <a:pt x="0" y="1679"/>
                  <a:pt x="469" y="2148"/>
                  <a:pt x="1062" y="2148"/>
                </a:cubicBezTo>
                <a:cubicBezTo>
                  <a:pt x="1654" y="2148"/>
                  <a:pt x="2148" y="1679"/>
                  <a:pt x="2148" y="1087"/>
                </a:cubicBezTo>
                <a:cubicBezTo>
                  <a:pt x="2148" y="494"/>
                  <a:pt x="1654" y="0"/>
                  <a:pt x="1062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2" name="Google Shape;452;p6"/>
          <p:cNvSpPr/>
          <p:nvPr/>
        </p:nvSpPr>
        <p:spPr>
          <a:xfrm rot="-5400000">
            <a:off x="-215165" y="142656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87" y="0"/>
                </a:moveTo>
                <a:cubicBezTo>
                  <a:pt x="469" y="0"/>
                  <a:pt x="0" y="494"/>
                  <a:pt x="0" y="1087"/>
                </a:cubicBezTo>
                <a:cubicBezTo>
                  <a:pt x="0" y="1679"/>
                  <a:pt x="469" y="2148"/>
                  <a:pt x="1087" y="2148"/>
                </a:cubicBezTo>
                <a:cubicBezTo>
                  <a:pt x="1679" y="2148"/>
                  <a:pt x="2148" y="1679"/>
                  <a:pt x="2148" y="1087"/>
                </a:cubicBezTo>
                <a:cubicBezTo>
                  <a:pt x="2148" y="494"/>
                  <a:pt x="1679" y="0"/>
                  <a:pt x="1087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3" name="Google Shape;453;p6"/>
          <p:cNvSpPr/>
          <p:nvPr/>
        </p:nvSpPr>
        <p:spPr>
          <a:xfrm rot="-5400000">
            <a:off x="-215165" y="258468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87" y="0"/>
                </a:moveTo>
                <a:cubicBezTo>
                  <a:pt x="494" y="0"/>
                  <a:pt x="0" y="494"/>
                  <a:pt x="0" y="1087"/>
                </a:cubicBezTo>
                <a:cubicBezTo>
                  <a:pt x="0" y="1679"/>
                  <a:pt x="494" y="2148"/>
                  <a:pt x="1087" y="2148"/>
                </a:cubicBezTo>
                <a:cubicBezTo>
                  <a:pt x="1679" y="2148"/>
                  <a:pt x="2148" y="1679"/>
                  <a:pt x="2148" y="1087"/>
                </a:cubicBezTo>
                <a:cubicBezTo>
                  <a:pt x="2148" y="494"/>
                  <a:pt x="1679" y="0"/>
                  <a:pt x="1087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4" name="Google Shape;454;p6"/>
          <p:cNvSpPr/>
          <p:nvPr/>
        </p:nvSpPr>
        <p:spPr>
          <a:xfrm rot="-5400000">
            <a:off x="-215165" y="373974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62" y="0"/>
                </a:moveTo>
                <a:cubicBezTo>
                  <a:pt x="469" y="0"/>
                  <a:pt x="0" y="494"/>
                  <a:pt x="0" y="1087"/>
                </a:cubicBezTo>
                <a:cubicBezTo>
                  <a:pt x="0" y="1679"/>
                  <a:pt x="469" y="2148"/>
                  <a:pt x="1062" y="2148"/>
                </a:cubicBezTo>
                <a:cubicBezTo>
                  <a:pt x="1654" y="2148"/>
                  <a:pt x="2123" y="1679"/>
                  <a:pt x="2123" y="1087"/>
                </a:cubicBezTo>
                <a:cubicBezTo>
                  <a:pt x="2148" y="494"/>
                  <a:pt x="1654" y="0"/>
                  <a:pt x="1062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5" name="Google Shape;455;p6"/>
          <p:cNvSpPr/>
          <p:nvPr/>
        </p:nvSpPr>
        <p:spPr>
          <a:xfrm rot="-5400000">
            <a:off x="-215165" y="489787"/>
            <a:ext cx="26320" cy="26320"/>
          </a:xfrm>
          <a:custGeom>
            <a:avLst/>
            <a:gdLst/>
            <a:ahLst/>
            <a:cxnLst/>
            <a:rect l="l" t="t" r="r" b="b"/>
            <a:pathLst>
              <a:path w="2149" h="2149" extrusionOk="0">
                <a:moveTo>
                  <a:pt x="1062" y="0"/>
                </a:moveTo>
                <a:cubicBezTo>
                  <a:pt x="469" y="0"/>
                  <a:pt x="0" y="494"/>
                  <a:pt x="0" y="1087"/>
                </a:cubicBezTo>
                <a:cubicBezTo>
                  <a:pt x="0" y="1679"/>
                  <a:pt x="469" y="2148"/>
                  <a:pt x="1062" y="2148"/>
                </a:cubicBezTo>
                <a:cubicBezTo>
                  <a:pt x="1654" y="2148"/>
                  <a:pt x="2148" y="1679"/>
                  <a:pt x="2148" y="1087"/>
                </a:cubicBezTo>
                <a:cubicBezTo>
                  <a:pt x="2148" y="494"/>
                  <a:pt x="1654" y="0"/>
                  <a:pt x="1062" y="0"/>
                </a:cubicBezTo>
                <a:close/>
              </a:path>
            </a:pathLst>
          </a:custGeom>
          <a:solidFill>
            <a:srgbClr val="B5F1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56" name="Google Shape;456;p6"/>
          <p:cNvGrpSpPr/>
          <p:nvPr/>
        </p:nvGrpSpPr>
        <p:grpSpPr>
          <a:xfrm>
            <a:off x="8105575" y="162299"/>
            <a:ext cx="893400" cy="885575"/>
            <a:chOff x="7775625" y="442275"/>
            <a:chExt cx="893400" cy="885575"/>
          </a:xfrm>
        </p:grpSpPr>
        <p:sp>
          <p:nvSpPr>
            <p:cNvPr id="457" name="Google Shape;457;p6"/>
            <p:cNvSpPr/>
            <p:nvPr/>
          </p:nvSpPr>
          <p:spPr>
            <a:xfrm>
              <a:off x="7920525" y="442275"/>
              <a:ext cx="748500" cy="7485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7775625" y="876950"/>
              <a:ext cx="450900" cy="450900"/>
            </a:xfrm>
            <a:prstGeom prst="ellipse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59" name="Google Shape;459;p6"/>
          <p:cNvSpPr/>
          <p:nvPr/>
        </p:nvSpPr>
        <p:spPr>
          <a:xfrm>
            <a:off x="-554754" y="4349180"/>
            <a:ext cx="1378500" cy="1378500"/>
          </a:xfrm>
          <a:prstGeom prst="donut">
            <a:avLst>
              <a:gd name="adj" fmla="val 29191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60" name="Google Shape;460;p6"/>
          <p:cNvGrpSpPr/>
          <p:nvPr/>
        </p:nvGrpSpPr>
        <p:grpSpPr>
          <a:xfrm>
            <a:off x="6116600" y="4702422"/>
            <a:ext cx="1969923" cy="402450"/>
            <a:chOff x="6116600" y="4702422"/>
            <a:chExt cx="1969923" cy="402450"/>
          </a:xfrm>
        </p:grpSpPr>
        <p:sp>
          <p:nvSpPr>
            <p:cNvPr id="461" name="Google Shape;461;p6"/>
            <p:cNvSpPr/>
            <p:nvPr/>
          </p:nvSpPr>
          <p:spPr>
            <a:xfrm rot="-5400000">
              <a:off x="6116600" y="4702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19" y="1038"/>
                  </a:cubicBezTo>
                  <a:cubicBezTo>
                    <a:pt x="816" y="1038"/>
                    <a:pt x="1038" y="815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2" name="Google Shape;462;p6"/>
            <p:cNvSpPr/>
            <p:nvPr/>
          </p:nvSpPr>
          <p:spPr>
            <a:xfrm rot="-5400000">
              <a:off x="6267200" y="4702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19" y="1038"/>
                  </a:cubicBezTo>
                  <a:cubicBezTo>
                    <a:pt x="816" y="1038"/>
                    <a:pt x="1038" y="791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3" name="Google Shape;463;p6"/>
            <p:cNvSpPr/>
            <p:nvPr/>
          </p:nvSpPr>
          <p:spPr>
            <a:xfrm rot="-5400000">
              <a:off x="6417500" y="4702122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19" y="1062"/>
                  </a:cubicBezTo>
                  <a:cubicBezTo>
                    <a:pt x="816" y="1062"/>
                    <a:pt x="1038" y="815"/>
                    <a:pt x="1038" y="519"/>
                  </a:cubicBezTo>
                  <a:cubicBezTo>
                    <a:pt x="1038" y="247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4" name="Google Shape;464;p6"/>
            <p:cNvSpPr/>
            <p:nvPr/>
          </p:nvSpPr>
          <p:spPr>
            <a:xfrm rot="-5400000">
              <a:off x="6567800" y="4702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19" y="1037"/>
                  </a:cubicBezTo>
                  <a:cubicBezTo>
                    <a:pt x="816" y="1037"/>
                    <a:pt x="1038" y="815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5" name="Google Shape;465;p6"/>
            <p:cNvSpPr/>
            <p:nvPr/>
          </p:nvSpPr>
          <p:spPr>
            <a:xfrm rot="-5400000">
              <a:off x="6718400" y="4702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19" y="1037"/>
                  </a:cubicBezTo>
                  <a:cubicBezTo>
                    <a:pt x="816" y="1037"/>
                    <a:pt x="1038" y="790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6" name="Google Shape;466;p6"/>
            <p:cNvSpPr/>
            <p:nvPr/>
          </p:nvSpPr>
          <p:spPr>
            <a:xfrm rot="-5400000">
              <a:off x="6868688" y="470211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19" y="1062"/>
                  </a:cubicBezTo>
                  <a:cubicBezTo>
                    <a:pt x="816" y="1062"/>
                    <a:pt x="1038" y="816"/>
                    <a:pt x="1038" y="519"/>
                  </a:cubicBezTo>
                  <a:cubicBezTo>
                    <a:pt x="1038" y="248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7" name="Google Shape;467;p6"/>
            <p:cNvSpPr/>
            <p:nvPr/>
          </p:nvSpPr>
          <p:spPr>
            <a:xfrm rot="-5400000">
              <a:off x="7018975" y="4702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19" y="1038"/>
                  </a:cubicBezTo>
                  <a:cubicBezTo>
                    <a:pt x="816" y="1038"/>
                    <a:pt x="1038" y="816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8" name="Google Shape;468;p6"/>
            <p:cNvSpPr/>
            <p:nvPr/>
          </p:nvSpPr>
          <p:spPr>
            <a:xfrm rot="-5400000">
              <a:off x="6116613" y="4827710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5"/>
                    <a:pt x="222" y="1038"/>
                    <a:pt x="518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9" name="Google Shape;469;p6"/>
            <p:cNvSpPr/>
            <p:nvPr/>
          </p:nvSpPr>
          <p:spPr>
            <a:xfrm rot="-5400000">
              <a:off x="6267213" y="4827710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791"/>
                    <a:pt x="222" y="1038"/>
                    <a:pt x="518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0" name="Google Shape;470;p6"/>
            <p:cNvSpPr/>
            <p:nvPr/>
          </p:nvSpPr>
          <p:spPr>
            <a:xfrm rot="-5400000">
              <a:off x="6417513" y="4827410"/>
              <a:ext cx="25925" cy="26550"/>
            </a:xfrm>
            <a:custGeom>
              <a:avLst/>
              <a:gdLst/>
              <a:ahLst/>
              <a:cxnLst/>
              <a:rect l="l" t="t" r="r" b="b"/>
              <a:pathLst>
                <a:path w="1037" h="1062" extrusionOk="0">
                  <a:moveTo>
                    <a:pt x="518" y="0"/>
                  </a:moveTo>
                  <a:cubicBezTo>
                    <a:pt x="222" y="0"/>
                    <a:pt x="0" y="247"/>
                    <a:pt x="0" y="519"/>
                  </a:cubicBezTo>
                  <a:cubicBezTo>
                    <a:pt x="0" y="815"/>
                    <a:pt x="222" y="1062"/>
                    <a:pt x="518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1" name="Google Shape;471;p6"/>
            <p:cNvSpPr/>
            <p:nvPr/>
          </p:nvSpPr>
          <p:spPr>
            <a:xfrm rot="-5400000">
              <a:off x="6567813" y="4827710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815"/>
                    <a:pt x="222" y="1037"/>
                    <a:pt x="518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2" name="Google Shape;472;p6"/>
            <p:cNvSpPr/>
            <p:nvPr/>
          </p:nvSpPr>
          <p:spPr>
            <a:xfrm rot="-5400000">
              <a:off x="6718413" y="4827710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790"/>
                    <a:pt x="222" y="1037"/>
                    <a:pt x="518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3" name="Google Shape;473;p6"/>
            <p:cNvSpPr/>
            <p:nvPr/>
          </p:nvSpPr>
          <p:spPr>
            <a:xfrm rot="-5400000">
              <a:off x="6868700" y="4827397"/>
              <a:ext cx="25925" cy="26575"/>
            </a:xfrm>
            <a:custGeom>
              <a:avLst/>
              <a:gdLst/>
              <a:ahLst/>
              <a:cxnLst/>
              <a:rect l="l" t="t" r="r" b="b"/>
              <a:pathLst>
                <a:path w="1037" h="1063" extrusionOk="0">
                  <a:moveTo>
                    <a:pt x="518" y="1"/>
                  </a:moveTo>
                  <a:cubicBezTo>
                    <a:pt x="222" y="1"/>
                    <a:pt x="0" y="248"/>
                    <a:pt x="0" y="519"/>
                  </a:cubicBezTo>
                  <a:cubicBezTo>
                    <a:pt x="0" y="816"/>
                    <a:pt x="222" y="1062"/>
                    <a:pt x="518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4" name="Google Shape;474;p6"/>
            <p:cNvSpPr/>
            <p:nvPr/>
          </p:nvSpPr>
          <p:spPr>
            <a:xfrm rot="-5400000">
              <a:off x="7018988" y="4827710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6"/>
                    <a:pt x="222" y="1038"/>
                    <a:pt x="518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5" name="Google Shape;475;p6"/>
            <p:cNvSpPr/>
            <p:nvPr/>
          </p:nvSpPr>
          <p:spPr>
            <a:xfrm rot="-5400000">
              <a:off x="6116288" y="495331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62" y="815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6" name="Google Shape;476;p6"/>
            <p:cNvSpPr/>
            <p:nvPr/>
          </p:nvSpPr>
          <p:spPr>
            <a:xfrm rot="-5400000">
              <a:off x="6266888" y="495331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62" y="791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7" name="Google Shape;477;p6"/>
            <p:cNvSpPr/>
            <p:nvPr/>
          </p:nvSpPr>
          <p:spPr>
            <a:xfrm rot="-5400000">
              <a:off x="6417188" y="4953010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62" y="815"/>
                    <a:pt x="1062" y="519"/>
                  </a:cubicBezTo>
                  <a:cubicBezTo>
                    <a:pt x="1062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8" name="Google Shape;478;p6"/>
            <p:cNvSpPr/>
            <p:nvPr/>
          </p:nvSpPr>
          <p:spPr>
            <a:xfrm rot="-5400000">
              <a:off x="6567488" y="495331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62" y="815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9" name="Google Shape;479;p6"/>
            <p:cNvSpPr/>
            <p:nvPr/>
          </p:nvSpPr>
          <p:spPr>
            <a:xfrm rot="-5400000">
              <a:off x="6718088" y="495331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62" y="790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0" name="Google Shape;480;p6"/>
            <p:cNvSpPr/>
            <p:nvPr/>
          </p:nvSpPr>
          <p:spPr>
            <a:xfrm rot="-5400000">
              <a:off x="6868375" y="4952997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62" y="816"/>
                    <a:pt x="1062" y="519"/>
                  </a:cubicBezTo>
                  <a:cubicBezTo>
                    <a:pt x="1062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1" name="Google Shape;481;p6"/>
            <p:cNvSpPr/>
            <p:nvPr/>
          </p:nvSpPr>
          <p:spPr>
            <a:xfrm rot="-5400000">
              <a:off x="7018663" y="495331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62" y="816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2" name="Google Shape;482;p6"/>
            <p:cNvSpPr/>
            <p:nvPr/>
          </p:nvSpPr>
          <p:spPr>
            <a:xfrm rot="-5400000">
              <a:off x="6116600" y="50789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815" y="1038"/>
                    <a:pt x="1038" y="815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3" name="Google Shape;483;p6"/>
            <p:cNvSpPr/>
            <p:nvPr/>
          </p:nvSpPr>
          <p:spPr>
            <a:xfrm rot="-5400000">
              <a:off x="6267200" y="50789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815" y="1038"/>
                    <a:pt x="1038" y="791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4" name="Google Shape;484;p6"/>
            <p:cNvSpPr/>
            <p:nvPr/>
          </p:nvSpPr>
          <p:spPr>
            <a:xfrm rot="-5400000">
              <a:off x="6417500" y="5078622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815" y="1062"/>
                    <a:pt x="1038" y="815"/>
                    <a:pt x="1038" y="519"/>
                  </a:cubicBezTo>
                  <a:cubicBezTo>
                    <a:pt x="1038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5" name="Google Shape;485;p6"/>
            <p:cNvSpPr/>
            <p:nvPr/>
          </p:nvSpPr>
          <p:spPr>
            <a:xfrm rot="-5400000">
              <a:off x="6567800" y="50789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815" y="1037"/>
                    <a:pt x="1038" y="815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6" name="Google Shape;486;p6"/>
            <p:cNvSpPr/>
            <p:nvPr/>
          </p:nvSpPr>
          <p:spPr>
            <a:xfrm rot="-5400000">
              <a:off x="6718400" y="50789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815" y="1037"/>
                    <a:pt x="1038" y="790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7" name="Google Shape;487;p6"/>
            <p:cNvSpPr/>
            <p:nvPr/>
          </p:nvSpPr>
          <p:spPr>
            <a:xfrm rot="-5400000">
              <a:off x="6868688" y="507861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815" y="1062"/>
                    <a:pt x="1038" y="816"/>
                    <a:pt x="1038" y="519"/>
                  </a:cubicBezTo>
                  <a:cubicBezTo>
                    <a:pt x="1038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8" name="Google Shape;488;p6"/>
            <p:cNvSpPr/>
            <p:nvPr/>
          </p:nvSpPr>
          <p:spPr>
            <a:xfrm rot="-5400000">
              <a:off x="7018975" y="50789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815" y="1038"/>
                    <a:pt x="1038" y="816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9" name="Google Shape;489;p6"/>
            <p:cNvSpPr/>
            <p:nvPr/>
          </p:nvSpPr>
          <p:spPr>
            <a:xfrm rot="-5400000">
              <a:off x="7158198" y="4702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19" y="1038"/>
                  </a:cubicBezTo>
                  <a:cubicBezTo>
                    <a:pt x="816" y="1038"/>
                    <a:pt x="1038" y="815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0" name="Google Shape;490;p6"/>
            <p:cNvSpPr/>
            <p:nvPr/>
          </p:nvSpPr>
          <p:spPr>
            <a:xfrm rot="-5400000">
              <a:off x="7308798" y="4702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19" y="1038"/>
                  </a:cubicBezTo>
                  <a:cubicBezTo>
                    <a:pt x="816" y="1038"/>
                    <a:pt x="1038" y="791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1" name="Google Shape;491;p6"/>
            <p:cNvSpPr/>
            <p:nvPr/>
          </p:nvSpPr>
          <p:spPr>
            <a:xfrm rot="-5400000">
              <a:off x="7459098" y="4702122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19" y="1062"/>
                  </a:cubicBezTo>
                  <a:cubicBezTo>
                    <a:pt x="816" y="1062"/>
                    <a:pt x="1038" y="815"/>
                    <a:pt x="1038" y="519"/>
                  </a:cubicBezTo>
                  <a:cubicBezTo>
                    <a:pt x="1038" y="247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" name="Google Shape;492;p6"/>
            <p:cNvSpPr/>
            <p:nvPr/>
          </p:nvSpPr>
          <p:spPr>
            <a:xfrm rot="-5400000">
              <a:off x="7609398" y="4702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19" y="1037"/>
                  </a:cubicBezTo>
                  <a:cubicBezTo>
                    <a:pt x="816" y="1037"/>
                    <a:pt x="1038" y="815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" name="Google Shape;493;p6"/>
            <p:cNvSpPr/>
            <p:nvPr/>
          </p:nvSpPr>
          <p:spPr>
            <a:xfrm rot="-5400000">
              <a:off x="7759998" y="4702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19" y="1037"/>
                  </a:cubicBezTo>
                  <a:cubicBezTo>
                    <a:pt x="816" y="1037"/>
                    <a:pt x="1038" y="790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" name="Google Shape;494;p6"/>
            <p:cNvSpPr/>
            <p:nvPr/>
          </p:nvSpPr>
          <p:spPr>
            <a:xfrm rot="-5400000">
              <a:off x="7910285" y="470211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19" y="1062"/>
                  </a:cubicBezTo>
                  <a:cubicBezTo>
                    <a:pt x="816" y="1062"/>
                    <a:pt x="1038" y="816"/>
                    <a:pt x="1038" y="519"/>
                  </a:cubicBezTo>
                  <a:cubicBezTo>
                    <a:pt x="1038" y="248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" name="Google Shape;495;p6"/>
            <p:cNvSpPr/>
            <p:nvPr/>
          </p:nvSpPr>
          <p:spPr>
            <a:xfrm rot="-5400000">
              <a:off x="8060573" y="4702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19" y="1038"/>
                  </a:cubicBezTo>
                  <a:cubicBezTo>
                    <a:pt x="816" y="1038"/>
                    <a:pt x="1038" y="816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" name="Google Shape;496;p6"/>
            <p:cNvSpPr/>
            <p:nvPr/>
          </p:nvSpPr>
          <p:spPr>
            <a:xfrm rot="-5400000">
              <a:off x="7158210" y="4827710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5"/>
                    <a:pt x="222" y="1038"/>
                    <a:pt x="518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" name="Google Shape;497;p6"/>
            <p:cNvSpPr/>
            <p:nvPr/>
          </p:nvSpPr>
          <p:spPr>
            <a:xfrm rot="-5400000">
              <a:off x="7308810" y="4827710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791"/>
                    <a:pt x="222" y="1038"/>
                    <a:pt x="518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" name="Google Shape;498;p6"/>
            <p:cNvSpPr/>
            <p:nvPr/>
          </p:nvSpPr>
          <p:spPr>
            <a:xfrm rot="-5400000">
              <a:off x="7459110" y="4827410"/>
              <a:ext cx="25925" cy="26550"/>
            </a:xfrm>
            <a:custGeom>
              <a:avLst/>
              <a:gdLst/>
              <a:ahLst/>
              <a:cxnLst/>
              <a:rect l="l" t="t" r="r" b="b"/>
              <a:pathLst>
                <a:path w="1037" h="1062" extrusionOk="0">
                  <a:moveTo>
                    <a:pt x="518" y="0"/>
                  </a:moveTo>
                  <a:cubicBezTo>
                    <a:pt x="222" y="0"/>
                    <a:pt x="0" y="247"/>
                    <a:pt x="0" y="519"/>
                  </a:cubicBezTo>
                  <a:cubicBezTo>
                    <a:pt x="0" y="815"/>
                    <a:pt x="222" y="1062"/>
                    <a:pt x="518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" name="Google Shape;499;p6"/>
            <p:cNvSpPr/>
            <p:nvPr/>
          </p:nvSpPr>
          <p:spPr>
            <a:xfrm rot="-5400000">
              <a:off x="7609410" y="4827710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815"/>
                    <a:pt x="222" y="1037"/>
                    <a:pt x="518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" name="Google Shape;500;p6"/>
            <p:cNvSpPr/>
            <p:nvPr/>
          </p:nvSpPr>
          <p:spPr>
            <a:xfrm rot="-5400000">
              <a:off x="7760010" y="4827710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790"/>
                    <a:pt x="222" y="1037"/>
                    <a:pt x="518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1" name="Google Shape;501;p6"/>
            <p:cNvSpPr/>
            <p:nvPr/>
          </p:nvSpPr>
          <p:spPr>
            <a:xfrm rot="-5400000">
              <a:off x="7910298" y="4827397"/>
              <a:ext cx="25925" cy="26575"/>
            </a:xfrm>
            <a:custGeom>
              <a:avLst/>
              <a:gdLst/>
              <a:ahLst/>
              <a:cxnLst/>
              <a:rect l="l" t="t" r="r" b="b"/>
              <a:pathLst>
                <a:path w="1037" h="1063" extrusionOk="0">
                  <a:moveTo>
                    <a:pt x="518" y="1"/>
                  </a:moveTo>
                  <a:cubicBezTo>
                    <a:pt x="222" y="1"/>
                    <a:pt x="0" y="248"/>
                    <a:pt x="0" y="519"/>
                  </a:cubicBezTo>
                  <a:cubicBezTo>
                    <a:pt x="0" y="816"/>
                    <a:pt x="222" y="1062"/>
                    <a:pt x="518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2" name="Google Shape;502;p6"/>
            <p:cNvSpPr/>
            <p:nvPr/>
          </p:nvSpPr>
          <p:spPr>
            <a:xfrm rot="-5400000">
              <a:off x="8060585" y="4827710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6"/>
                    <a:pt x="222" y="1038"/>
                    <a:pt x="518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3" name="Google Shape;503;p6"/>
            <p:cNvSpPr/>
            <p:nvPr/>
          </p:nvSpPr>
          <p:spPr>
            <a:xfrm rot="-5400000">
              <a:off x="7157885" y="495331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62" y="815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4" name="Google Shape;504;p6"/>
            <p:cNvSpPr/>
            <p:nvPr/>
          </p:nvSpPr>
          <p:spPr>
            <a:xfrm rot="-5400000">
              <a:off x="7308485" y="495331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62" y="791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5" name="Google Shape;505;p6"/>
            <p:cNvSpPr/>
            <p:nvPr/>
          </p:nvSpPr>
          <p:spPr>
            <a:xfrm rot="-5400000">
              <a:off x="7458785" y="4953010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62" y="815"/>
                    <a:pt x="1062" y="519"/>
                  </a:cubicBezTo>
                  <a:cubicBezTo>
                    <a:pt x="1062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6" name="Google Shape;506;p6"/>
            <p:cNvSpPr/>
            <p:nvPr/>
          </p:nvSpPr>
          <p:spPr>
            <a:xfrm rot="-5400000">
              <a:off x="7609085" y="495331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62" y="815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7" name="Google Shape;507;p6"/>
            <p:cNvSpPr/>
            <p:nvPr/>
          </p:nvSpPr>
          <p:spPr>
            <a:xfrm rot="-5400000">
              <a:off x="7759685" y="495331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62" y="790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8" name="Google Shape;508;p6"/>
            <p:cNvSpPr/>
            <p:nvPr/>
          </p:nvSpPr>
          <p:spPr>
            <a:xfrm rot="-5400000">
              <a:off x="7909973" y="4952997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62" y="816"/>
                    <a:pt x="1062" y="519"/>
                  </a:cubicBezTo>
                  <a:cubicBezTo>
                    <a:pt x="1062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9" name="Google Shape;509;p6"/>
            <p:cNvSpPr/>
            <p:nvPr/>
          </p:nvSpPr>
          <p:spPr>
            <a:xfrm rot="-5400000">
              <a:off x="8060260" y="495331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62" y="816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0" name="Google Shape;510;p6"/>
            <p:cNvSpPr/>
            <p:nvPr/>
          </p:nvSpPr>
          <p:spPr>
            <a:xfrm rot="-5400000">
              <a:off x="7158198" y="50789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815" y="1038"/>
                    <a:pt x="1038" y="815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1" name="Google Shape;511;p6"/>
            <p:cNvSpPr/>
            <p:nvPr/>
          </p:nvSpPr>
          <p:spPr>
            <a:xfrm rot="-5400000">
              <a:off x="7308798" y="50789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815" y="1038"/>
                    <a:pt x="1038" y="791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2" name="Google Shape;512;p6"/>
            <p:cNvSpPr/>
            <p:nvPr/>
          </p:nvSpPr>
          <p:spPr>
            <a:xfrm rot="-5400000">
              <a:off x="7459098" y="5078622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815" y="1062"/>
                    <a:pt x="1038" y="815"/>
                    <a:pt x="1038" y="519"/>
                  </a:cubicBezTo>
                  <a:cubicBezTo>
                    <a:pt x="1038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3" name="Google Shape;513;p6"/>
            <p:cNvSpPr/>
            <p:nvPr/>
          </p:nvSpPr>
          <p:spPr>
            <a:xfrm rot="-5400000">
              <a:off x="7609398" y="50789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815" y="1037"/>
                    <a:pt x="1038" y="815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4" name="Google Shape;514;p6"/>
            <p:cNvSpPr/>
            <p:nvPr/>
          </p:nvSpPr>
          <p:spPr>
            <a:xfrm rot="-5400000">
              <a:off x="7759998" y="50789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815" y="1037"/>
                    <a:pt x="1038" y="790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5" name="Google Shape;515;p6"/>
            <p:cNvSpPr/>
            <p:nvPr/>
          </p:nvSpPr>
          <p:spPr>
            <a:xfrm rot="-5400000">
              <a:off x="7910285" y="507861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815" y="1062"/>
                    <a:pt x="1038" y="816"/>
                    <a:pt x="1038" y="519"/>
                  </a:cubicBezTo>
                  <a:cubicBezTo>
                    <a:pt x="1038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6" name="Google Shape;516;p6"/>
            <p:cNvSpPr/>
            <p:nvPr/>
          </p:nvSpPr>
          <p:spPr>
            <a:xfrm rot="-5400000">
              <a:off x="8060573" y="50789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815" y="1038"/>
                    <a:pt x="1038" y="816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"/>
          <p:cNvSpPr txBox="1">
            <a:spLocks noGrp="1"/>
          </p:cNvSpPr>
          <p:nvPr>
            <p:ph type="title"/>
          </p:nvPr>
        </p:nvSpPr>
        <p:spPr>
          <a:xfrm>
            <a:off x="713100" y="1045700"/>
            <a:ext cx="4350000" cy="104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19" name="Google Shape;519;p7"/>
          <p:cNvSpPr txBox="1">
            <a:spLocks noGrp="1"/>
          </p:cNvSpPr>
          <p:nvPr>
            <p:ph type="subTitle" idx="1"/>
          </p:nvPr>
        </p:nvSpPr>
        <p:spPr>
          <a:xfrm>
            <a:off x="713100" y="2194900"/>
            <a:ext cx="4350000" cy="19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520" name="Google Shape;520;p7"/>
          <p:cNvGrpSpPr/>
          <p:nvPr/>
        </p:nvGrpSpPr>
        <p:grpSpPr>
          <a:xfrm>
            <a:off x="-695659" y="4244924"/>
            <a:ext cx="1946188" cy="1620000"/>
            <a:chOff x="-695659" y="4244924"/>
            <a:chExt cx="1946188" cy="1620000"/>
          </a:xfrm>
        </p:grpSpPr>
        <p:sp>
          <p:nvSpPr>
            <p:cNvPr id="521" name="Google Shape;521;p7"/>
            <p:cNvSpPr/>
            <p:nvPr/>
          </p:nvSpPr>
          <p:spPr>
            <a:xfrm rot="10800000" flipH="1">
              <a:off x="-695659" y="4244924"/>
              <a:ext cx="1620300" cy="1620000"/>
            </a:xfrm>
            <a:prstGeom prst="donut">
              <a:avLst>
                <a:gd name="adj" fmla="val 29191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559329" y="4315009"/>
              <a:ext cx="691200" cy="6912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23" name="Google Shape;523;p7"/>
          <p:cNvSpPr/>
          <p:nvPr/>
        </p:nvSpPr>
        <p:spPr>
          <a:xfrm flipH="1">
            <a:off x="-206592" y="-220276"/>
            <a:ext cx="691200" cy="6912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24" name="Google Shape;524;p7"/>
          <p:cNvGrpSpPr/>
          <p:nvPr/>
        </p:nvGrpSpPr>
        <p:grpSpPr>
          <a:xfrm>
            <a:off x="2157232" y="28012"/>
            <a:ext cx="1530656" cy="512533"/>
            <a:chOff x="7607679" y="44111"/>
            <a:chExt cx="1530656" cy="512533"/>
          </a:xfrm>
        </p:grpSpPr>
        <p:sp>
          <p:nvSpPr>
            <p:cNvPr id="525" name="Google Shape;525;p7"/>
            <p:cNvSpPr/>
            <p:nvPr/>
          </p:nvSpPr>
          <p:spPr>
            <a:xfrm>
              <a:off x="7607679" y="441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2" y="2148"/>
                  </a:cubicBezTo>
                  <a:cubicBezTo>
                    <a:pt x="1655" y="2148"/>
                    <a:pt x="2149" y="1654"/>
                    <a:pt x="2149" y="1062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7723185" y="441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62"/>
                  </a:cubicBezTo>
                  <a:cubicBezTo>
                    <a:pt x="1" y="1654"/>
                    <a:pt x="495" y="2148"/>
                    <a:pt x="1087" y="2148"/>
                  </a:cubicBezTo>
                  <a:cubicBezTo>
                    <a:pt x="1680" y="2148"/>
                    <a:pt x="2149" y="1654"/>
                    <a:pt x="2149" y="1062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7838997" y="441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9" y="1654"/>
                    <a:pt x="2149" y="1062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7954810" y="441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8070622" y="441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8186128" y="441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8301941" y="441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2" name="Google Shape;532;p7"/>
            <p:cNvSpPr/>
            <p:nvPr/>
          </p:nvSpPr>
          <p:spPr>
            <a:xfrm>
              <a:off x="7607679" y="16505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2" y="2149"/>
                  </a:cubicBezTo>
                  <a:cubicBezTo>
                    <a:pt x="1655" y="2149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3" name="Google Shape;533;p7"/>
            <p:cNvSpPr/>
            <p:nvPr/>
          </p:nvSpPr>
          <p:spPr>
            <a:xfrm>
              <a:off x="7838997" y="16505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87" y="2149"/>
                  </a:cubicBezTo>
                  <a:cubicBezTo>
                    <a:pt x="1679" y="2149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" name="Google Shape;534;p7"/>
            <p:cNvSpPr/>
            <p:nvPr/>
          </p:nvSpPr>
          <p:spPr>
            <a:xfrm>
              <a:off x="8070622" y="16505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5" y="2149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5" name="Google Shape;535;p7"/>
            <p:cNvSpPr/>
            <p:nvPr/>
          </p:nvSpPr>
          <p:spPr>
            <a:xfrm>
              <a:off x="8301941" y="16505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9"/>
                    <a:pt x="1087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6" name="Google Shape;536;p7"/>
            <p:cNvSpPr/>
            <p:nvPr/>
          </p:nvSpPr>
          <p:spPr>
            <a:xfrm>
              <a:off x="7607679" y="2860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7" name="Google Shape;537;p7"/>
            <p:cNvSpPr/>
            <p:nvPr/>
          </p:nvSpPr>
          <p:spPr>
            <a:xfrm>
              <a:off x="7723185" y="2860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7838997" y="2860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7954810" y="2860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8070622" y="2860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8186128" y="2860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8301941" y="2860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3" name="Google Shape;543;p7"/>
            <p:cNvSpPr/>
            <p:nvPr/>
          </p:nvSpPr>
          <p:spPr>
            <a:xfrm>
              <a:off x="7607679" y="40695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2" y="2149"/>
                  </a:cubicBezTo>
                  <a:cubicBezTo>
                    <a:pt x="1655" y="2149"/>
                    <a:pt x="2149" y="1680"/>
                    <a:pt x="2149" y="1087"/>
                  </a:cubicBezTo>
                  <a:cubicBezTo>
                    <a:pt x="2149" y="495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4" name="Google Shape;544;p7"/>
            <p:cNvSpPr/>
            <p:nvPr/>
          </p:nvSpPr>
          <p:spPr>
            <a:xfrm>
              <a:off x="7838997" y="40695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94" y="2149"/>
                    <a:pt x="1087" y="2149"/>
                  </a:cubicBezTo>
                  <a:cubicBezTo>
                    <a:pt x="1679" y="2149"/>
                    <a:pt x="2149" y="1680"/>
                    <a:pt x="2149" y="1087"/>
                  </a:cubicBezTo>
                  <a:cubicBezTo>
                    <a:pt x="2149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8070622" y="40695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5" y="2149"/>
                    <a:pt x="2148" y="1680"/>
                    <a:pt x="2148" y="1087"/>
                  </a:cubicBezTo>
                  <a:cubicBezTo>
                    <a:pt x="2148" y="495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8301941" y="40695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95"/>
                    <a:pt x="0" y="1087"/>
                  </a:cubicBezTo>
                  <a:cubicBezTo>
                    <a:pt x="0" y="1680"/>
                    <a:pt x="470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7607679" y="527911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2" y="2346"/>
                  </a:cubicBezTo>
                  <a:cubicBezTo>
                    <a:pt x="1655" y="2346"/>
                    <a:pt x="2149" y="1852"/>
                    <a:pt x="2149" y="1259"/>
                  </a:cubicBezTo>
                  <a:cubicBezTo>
                    <a:pt x="2149" y="1235"/>
                    <a:pt x="2124" y="1210"/>
                    <a:pt x="2124" y="1161"/>
                  </a:cubicBezTo>
                  <a:cubicBezTo>
                    <a:pt x="2124" y="1136"/>
                    <a:pt x="2149" y="1111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7723185" y="527911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5" y="2346"/>
                    <a:pt x="1087" y="2346"/>
                  </a:cubicBezTo>
                  <a:cubicBezTo>
                    <a:pt x="1680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" name="Google Shape;549;p7"/>
            <p:cNvSpPr/>
            <p:nvPr/>
          </p:nvSpPr>
          <p:spPr>
            <a:xfrm>
              <a:off x="7838997" y="527911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87" y="2346"/>
                  </a:cubicBezTo>
                  <a:cubicBezTo>
                    <a:pt x="1679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0" name="Google Shape;550;p7"/>
            <p:cNvSpPr/>
            <p:nvPr/>
          </p:nvSpPr>
          <p:spPr>
            <a:xfrm>
              <a:off x="7954810" y="527911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1" name="Google Shape;551;p7"/>
            <p:cNvSpPr/>
            <p:nvPr/>
          </p:nvSpPr>
          <p:spPr>
            <a:xfrm>
              <a:off x="8070622" y="527911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2" name="Google Shape;552;p7"/>
            <p:cNvSpPr/>
            <p:nvPr/>
          </p:nvSpPr>
          <p:spPr>
            <a:xfrm>
              <a:off x="8186128" y="527911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8301941" y="527911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9112015" y="527911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6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8996496" y="527911"/>
              <a:ext cx="26026" cy="28733"/>
            </a:xfrm>
            <a:custGeom>
              <a:avLst/>
              <a:gdLst/>
              <a:ahLst/>
              <a:cxnLst/>
              <a:rect l="l" t="t" r="r" b="b"/>
              <a:pathLst>
                <a:path w="2125" h="2346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3" y="2346"/>
                  </a:cubicBezTo>
                  <a:cubicBezTo>
                    <a:pt x="1655" y="2346"/>
                    <a:pt x="2124" y="1852"/>
                    <a:pt x="2124" y="1259"/>
                  </a:cubicBezTo>
                  <a:cubicBezTo>
                    <a:pt x="2124" y="1235"/>
                    <a:pt x="2124" y="1210"/>
                    <a:pt x="2124" y="1161"/>
                  </a:cubicBezTo>
                  <a:cubicBezTo>
                    <a:pt x="2124" y="1136"/>
                    <a:pt x="2124" y="1111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8880696" y="527911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3" y="1210"/>
                    <a:pt x="2123" y="1161"/>
                  </a:cubicBezTo>
                  <a:cubicBezTo>
                    <a:pt x="2123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8764884" y="527911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8649072" y="527911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8533565" y="527911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23" y="1852"/>
                    <a:pt x="2123" y="1259"/>
                  </a:cubicBezTo>
                  <a:cubicBezTo>
                    <a:pt x="2123" y="1235"/>
                    <a:pt x="2123" y="1210"/>
                    <a:pt x="2123" y="1161"/>
                  </a:cubicBezTo>
                  <a:cubicBezTo>
                    <a:pt x="2123" y="1136"/>
                    <a:pt x="2123" y="1111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8417753" y="527911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8996496" y="40695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3" y="2149"/>
                  </a:cubicBezTo>
                  <a:cubicBezTo>
                    <a:pt x="1655" y="2149"/>
                    <a:pt x="2124" y="1680"/>
                    <a:pt x="2124" y="1087"/>
                  </a:cubicBezTo>
                  <a:cubicBezTo>
                    <a:pt x="2124" y="495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8764884" y="40695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8533565" y="40695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4" y="2149"/>
                    <a:pt x="2148" y="1680"/>
                    <a:pt x="2148" y="1087"/>
                  </a:cubicBezTo>
                  <a:cubicBezTo>
                    <a:pt x="2148" y="495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9112015" y="2860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8996496" y="286011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" name="Google Shape;566;p7"/>
            <p:cNvSpPr/>
            <p:nvPr/>
          </p:nvSpPr>
          <p:spPr>
            <a:xfrm>
              <a:off x="8880696" y="2860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" name="Google Shape;567;p7"/>
            <p:cNvSpPr/>
            <p:nvPr/>
          </p:nvSpPr>
          <p:spPr>
            <a:xfrm>
              <a:off x="8764884" y="2860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" name="Google Shape;568;p7"/>
            <p:cNvSpPr/>
            <p:nvPr/>
          </p:nvSpPr>
          <p:spPr>
            <a:xfrm>
              <a:off x="8649072" y="2860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" name="Google Shape;569;p7"/>
            <p:cNvSpPr/>
            <p:nvPr/>
          </p:nvSpPr>
          <p:spPr>
            <a:xfrm>
              <a:off x="8533565" y="2860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" name="Google Shape;570;p7"/>
            <p:cNvSpPr/>
            <p:nvPr/>
          </p:nvSpPr>
          <p:spPr>
            <a:xfrm>
              <a:off x="8417753" y="2860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" name="Google Shape;571;p7"/>
            <p:cNvSpPr/>
            <p:nvPr/>
          </p:nvSpPr>
          <p:spPr>
            <a:xfrm>
              <a:off x="8996496" y="16505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3" y="2149"/>
                  </a:cubicBezTo>
                  <a:cubicBezTo>
                    <a:pt x="1655" y="2149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" name="Google Shape;572;p7"/>
            <p:cNvSpPr/>
            <p:nvPr/>
          </p:nvSpPr>
          <p:spPr>
            <a:xfrm>
              <a:off x="8763671" y="165128"/>
              <a:ext cx="28733" cy="26173"/>
            </a:xfrm>
            <a:custGeom>
              <a:avLst/>
              <a:gdLst/>
              <a:ahLst/>
              <a:cxnLst/>
              <a:rect l="l" t="t" r="r" b="b"/>
              <a:pathLst>
                <a:path w="2346" h="2137" extrusionOk="0">
                  <a:moveTo>
                    <a:pt x="1173" y="1"/>
                  </a:moveTo>
                  <a:cubicBezTo>
                    <a:pt x="902" y="1"/>
                    <a:pt x="630" y="106"/>
                    <a:pt x="420" y="316"/>
                  </a:cubicBezTo>
                  <a:cubicBezTo>
                    <a:pt x="0" y="735"/>
                    <a:pt x="0" y="1402"/>
                    <a:pt x="420" y="1822"/>
                  </a:cubicBezTo>
                  <a:cubicBezTo>
                    <a:pt x="630" y="2031"/>
                    <a:pt x="902" y="2136"/>
                    <a:pt x="1173" y="2136"/>
                  </a:cubicBezTo>
                  <a:cubicBezTo>
                    <a:pt x="1445" y="2136"/>
                    <a:pt x="1716" y="2031"/>
                    <a:pt x="1926" y="1822"/>
                  </a:cubicBezTo>
                  <a:cubicBezTo>
                    <a:pt x="2346" y="1402"/>
                    <a:pt x="2346" y="735"/>
                    <a:pt x="1926" y="316"/>
                  </a:cubicBezTo>
                  <a:cubicBezTo>
                    <a:pt x="1716" y="106"/>
                    <a:pt x="1445" y="1"/>
                    <a:pt x="117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3" name="Google Shape;573;p7"/>
            <p:cNvSpPr/>
            <p:nvPr/>
          </p:nvSpPr>
          <p:spPr>
            <a:xfrm>
              <a:off x="8533565" y="165055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4" y="2149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9112015" y="441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6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8996496" y="44111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3" y="2148"/>
                  </a:cubicBezTo>
                  <a:cubicBezTo>
                    <a:pt x="1655" y="2148"/>
                    <a:pt x="2124" y="1654"/>
                    <a:pt x="2124" y="1062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8880696" y="441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8764884" y="441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" name="Google Shape;578;p7"/>
            <p:cNvSpPr/>
            <p:nvPr/>
          </p:nvSpPr>
          <p:spPr>
            <a:xfrm>
              <a:off x="8649072" y="441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" name="Google Shape;579;p7"/>
            <p:cNvSpPr/>
            <p:nvPr/>
          </p:nvSpPr>
          <p:spPr>
            <a:xfrm>
              <a:off x="8533565" y="441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8417753" y="441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9"/>
          <p:cNvSpPr txBox="1">
            <a:spLocks noGrp="1"/>
          </p:cNvSpPr>
          <p:nvPr>
            <p:ph type="subTitle" idx="1"/>
          </p:nvPr>
        </p:nvSpPr>
        <p:spPr>
          <a:xfrm>
            <a:off x="2279700" y="2395375"/>
            <a:ext cx="4584600" cy="11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6" name="Google Shape;846;p9"/>
          <p:cNvSpPr txBox="1">
            <a:spLocks noGrp="1"/>
          </p:cNvSpPr>
          <p:nvPr>
            <p:ph type="title"/>
          </p:nvPr>
        </p:nvSpPr>
        <p:spPr>
          <a:xfrm>
            <a:off x="2279700" y="1557125"/>
            <a:ext cx="4584600" cy="68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47" name="Google Shape;847;p9"/>
          <p:cNvGrpSpPr/>
          <p:nvPr/>
        </p:nvGrpSpPr>
        <p:grpSpPr>
          <a:xfrm>
            <a:off x="5556326" y="-696707"/>
            <a:ext cx="4162543" cy="2532900"/>
            <a:chOff x="5556326" y="-696707"/>
            <a:chExt cx="4162543" cy="2532900"/>
          </a:xfrm>
        </p:grpSpPr>
        <p:sp>
          <p:nvSpPr>
            <p:cNvPr id="848" name="Google Shape;848;p9"/>
            <p:cNvSpPr/>
            <p:nvPr/>
          </p:nvSpPr>
          <p:spPr>
            <a:xfrm>
              <a:off x="7185969" y="-696707"/>
              <a:ext cx="2532900" cy="2532900"/>
            </a:xfrm>
            <a:prstGeom prst="donut">
              <a:avLst>
                <a:gd name="adj" fmla="val 29191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9" name="Google Shape;849;p9"/>
            <p:cNvSpPr/>
            <p:nvPr/>
          </p:nvSpPr>
          <p:spPr>
            <a:xfrm>
              <a:off x="7640075" y="995000"/>
              <a:ext cx="754800" cy="754800"/>
            </a:xfrm>
            <a:prstGeom prst="mathPlus">
              <a:avLst>
                <a:gd name="adj1" fmla="val 17232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850" name="Google Shape;850;p9"/>
            <p:cNvGrpSpPr/>
            <p:nvPr/>
          </p:nvGrpSpPr>
          <p:grpSpPr>
            <a:xfrm>
              <a:off x="5556326" y="-68427"/>
              <a:ext cx="1894950" cy="928325"/>
              <a:chOff x="2658576" y="-68427"/>
              <a:chExt cx="1894950" cy="928325"/>
            </a:xfrm>
          </p:grpSpPr>
          <p:sp>
            <p:nvSpPr>
              <p:cNvPr id="851" name="Google Shape;851;p9"/>
              <p:cNvSpPr/>
              <p:nvPr/>
            </p:nvSpPr>
            <p:spPr>
              <a:xfrm>
                <a:off x="4527576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5"/>
                      <a:pt x="248" y="1038"/>
                      <a:pt x="519" y="1038"/>
                    </a:cubicBezTo>
                    <a:cubicBezTo>
                      <a:pt x="816" y="1038"/>
                      <a:pt x="1038" y="815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52" name="Google Shape;852;p9"/>
              <p:cNvSpPr/>
              <p:nvPr/>
            </p:nvSpPr>
            <p:spPr>
              <a:xfrm>
                <a:off x="4527576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791"/>
                      <a:pt x="248" y="1038"/>
                      <a:pt x="519" y="1038"/>
                    </a:cubicBezTo>
                    <a:cubicBezTo>
                      <a:pt x="816" y="1038"/>
                      <a:pt x="1038" y="791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53" name="Google Shape;853;p9"/>
              <p:cNvSpPr/>
              <p:nvPr/>
            </p:nvSpPr>
            <p:spPr>
              <a:xfrm>
                <a:off x="4527576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48" y="0"/>
                      <a:pt x="1" y="247"/>
                      <a:pt x="1" y="519"/>
                    </a:cubicBezTo>
                    <a:cubicBezTo>
                      <a:pt x="1" y="815"/>
                      <a:pt x="248" y="1062"/>
                      <a:pt x="519" y="1062"/>
                    </a:cubicBezTo>
                    <a:cubicBezTo>
                      <a:pt x="816" y="1062"/>
                      <a:pt x="1038" y="815"/>
                      <a:pt x="1038" y="519"/>
                    </a:cubicBezTo>
                    <a:cubicBezTo>
                      <a:pt x="1038" y="247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54" name="Google Shape;854;p9"/>
              <p:cNvSpPr/>
              <p:nvPr/>
            </p:nvSpPr>
            <p:spPr>
              <a:xfrm>
                <a:off x="4527576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815"/>
                      <a:pt x="248" y="1037"/>
                      <a:pt x="519" y="1037"/>
                    </a:cubicBezTo>
                    <a:cubicBezTo>
                      <a:pt x="816" y="1037"/>
                      <a:pt x="1038" y="815"/>
                      <a:pt x="1038" y="519"/>
                    </a:cubicBezTo>
                    <a:cubicBezTo>
                      <a:pt x="1038" y="223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55" name="Google Shape;855;p9"/>
              <p:cNvSpPr/>
              <p:nvPr/>
            </p:nvSpPr>
            <p:spPr>
              <a:xfrm>
                <a:off x="4527576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790"/>
                      <a:pt x="248" y="1037"/>
                      <a:pt x="519" y="1037"/>
                    </a:cubicBezTo>
                    <a:cubicBezTo>
                      <a:pt x="816" y="1037"/>
                      <a:pt x="1038" y="790"/>
                      <a:pt x="1038" y="519"/>
                    </a:cubicBezTo>
                    <a:cubicBezTo>
                      <a:pt x="1038" y="223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56" name="Google Shape;856;p9"/>
              <p:cNvSpPr/>
              <p:nvPr/>
            </p:nvSpPr>
            <p:spPr>
              <a:xfrm>
                <a:off x="4527576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48" y="1"/>
                      <a:pt x="1" y="248"/>
                      <a:pt x="1" y="519"/>
                    </a:cubicBezTo>
                    <a:cubicBezTo>
                      <a:pt x="1" y="816"/>
                      <a:pt x="248" y="1062"/>
                      <a:pt x="519" y="1062"/>
                    </a:cubicBezTo>
                    <a:cubicBezTo>
                      <a:pt x="816" y="1062"/>
                      <a:pt x="1038" y="816"/>
                      <a:pt x="1038" y="519"/>
                    </a:cubicBezTo>
                    <a:cubicBezTo>
                      <a:pt x="1038" y="248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57" name="Google Shape;857;p9"/>
              <p:cNvSpPr/>
              <p:nvPr/>
            </p:nvSpPr>
            <p:spPr>
              <a:xfrm>
                <a:off x="4527576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6"/>
                      <a:pt x="248" y="1038"/>
                      <a:pt x="519" y="1038"/>
                    </a:cubicBezTo>
                    <a:cubicBezTo>
                      <a:pt x="816" y="1038"/>
                      <a:pt x="1038" y="816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58" name="Google Shape;858;p9"/>
              <p:cNvSpPr/>
              <p:nvPr/>
            </p:nvSpPr>
            <p:spPr>
              <a:xfrm>
                <a:off x="4402301" y="-68427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815"/>
                      <a:pt x="222" y="1038"/>
                      <a:pt x="518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59" name="Google Shape;859;p9"/>
              <p:cNvSpPr/>
              <p:nvPr/>
            </p:nvSpPr>
            <p:spPr>
              <a:xfrm>
                <a:off x="4402301" y="82173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791"/>
                      <a:pt x="222" y="1038"/>
                      <a:pt x="518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0" name="Google Shape;860;p9"/>
              <p:cNvSpPr/>
              <p:nvPr/>
            </p:nvSpPr>
            <p:spPr>
              <a:xfrm>
                <a:off x="4402301" y="232173"/>
                <a:ext cx="259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62" extrusionOk="0">
                    <a:moveTo>
                      <a:pt x="518" y="0"/>
                    </a:moveTo>
                    <a:cubicBezTo>
                      <a:pt x="222" y="0"/>
                      <a:pt x="0" y="247"/>
                      <a:pt x="0" y="519"/>
                    </a:cubicBezTo>
                    <a:cubicBezTo>
                      <a:pt x="0" y="815"/>
                      <a:pt x="222" y="1062"/>
                      <a:pt x="518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1" name="Google Shape;861;p9"/>
              <p:cNvSpPr/>
              <p:nvPr/>
            </p:nvSpPr>
            <p:spPr>
              <a:xfrm>
                <a:off x="4402301" y="382773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0"/>
                    </a:moveTo>
                    <a:cubicBezTo>
                      <a:pt x="222" y="0"/>
                      <a:pt x="0" y="223"/>
                      <a:pt x="0" y="519"/>
                    </a:cubicBezTo>
                    <a:cubicBezTo>
                      <a:pt x="0" y="815"/>
                      <a:pt x="222" y="1037"/>
                      <a:pt x="518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2" name="Google Shape;862;p9"/>
              <p:cNvSpPr/>
              <p:nvPr/>
            </p:nvSpPr>
            <p:spPr>
              <a:xfrm>
                <a:off x="4402301" y="533373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0"/>
                    </a:moveTo>
                    <a:cubicBezTo>
                      <a:pt x="222" y="0"/>
                      <a:pt x="0" y="223"/>
                      <a:pt x="0" y="519"/>
                    </a:cubicBezTo>
                    <a:cubicBezTo>
                      <a:pt x="0" y="790"/>
                      <a:pt x="222" y="1037"/>
                      <a:pt x="518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3" name="Google Shape;863;p9"/>
              <p:cNvSpPr/>
              <p:nvPr/>
            </p:nvSpPr>
            <p:spPr>
              <a:xfrm>
                <a:off x="4402301" y="683348"/>
                <a:ext cx="2592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63" extrusionOk="0">
                    <a:moveTo>
                      <a:pt x="518" y="1"/>
                    </a:moveTo>
                    <a:cubicBezTo>
                      <a:pt x="222" y="1"/>
                      <a:pt x="0" y="248"/>
                      <a:pt x="0" y="519"/>
                    </a:cubicBezTo>
                    <a:cubicBezTo>
                      <a:pt x="0" y="816"/>
                      <a:pt x="222" y="1062"/>
                      <a:pt x="518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4" name="Google Shape;864;p9"/>
              <p:cNvSpPr/>
              <p:nvPr/>
            </p:nvSpPr>
            <p:spPr>
              <a:xfrm>
                <a:off x="4402301" y="833948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816"/>
                      <a:pt x="222" y="1038"/>
                      <a:pt x="518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5" name="Google Shape;865;p9"/>
              <p:cNvSpPr/>
              <p:nvPr/>
            </p:nvSpPr>
            <p:spPr>
              <a:xfrm>
                <a:off x="4276376" y="-68427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5"/>
                      <a:pt x="247" y="1038"/>
                      <a:pt x="519" y="1038"/>
                    </a:cubicBezTo>
                    <a:cubicBezTo>
                      <a:pt x="815" y="1038"/>
                      <a:pt x="1062" y="815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6" name="Google Shape;866;p9"/>
              <p:cNvSpPr/>
              <p:nvPr/>
            </p:nvSpPr>
            <p:spPr>
              <a:xfrm>
                <a:off x="4276376" y="821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791"/>
                      <a:pt x="247" y="1038"/>
                      <a:pt x="519" y="1038"/>
                    </a:cubicBezTo>
                    <a:cubicBezTo>
                      <a:pt x="815" y="1038"/>
                      <a:pt x="1062" y="791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7" name="Google Shape;867;p9"/>
              <p:cNvSpPr/>
              <p:nvPr/>
            </p:nvSpPr>
            <p:spPr>
              <a:xfrm>
                <a:off x="4276376" y="232173"/>
                <a:ext cx="265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2" extrusionOk="0">
                    <a:moveTo>
                      <a:pt x="519" y="0"/>
                    </a:moveTo>
                    <a:cubicBezTo>
                      <a:pt x="247" y="0"/>
                      <a:pt x="0" y="247"/>
                      <a:pt x="0" y="519"/>
                    </a:cubicBezTo>
                    <a:cubicBezTo>
                      <a:pt x="0" y="815"/>
                      <a:pt x="247" y="1062"/>
                      <a:pt x="519" y="1062"/>
                    </a:cubicBezTo>
                    <a:cubicBezTo>
                      <a:pt x="815" y="1062"/>
                      <a:pt x="1062" y="815"/>
                      <a:pt x="1062" y="519"/>
                    </a:cubicBezTo>
                    <a:cubicBezTo>
                      <a:pt x="1062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8" name="Google Shape;868;p9"/>
              <p:cNvSpPr/>
              <p:nvPr/>
            </p:nvSpPr>
            <p:spPr>
              <a:xfrm>
                <a:off x="4276376" y="3827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815"/>
                      <a:pt x="247" y="1037"/>
                      <a:pt x="519" y="1037"/>
                    </a:cubicBezTo>
                    <a:cubicBezTo>
                      <a:pt x="815" y="1037"/>
                      <a:pt x="1062" y="815"/>
                      <a:pt x="1062" y="519"/>
                    </a:cubicBezTo>
                    <a:cubicBezTo>
                      <a:pt x="1062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9" name="Google Shape;869;p9"/>
              <p:cNvSpPr/>
              <p:nvPr/>
            </p:nvSpPr>
            <p:spPr>
              <a:xfrm>
                <a:off x="4276376" y="5333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790"/>
                      <a:pt x="247" y="1037"/>
                      <a:pt x="519" y="1037"/>
                    </a:cubicBezTo>
                    <a:cubicBezTo>
                      <a:pt x="815" y="1037"/>
                      <a:pt x="1062" y="790"/>
                      <a:pt x="1062" y="519"/>
                    </a:cubicBezTo>
                    <a:cubicBezTo>
                      <a:pt x="1062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0" name="Google Shape;870;p9"/>
              <p:cNvSpPr/>
              <p:nvPr/>
            </p:nvSpPr>
            <p:spPr>
              <a:xfrm>
                <a:off x="4276376" y="683348"/>
                <a:ext cx="2657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3" extrusionOk="0">
                    <a:moveTo>
                      <a:pt x="519" y="1"/>
                    </a:moveTo>
                    <a:cubicBezTo>
                      <a:pt x="247" y="1"/>
                      <a:pt x="0" y="248"/>
                      <a:pt x="0" y="519"/>
                    </a:cubicBezTo>
                    <a:cubicBezTo>
                      <a:pt x="0" y="816"/>
                      <a:pt x="247" y="1062"/>
                      <a:pt x="519" y="1062"/>
                    </a:cubicBezTo>
                    <a:cubicBezTo>
                      <a:pt x="815" y="1062"/>
                      <a:pt x="1062" y="816"/>
                      <a:pt x="1062" y="519"/>
                    </a:cubicBezTo>
                    <a:cubicBezTo>
                      <a:pt x="1062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1" name="Google Shape;871;p9"/>
              <p:cNvSpPr/>
              <p:nvPr/>
            </p:nvSpPr>
            <p:spPr>
              <a:xfrm>
                <a:off x="4276376" y="833948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6"/>
                      <a:pt x="247" y="1038"/>
                      <a:pt x="519" y="1038"/>
                    </a:cubicBezTo>
                    <a:cubicBezTo>
                      <a:pt x="815" y="1038"/>
                      <a:pt x="1062" y="816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2" name="Google Shape;872;p9"/>
              <p:cNvSpPr/>
              <p:nvPr/>
            </p:nvSpPr>
            <p:spPr>
              <a:xfrm>
                <a:off x="4151076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5"/>
                      <a:pt x="223" y="1038"/>
                      <a:pt x="519" y="1038"/>
                    </a:cubicBezTo>
                    <a:cubicBezTo>
                      <a:pt x="815" y="1038"/>
                      <a:pt x="1038" y="815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3" name="Google Shape;873;p9"/>
              <p:cNvSpPr/>
              <p:nvPr/>
            </p:nvSpPr>
            <p:spPr>
              <a:xfrm>
                <a:off x="4151076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791"/>
                      <a:pt x="223" y="1038"/>
                      <a:pt x="519" y="1038"/>
                    </a:cubicBezTo>
                    <a:cubicBezTo>
                      <a:pt x="815" y="1038"/>
                      <a:pt x="1038" y="791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4" name="Google Shape;874;p9"/>
              <p:cNvSpPr/>
              <p:nvPr/>
            </p:nvSpPr>
            <p:spPr>
              <a:xfrm>
                <a:off x="4151076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1" y="247"/>
                      <a:pt x="1" y="519"/>
                    </a:cubicBezTo>
                    <a:cubicBezTo>
                      <a:pt x="1" y="815"/>
                      <a:pt x="223" y="1062"/>
                      <a:pt x="519" y="1062"/>
                    </a:cubicBezTo>
                    <a:cubicBezTo>
                      <a:pt x="815" y="1062"/>
                      <a:pt x="1038" y="815"/>
                      <a:pt x="1038" y="519"/>
                    </a:cubicBezTo>
                    <a:cubicBezTo>
                      <a:pt x="1038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5" name="Google Shape;875;p9"/>
              <p:cNvSpPr/>
              <p:nvPr/>
            </p:nvSpPr>
            <p:spPr>
              <a:xfrm>
                <a:off x="4151076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815"/>
                      <a:pt x="223" y="1037"/>
                      <a:pt x="519" y="1037"/>
                    </a:cubicBezTo>
                    <a:cubicBezTo>
                      <a:pt x="815" y="1037"/>
                      <a:pt x="1038" y="815"/>
                      <a:pt x="1038" y="519"/>
                    </a:cubicBezTo>
                    <a:cubicBezTo>
                      <a:pt x="1038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6" name="Google Shape;876;p9"/>
              <p:cNvSpPr/>
              <p:nvPr/>
            </p:nvSpPr>
            <p:spPr>
              <a:xfrm>
                <a:off x="4151076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790"/>
                      <a:pt x="223" y="1037"/>
                      <a:pt x="519" y="1037"/>
                    </a:cubicBezTo>
                    <a:cubicBezTo>
                      <a:pt x="815" y="1037"/>
                      <a:pt x="1038" y="790"/>
                      <a:pt x="1038" y="519"/>
                    </a:cubicBezTo>
                    <a:cubicBezTo>
                      <a:pt x="1038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7" name="Google Shape;877;p9"/>
              <p:cNvSpPr/>
              <p:nvPr/>
            </p:nvSpPr>
            <p:spPr>
              <a:xfrm>
                <a:off x="4151076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1" y="248"/>
                      <a:pt x="1" y="519"/>
                    </a:cubicBezTo>
                    <a:cubicBezTo>
                      <a:pt x="1" y="816"/>
                      <a:pt x="223" y="1062"/>
                      <a:pt x="519" y="1062"/>
                    </a:cubicBezTo>
                    <a:cubicBezTo>
                      <a:pt x="815" y="1062"/>
                      <a:pt x="1038" y="816"/>
                      <a:pt x="1038" y="519"/>
                    </a:cubicBezTo>
                    <a:cubicBezTo>
                      <a:pt x="1038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8" name="Google Shape;878;p9"/>
              <p:cNvSpPr/>
              <p:nvPr/>
            </p:nvSpPr>
            <p:spPr>
              <a:xfrm>
                <a:off x="4151076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6"/>
                      <a:pt x="223" y="1038"/>
                      <a:pt x="519" y="1038"/>
                    </a:cubicBezTo>
                    <a:cubicBezTo>
                      <a:pt x="815" y="1038"/>
                      <a:pt x="1038" y="816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9" name="Google Shape;879;p9"/>
              <p:cNvSpPr/>
              <p:nvPr/>
            </p:nvSpPr>
            <p:spPr>
              <a:xfrm>
                <a:off x="4025776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5"/>
                      <a:pt x="223" y="1038"/>
                      <a:pt x="519" y="1038"/>
                    </a:cubicBezTo>
                    <a:cubicBezTo>
                      <a:pt x="791" y="1038"/>
                      <a:pt x="1038" y="815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0" name="Google Shape;880;p9"/>
              <p:cNvSpPr/>
              <p:nvPr/>
            </p:nvSpPr>
            <p:spPr>
              <a:xfrm>
                <a:off x="4025776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791"/>
                      <a:pt x="223" y="1038"/>
                      <a:pt x="519" y="1038"/>
                    </a:cubicBezTo>
                    <a:cubicBezTo>
                      <a:pt x="791" y="1038"/>
                      <a:pt x="1038" y="791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1" name="Google Shape;881;p9"/>
              <p:cNvSpPr/>
              <p:nvPr/>
            </p:nvSpPr>
            <p:spPr>
              <a:xfrm>
                <a:off x="4025776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1" y="247"/>
                      <a:pt x="1" y="519"/>
                    </a:cubicBezTo>
                    <a:cubicBezTo>
                      <a:pt x="1" y="815"/>
                      <a:pt x="223" y="1062"/>
                      <a:pt x="519" y="1062"/>
                    </a:cubicBezTo>
                    <a:cubicBezTo>
                      <a:pt x="791" y="1062"/>
                      <a:pt x="1038" y="815"/>
                      <a:pt x="1038" y="519"/>
                    </a:cubicBezTo>
                    <a:cubicBezTo>
                      <a:pt x="1038" y="247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2" name="Google Shape;882;p9"/>
              <p:cNvSpPr/>
              <p:nvPr/>
            </p:nvSpPr>
            <p:spPr>
              <a:xfrm>
                <a:off x="4025776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815"/>
                      <a:pt x="223" y="1037"/>
                      <a:pt x="519" y="1037"/>
                    </a:cubicBezTo>
                    <a:cubicBezTo>
                      <a:pt x="791" y="1037"/>
                      <a:pt x="1038" y="815"/>
                      <a:pt x="1038" y="519"/>
                    </a:cubicBezTo>
                    <a:cubicBezTo>
                      <a:pt x="1038" y="223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3" name="Google Shape;883;p9"/>
              <p:cNvSpPr/>
              <p:nvPr/>
            </p:nvSpPr>
            <p:spPr>
              <a:xfrm>
                <a:off x="4025776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790"/>
                      <a:pt x="223" y="1037"/>
                      <a:pt x="519" y="1037"/>
                    </a:cubicBezTo>
                    <a:cubicBezTo>
                      <a:pt x="791" y="1037"/>
                      <a:pt x="1038" y="790"/>
                      <a:pt x="1038" y="519"/>
                    </a:cubicBezTo>
                    <a:cubicBezTo>
                      <a:pt x="1038" y="223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4" name="Google Shape;884;p9"/>
              <p:cNvSpPr/>
              <p:nvPr/>
            </p:nvSpPr>
            <p:spPr>
              <a:xfrm>
                <a:off x="4025776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1" y="248"/>
                      <a:pt x="1" y="519"/>
                    </a:cubicBezTo>
                    <a:cubicBezTo>
                      <a:pt x="1" y="816"/>
                      <a:pt x="223" y="1062"/>
                      <a:pt x="519" y="1062"/>
                    </a:cubicBezTo>
                    <a:cubicBezTo>
                      <a:pt x="791" y="1062"/>
                      <a:pt x="1038" y="816"/>
                      <a:pt x="1038" y="519"/>
                    </a:cubicBezTo>
                    <a:cubicBezTo>
                      <a:pt x="1038" y="248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5" name="Google Shape;885;p9"/>
              <p:cNvSpPr/>
              <p:nvPr/>
            </p:nvSpPr>
            <p:spPr>
              <a:xfrm>
                <a:off x="4025776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6"/>
                      <a:pt x="223" y="1038"/>
                      <a:pt x="519" y="1038"/>
                    </a:cubicBezTo>
                    <a:cubicBezTo>
                      <a:pt x="791" y="1038"/>
                      <a:pt x="1038" y="816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6" name="Google Shape;886;p9"/>
              <p:cNvSpPr/>
              <p:nvPr/>
            </p:nvSpPr>
            <p:spPr>
              <a:xfrm>
                <a:off x="3899876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5"/>
                      <a:pt x="247" y="1038"/>
                      <a:pt x="519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7" name="Google Shape;887;p9"/>
              <p:cNvSpPr/>
              <p:nvPr/>
            </p:nvSpPr>
            <p:spPr>
              <a:xfrm>
                <a:off x="3899876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791"/>
                      <a:pt x="247" y="1038"/>
                      <a:pt x="519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8" name="Google Shape;888;p9"/>
              <p:cNvSpPr/>
              <p:nvPr/>
            </p:nvSpPr>
            <p:spPr>
              <a:xfrm>
                <a:off x="3899876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47" y="0"/>
                      <a:pt x="0" y="247"/>
                      <a:pt x="0" y="519"/>
                    </a:cubicBezTo>
                    <a:cubicBezTo>
                      <a:pt x="0" y="815"/>
                      <a:pt x="247" y="1062"/>
                      <a:pt x="519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9" name="Google Shape;889;p9"/>
              <p:cNvSpPr/>
              <p:nvPr/>
            </p:nvSpPr>
            <p:spPr>
              <a:xfrm>
                <a:off x="3899876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815"/>
                      <a:pt x="247" y="1037"/>
                      <a:pt x="519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0" name="Google Shape;890;p9"/>
              <p:cNvSpPr/>
              <p:nvPr/>
            </p:nvSpPr>
            <p:spPr>
              <a:xfrm>
                <a:off x="3899876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790"/>
                      <a:pt x="247" y="1037"/>
                      <a:pt x="519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1" name="Google Shape;891;p9"/>
              <p:cNvSpPr/>
              <p:nvPr/>
            </p:nvSpPr>
            <p:spPr>
              <a:xfrm>
                <a:off x="3899876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47" y="1"/>
                      <a:pt x="0" y="248"/>
                      <a:pt x="0" y="519"/>
                    </a:cubicBezTo>
                    <a:cubicBezTo>
                      <a:pt x="0" y="816"/>
                      <a:pt x="247" y="1062"/>
                      <a:pt x="519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2" name="Google Shape;892;p9"/>
              <p:cNvSpPr/>
              <p:nvPr/>
            </p:nvSpPr>
            <p:spPr>
              <a:xfrm>
                <a:off x="3899876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6"/>
                      <a:pt x="247" y="1038"/>
                      <a:pt x="519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3" name="Google Shape;893;p9"/>
              <p:cNvSpPr/>
              <p:nvPr/>
            </p:nvSpPr>
            <p:spPr>
              <a:xfrm>
                <a:off x="3774576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815"/>
                      <a:pt x="223" y="1038"/>
                      <a:pt x="519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4" name="Google Shape;894;p9"/>
              <p:cNvSpPr/>
              <p:nvPr/>
            </p:nvSpPr>
            <p:spPr>
              <a:xfrm>
                <a:off x="3774576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791"/>
                      <a:pt x="223" y="1038"/>
                      <a:pt x="519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5" name="Google Shape;895;p9"/>
              <p:cNvSpPr/>
              <p:nvPr/>
            </p:nvSpPr>
            <p:spPr>
              <a:xfrm>
                <a:off x="3774576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0" y="247"/>
                      <a:pt x="0" y="519"/>
                    </a:cubicBezTo>
                    <a:cubicBezTo>
                      <a:pt x="0" y="815"/>
                      <a:pt x="223" y="1062"/>
                      <a:pt x="519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6" name="Google Shape;896;p9"/>
              <p:cNvSpPr/>
              <p:nvPr/>
            </p:nvSpPr>
            <p:spPr>
              <a:xfrm>
                <a:off x="3774576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0" y="223"/>
                      <a:pt x="0" y="519"/>
                    </a:cubicBezTo>
                    <a:cubicBezTo>
                      <a:pt x="0" y="815"/>
                      <a:pt x="223" y="1037"/>
                      <a:pt x="519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7" name="Google Shape;897;p9"/>
              <p:cNvSpPr/>
              <p:nvPr/>
            </p:nvSpPr>
            <p:spPr>
              <a:xfrm>
                <a:off x="3774576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0" y="223"/>
                      <a:pt x="0" y="519"/>
                    </a:cubicBezTo>
                    <a:cubicBezTo>
                      <a:pt x="0" y="790"/>
                      <a:pt x="223" y="1037"/>
                      <a:pt x="519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8" name="Google Shape;898;p9"/>
              <p:cNvSpPr/>
              <p:nvPr/>
            </p:nvSpPr>
            <p:spPr>
              <a:xfrm>
                <a:off x="3774576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0" y="248"/>
                      <a:pt x="0" y="519"/>
                    </a:cubicBezTo>
                    <a:cubicBezTo>
                      <a:pt x="0" y="816"/>
                      <a:pt x="223" y="1062"/>
                      <a:pt x="519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9" name="Google Shape;899;p9"/>
              <p:cNvSpPr/>
              <p:nvPr/>
            </p:nvSpPr>
            <p:spPr>
              <a:xfrm>
                <a:off x="3774576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816"/>
                      <a:pt x="223" y="1038"/>
                      <a:pt x="519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0" name="Google Shape;900;p9"/>
              <p:cNvSpPr/>
              <p:nvPr/>
            </p:nvSpPr>
            <p:spPr>
              <a:xfrm>
                <a:off x="3648651" y="-68427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5"/>
                      <a:pt x="248" y="1038"/>
                      <a:pt x="544" y="1038"/>
                    </a:cubicBezTo>
                    <a:cubicBezTo>
                      <a:pt x="816" y="1038"/>
                      <a:pt x="1062" y="815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1" name="Google Shape;901;p9"/>
              <p:cNvSpPr/>
              <p:nvPr/>
            </p:nvSpPr>
            <p:spPr>
              <a:xfrm>
                <a:off x="3648651" y="821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791"/>
                      <a:pt x="248" y="1038"/>
                      <a:pt x="544" y="1038"/>
                    </a:cubicBezTo>
                    <a:cubicBezTo>
                      <a:pt x="816" y="1038"/>
                      <a:pt x="1062" y="791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2" name="Google Shape;902;p9"/>
              <p:cNvSpPr/>
              <p:nvPr/>
            </p:nvSpPr>
            <p:spPr>
              <a:xfrm>
                <a:off x="3648651" y="232173"/>
                <a:ext cx="265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2" extrusionOk="0">
                    <a:moveTo>
                      <a:pt x="544" y="0"/>
                    </a:moveTo>
                    <a:cubicBezTo>
                      <a:pt x="248" y="0"/>
                      <a:pt x="1" y="247"/>
                      <a:pt x="1" y="519"/>
                    </a:cubicBezTo>
                    <a:cubicBezTo>
                      <a:pt x="1" y="815"/>
                      <a:pt x="248" y="1062"/>
                      <a:pt x="544" y="1062"/>
                    </a:cubicBezTo>
                    <a:cubicBezTo>
                      <a:pt x="816" y="1062"/>
                      <a:pt x="1062" y="815"/>
                      <a:pt x="1062" y="519"/>
                    </a:cubicBezTo>
                    <a:cubicBezTo>
                      <a:pt x="1062" y="247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3" name="Google Shape;903;p9"/>
              <p:cNvSpPr/>
              <p:nvPr/>
            </p:nvSpPr>
            <p:spPr>
              <a:xfrm>
                <a:off x="3648651" y="3827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815"/>
                      <a:pt x="248" y="1037"/>
                      <a:pt x="544" y="1037"/>
                    </a:cubicBezTo>
                    <a:cubicBezTo>
                      <a:pt x="816" y="1037"/>
                      <a:pt x="1062" y="815"/>
                      <a:pt x="1062" y="519"/>
                    </a:cubicBezTo>
                    <a:cubicBezTo>
                      <a:pt x="1062" y="223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4" name="Google Shape;904;p9"/>
              <p:cNvSpPr/>
              <p:nvPr/>
            </p:nvSpPr>
            <p:spPr>
              <a:xfrm>
                <a:off x="3648651" y="5333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790"/>
                      <a:pt x="248" y="1037"/>
                      <a:pt x="544" y="1037"/>
                    </a:cubicBezTo>
                    <a:cubicBezTo>
                      <a:pt x="816" y="1037"/>
                      <a:pt x="1062" y="790"/>
                      <a:pt x="1062" y="519"/>
                    </a:cubicBezTo>
                    <a:cubicBezTo>
                      <a:pt x="1062" y="223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5" name="Google Shape;905;p9"/>
              <p:cNvSpPr/>
              <p:nvPr/>
            </p:nvSpPr>
            <p:spPr>
              <a:xfrm>
                <a:off x="3648651" y="683348"/>
                <a:ext cx="2657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3" extrusionOk="0">
                    <a:moveTo>
                      <a:pt x="544" y="1"/>
                    </a:moveTo>
                    <a:cubicBezTo>
                      <a:pt x="248" y="1"/>
                      <a:pt x="1" y="248"/>
                      <a:pt x="1" y="519"/>
                    </a:cubicBezTo>
                    <a:cubicBezTo>
                      <a:pt x="1" y="816"/>
                      <a:pt x="248" y="1062"/>
                      <a:pt x="544" y="1062"/>
                    </a:cubicBezTo>
                    <a:cubicBezTo>
                      <a:pt x="816" y="1062"/>
                      <a:pt x="1062" y="816"/>
                      <a:pt x="1062" y="519"/>
                    </a:cubicBezTo>
                    <a:cubicBezTo>
                      <a:pt x="1062" y="248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6" name="Google Shape;906;p9"/>
              <p:cNvSpPr/>
              <p:nvPr/>
            </p:nvSpPr>
            <p:spPr>
              <a:xfrm>
                <a:off x="3648651" y="833948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6"/>
                      <a:pt x="248" y="1038"/>
                      <a:pt x="544" y="1038"/>
                    </a:cubicBezTo>
                    <a:cubicBezTo>
                      <a:pt x="816" y="1038"/>
                      <a:pt x="1062" y="816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7" name="Google Shape;907;p9"/>
              <p:cNvSpPr/>
              <p:nvPr/>
            </p:nvSpPr>
            <p:spPr>
              <a:xfrm>
                <a:off x="3537501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5"/>
                      <a:pt x="248" y="1038"/>
                      <a:pt x="519" y="1038"/>
                    </a:cubicBezTo>
                    <a:cubicBezTo>
                      <a:pt x="816" y="1038"/>
                      <a:pt x="1038" y="815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8" name="Google Shape;908;p9"/>
              <p:cNvSpPr/>
              <p:nvPr/>
            </p:nvSpPr>
            <p:spPr>
              <a:xfrm>
                <a:off x="3537501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791"/>
                      <a:pt x="248" y="1038"/>
                      <a:pt x="519" y="1038"/>
                    </a:cubicBezTo>
                    <a:cubicBezTo>
                      <a:pt x="816" y="1038"/>
                      <a:pt x="1038" y="791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9" name="Google Shape;909;p9"/>
              <p:cNvSpPr/>
              <p:nvPr/>
            </p:nvSpPr>
            <p:spPr>
              <a:xfrm>
                <a:off x="3537501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48" y="0"/>
                      <a:pt x="1" y="247"/>
                      <a:pt x="1" y="519"/>
                    </a:cubicBezTo>
                    <a:cubicBezTo>
                      <a:pt x="1" y="815"/>
                      <a:pt x="248" y="1062"/>
                      <a:pt x="519" y="1062"/>
                    </a:cubicBezTo>
                    <a:cubicBezTo>
                      <a:pt x="816" y="1062"/>
                      <a:pt x="1038" y="815"/>
                      <a:pt x="1038" y="519"/>
                    </a:cubicBezTo>
                    <a:cubicBezTo>
                      <a:pt x="1038" y="247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0" name="Google Shape;910;p9"/>
              <p:cNvSpPr/>
              <p:nvPr/>
            </p:nvSpPr>
            <p:spPr>
              <a:xfrm>
                <a:off x="3537501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815"/>
                      <a:pt x="248" y="1037"/>
                      <a:pt x="519" y="1037"/>
                    </a:cubicBezTo>
                    <a:cubicBezTo>
                      <a:pt x="816" y="1037"/>
                      <a:pt x="1038" y="815"/>
                      <a:pt x="1038" y="519"/>
                    </a:cubicBezTo>
                    <a:cubicBezTo>
                      <a:pt x="1038" y="223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1" name="Google Shape;911;p9"/>
              <p:cNvSpPr/>
              <p:nvPr/>
            </p:nvSpPr>
            <p:spPr>
              <a:xfrm>
                <a:off x="3537501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790"/>
                      <a:pt x="248" y="1037"/>
                      <a:pt x="519" y="1037"/>
                    </a:cubicBezTo>
                    <a:cubicBezTo>
                      <a:pt x="816" y="1037"/>
                      <a:pt x="1038" y="790"/>
                      <a:pt x="1038" y="519"/>
                    </a:cubicBezTo>
                    <a:cubicBezTo>
                      <a:pt x="1038" y="223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2" name="Google Shape;912;p9"/>
              <p:cNvSpPr/>
              <p:nvPr/>
            </p:nvSpPr>
            <p:spPr>
              <a:xfrm>
                <a:off x="3537501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48" y="1"/>
                      <a:pt x="1" y="248"/>
                      <a:pt x="1" y="519"/>
                    </a:cubicBezTo>
                    <a:cubicBezTo>
                      <a:pt x="1" y="816"/>
                      <a:pt x="248" y="1062"/>
                      <a:pt x="519" y="1062"/>
                    </a:cubicBezTo>
                    <a:cubicBezTo>
                      <a:pt x="816" y="1062"/>
                      <a:pt x="1038" y="816"/>
                      <a:pt x="1038" y="519"/>
                    </a:cubicBezTo>
                    <a:cubicBezTo>
                      <a:pt x="1038" y="248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3" name="Google Shape;913;p9"/>
              <p:cNvSpPr/>
              <p:nvPr/>
            </p:nvSpPr>
            <p:spPr>
              <a:xfrm>
                <a:off x="3537501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6"/>
                      <a:pt x="248" y="1038"/>
                      <a:pt x="519" y="1038"/>
                    </a:cubicBezTo>
                    <a:cubicBezTo>
                      <a:pt x="816" y="1038"/>
                      <a:pt x="1038" y="816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4" name="Google Shape;914;p9"/>
              <p:cNvSpPr/>
              <p:nvPr/>
            </p:nvSpPr>
            <p:spPr>
              <a:xfrm>
                <a:off x="3412226" y="-68427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815"/>
                      <a:pt x="222" y="1038"/>
                      <a:pt x="518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5" name="Google Shape;915;p9"/>
              <p:cNvSpPr/>
              <p:nvPr/>
            </p:nvSpPr>
            <p:spPr>
              <a:xfrm>
                <a:off x="3412226" y="82173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791"/>
                      <a:pt x="222" y="1038"/>
                      <a:pt x="518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6" name="Google Shape;916;p9"/>
              <p:cNvSpPr/>
              <p:nvPr/>
            </p:nvSpPr>
            <p:spPr>
              <a:xfrm>
                <a:off x="3412226" y="232173"/>
                <a:ext cx="259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62" extrusionOk="0">
                    <a:moveTo>
                      <a:pt x="518" y="0"/>
                    </a:moveTo>
                    <a:cubicBezTo>
                      <a:pt x="222" y="0"/>
                      <a:pt x="0" y="247"/>
                      <a:pt x="0" y="519"/>
                    </a:cubicBezTo>
                    <a:cubicBezTo>
                      <a:pt x="0" y="815"/>
                      <a:pt x="222" y="1062"/>
                      <a:pt x="518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7" name="Google Shape;917;p9"/>
              <p:cNvSpPr/>
              <p:nvPr/>
            </p:nvSpPr>
            <p:spPr>
              <a:xfrm>
                <a:off x="3412226" y="382773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0"/>
                    </a:moveTo>
                    <a:cubicBezTo>
                      <a:pt x="222" y="0"/>
                      <a:pt x="0" y="223"/>
                      <a:pt x="0" y="519"/>
                    </a:cubicBezTo>
                    <a:cubicBezTo>
                      <a:pt x="0" y="815"/>
                      <a:pt x="222" y="1037"/>
                      <a:pt x="518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8" name="Google Shape;918;p9"/>
              <p:cNvSpPr/>
              <p:nvPr/>
            </p:nvSpPr>
            <p:spPr>
              <a:xfrm>
                <a:off x="3412226" y="533373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0"/>
                    </a:moveTo>
                    <a:cubicBezTo>
                      <a:pt x="222" y="0"/>
                      <a:pt x="0" y="223"/>
                      <a:pt x="0" y="519"/>
                    </a:cubicBezTo>
                    <a:cubicBezTo>
                      <a:pt x="0" y="790"/>
                      <a:pt x="222" y="1037"/>
                      <a:pt x="518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9" name="Google Shape;919;p9"/>
              <p:cNvSpPr/>
              <p:nvPr/>
            </p:nvSpPr>
            <p:spPr>
              <a:xfrm>
                <a:off x="3412226" y="683348"/>
                <a:ext cx="2592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63" extrusionOk="0">
                    <a:moveTo>
                      <a:pt x="518" y="1"/>
                    </a:moveTo>
                    <a:cubicBezTo>
                      <a:pt x="222" y="1"/>
                      <a:pt x="0" y="248"/>
                      <a:pt x="0" y="519"/>
                    </a:cubicBezTo>
                    <a:cubicBezTo>
                      <a:pt x="0" y="816"/>
                      <a:pt x="222" y="1062"/>
                      <a:pt x="518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0" name="Google Shape;920;p9"/>
              <p:cNvSpPr/>
              <p:nvPr/>
            </p:nvSpPr>
            <p:spPr>
              <a:xfrm>
                <a:off x="3412226" y="833948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816"/>
                      <a:pt x="222" y="1038"/>
                      <a:pt x="518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1" name="Google Shape;921;p9"/>
              <p:cNvSpPr/>
              <p:nvPr/>
            </p:nvSpPr>
            <p:spPr>
              <a:xfrm>
                <a:off x="3286301" y="-68427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5"/>
                      <a:pt x="247" y="1038"/>
                      <a:pt x="519" y="1038"/>
                    </a:cubicBezTo>
                    <a:cubicBezTo>
                      <a:pt x="815" y="1038"/>
                      <a:pt x="1062" y="815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2" name="Google Shape;922;p9"/>
              <p:cNvSpPr/>
              <p:nvPr/>
            </p:nvSpPr>
            <p:spPr>
              <a:xfrm>
                <a:off x="3286301" y="821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791"/>
                      <a:pt x="247" y="1038"/>
                      <a:pt x="519" y="1038"/>
                    </a:cubicBezTo>
                    <a:cubicBezTo>
                      <a:pt x="815" y="1038"/>
                      <a:pt x="1062" y="791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3" name="Google Shape;923;p9"/>
              <p:cNvSpPr/>
              <p:nvPr/>
            </p:nvSpPr>
            <p:spPr>
              <a:xfrm>
                <a:off x="3286301" y="232173"/>
                <a:ext cx="265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2" extrusionOk="0">
                    <a:moveTo>
                      <a:pt x="519" y="0"/>
                    </a:moveTo>
                    <a:cubicBezTo>
                      <a:pt x="247" y="0"/>
                      <a:pt x="0" y="247"/>
                      <a:pt x="0" y="519"/>
                    </a:cubicBezTo>
                    <a:cubicBezTo>
                      <a:pt x="0" y="815"/>
                      <a:pt x="247" y="1062"/>
                      <a:pt x="519" y="1062"/>
                    </a:cubicBezTo>
                    <a:cubicBezTo>
                      <a:pt x="815" y="1062"/>
                      <a:pt x="1062" y="815"/>
                      <a:pt x="1062" y="519"/>
                    </a:cubicBezTo>
                    <a:cubicBezTo>
                      <a:pt x="1062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4" name="Google Shape;924;p9"/>
              <p:cNvSpPr/>
              <p:nvPr/>
            </p:nvSpPr>
            <p:spPr>
              <a:xfrm>
                <a:off x="3286301" y="3827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815"/>
                      <a:pt x="247" y="1037"/>
                      <a:pt x="519" y="1037"/>
                    </a:cubicBezTo>
                    <a:cubicBezTo>
                      <a:pt x="815" y="1037"/>
                      <a:pt x="1062" y="815"/>
                      <a:pt x="1062" y="519"/>
                    </a:cubicBezTo>
                    <a:cubicBezTo>
                      <a:pt x="1062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5" name="Google Shape;925;p9"/>
              <p:cNvSpPr/>
              <p:nvPr/>
            </p:nvSpPr>
            <p:spPr>
              <a:xfrm>
                <a:off x="3286301" y="5333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790"/>
                      <a:pt x="247" y="1037"/>
                      <a:pt x="519" y="1037"/>
                    </a:cubicBezTo>
                    <a:cubicBezTo>
                      <a:pt x="815" y="1037"/>
                      <a:pt x="1062" y="790"/>
                      <a:pt x="1062" y="519"/>
                    </a:cubicBezTo>
                    <a:cubicBezTo>
                      <a:pt x="1062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6" name="Google Shape;926;p9"/>
              <p:cNvSpPr/>
              <p:nvPr/>
            </p:nvSpPr>
            <p:spPr>
              <a:xfrm>
                <a:off x="3286301" y="683348"/>
                <a:ext cx="2657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3" extrusionOk="0">
                    <a:moveTo>
                      <a:pt x="519" y="1"/>
                    </a:moveTo>
                    <a:cubicBezTo>
                      <a:pt x="247" y="1"/>
                      <a:pt x="0" y="248"/>
                      <a:pt x="0" y="519"/>
                    </a:cubicBezTo>
                    <a:cubicBezTo>
                      <a:pt x="0" y="816"/>
                      <a:pt x="247" y="1062"/>
                      <a:pt x="519" y="1062"/>
                    </a:cubicBezTo>
                    <a:cubicBezTo>
                      <a:pt x="815" y="1062"/>
                      <a:pt x="1062" y="816"/>
                      <a:pt x="1062" y="519"/>
                    </a:cubicBezTo>
                    <a:cubicBezTo>
                      <a:pt x="1062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7" name="Google Shape;927;p9"/>
              <p:cNvSpPr/>
              <p:nvPr/>
            </p:nvSpPr>
            <p:spPr>
              <a:xfrm>
                <a:off x="3286301" y="833948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6"/>
                      <a:pt x="247" y="1038"/>
                      <a:pt x="519" y="1038"/>
                    </a:cubicBezTo>
                    <a:cubicBezTo>
                      <a:pt x="815" y="1038"/>
                      <a:pt x="1062" y="816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8" name="Google Shape;928;p9"/>
              <p:cNvSpPr/>
              <p:nvPr/>
            </p:nvSpPr>
            <p:spPr>
              <a:xfrm>
                <a:off x="3161001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5"/>
                      <a:pt x="223" y="1038"/>
                      <a:pt x="519" y="1038"/>
                    </a:cubicBezTo>
                    <a:cubicBezTo>
                      <a:pt x="815" y="1038"/>
                      <a:pt x="1038" y="815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9" name="Google Shape;929;p9"/>
              <p:cNvSpPr/>
              <p:nvPr/>
            </p:nvSpPr>
            <p:spPr>
              <a:xfrm>
                <a:off x="3161001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791"/>
                      <a:pt x="223" y="1038"/>
                      <a:pt x="519" y="1038"/>
                    </a:cubicBezTo>
                    <a:cubicBezTo>
                      <a:pt x="815" y="1038"/>
                      <a:pt x="1038" y="791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0" name="Google Shape;930;p9"/>
              <p:cNvSpPr/>
              <p:nvPr/>
            </p:nvSpPr>
            <p:spPr>
              <a:xfrm>
                <a:off x="3161001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1" y="247"/>
                      <a:pt x="1" y="519"/>
                    </a:cubicBezTo>
                    <a:cubicBezTo>
                      <a:pt x="1" y="815"/>
                      <a:pt x="223" y="1062"/>
                      <a:pt x="519" y="1062"/>
                    </a:cubicBezTo>
                    <a:cubicBezTo>
                      <a:pt x="815" y="1062"/>
                      <a:pt x="1038" y="815"/>
                      <a:pt x="1038" y="519"/>
                    </a:cubicBezTo>
                    <a:cubicBezTo>
                      <a:pt x="1038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1" name="Google Shape;931;p9"/>
              <p:cNvSpPr/>
              <p:nvPr/>
            </p:nvSpPr>
            <p:spPr>
              <a:xfrm>
                <a:off x="3161001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815"/>
                      <a:pt x="223" y="1037"/>
                      <a:pt x="519" y="1037"/>
                    </a:cubicBezTo>
                    <a:cubicBezTo>
                      <a:pt x="815" y="1037"/>
                      <a:pt x="1038" y="815"/>
                      <a:pt x="1038" y="519"/>
                    </a:cubicBezTo>
                    <a:cubicBezTo>
                      <a:pt x="1038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2" name="Google Shape;932;p9"/>
              <p:cNvSpPr/>
              <p:nvPr/>
            </p:nvSpPr>
            <p:spPr>
              <a:xfrm>
                <a:off x="3161001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790"/>
                      <a:pt x="223" y="1037"/>
                      <a:pt x="519" y="1037"/>
                    </a:cubicBezTo>
                    <a:cubicBezTo>
                      <a:pt x="815" y="1037"/>
                      <a:pt x="1038" y="790"/>
                      <a:pt x="1038" y="519"/>
                    </a:cubicBezTo>
                    <a:cubicBezTo>
                      <a:pt x="1038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3" name="Google Shape;933;p9"/>
              <p:cNvSpPr/>
              <p:nvPr/>
            </p:nvSpPr>
            <p:spPr>
              <a:xfrm>
                <a:off x="3161001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1" y="248"/>
                      <a:pt x="1" y="519"/>
                    </a:cubicBezTo>
                    <a:cubicBezTo>
                      <a:pt x="1" y="816"/>
                      <a:pt x="223" y="1062"/>
                      <a:pt x="519" y="1062"/>
                    </a:cubicBezTo>
                    <a:cubicBezTo>
                      <a:pt x="815" y="1062"/>
                      <a:pt x="1038" y="816"/>
                      <a:pt x="1038" y="519"/>
                    </a:cubicBezTo>
                    <a:cubicBezTo>
                      <a:pt x="1038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4" name="Google Shape;934;p9"/>
              <p:cNvSpPr/>
              <p:nvPr/>
            </p:nvSpPr>
            <p:spPr>
              <a:xfrm>
                <a:off x="3161001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6"/>
                      <a:pt x="223" y="1038"/>
                      <a:pt x="519" y="1038"/>
                    </a:cubicBezTo>
                    <a:cubicBezTo>
                      <a:pt x="815" y="1038"/>
                      <a:pt x="1038" y="816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5" name="Google Shape;935;p9"/>
              <p:cNvSpPr/>
              <p:nvPr/>
            </p:nvSpPr>
            <p:spPr>
              <a:xfrm>
                <a:off x="3035701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5"/>
                      <a:pt x="223" y="1038"/>
                      <a:pt x="519" y="1038"/>
                    </a:cubicBezTo>
                    <a:cubicBezTo>
                      <a:pt x="791" y="1038"/>
                      <a:pt x="1038" y="815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6" name="Google Shape;936;p9"/>
              <p:cNvSpPr/>
              <p:nvPr/>
            </p:nvSpPr>
            <p:spPr>
              <a:xfrm>
                <a:off x="3035701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791"/>
                      <a:pt x="223" y="1038"/>
                      <a:pt x="519" y="1038"/>
                    </a:cubicBezTo>
                    <a:cubicBezTo>
                      <a:pt x="791" y="1038"/>
                      <a:pt x="1038" y="791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7" name="Google Shape;937;p9"/>
              <p:cNvSpPr/>
              <p:nvPr/>
            </p:nvSpPr>
            <p:spPr>
              <a:xfrm>
                <a:off x="3035701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1" y="247"/>
                      <a:pt x="1" y="519"/>
                    </a:cubicBezTo>
                    <a:cubicBezTo>
                      <a:pt x="1" y="815"/>
                      <a:pt x="223" y="1062"/>
                      <a:pt x="519" y="1062"/>
                    </a:cubicBezTo>
                    <a:cubicBezTo>
                      <a:pt x="791" y="1062"/>
                      <a:pt x="1038" y="815"/>
                      <a:pt x="1038" y="519"/>
                    </a:cubicBezTo>
                    <a:cubicBezTo>
                      <a:pt x="1038" y="247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8" name="Google Shape;938;p9"/>
              <p:cNvSpPr/>
              <p:nvPr/>
            </p:nvSpPr>
            <p:spPr>
              <a:xfrm>
                <a:off x="3035701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815"/>
                      <a:pt x="223" y="1037"/>
                      <a:pt x="519" y="1037"/>
                    </a:cubicBezTo>
                    <a:cubicBezTo>
                      <a:pt x="791" y="1037"/>
                      <a:pt x="1038" y="815"/>
                      <a:pt x="1038" y="519"/>
                    </a:cubicBezTo>
                    <a:cubicBezTo>
                      <a:pt x="1038" y="223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9" name="Google Shape;939;p9"/>
              <p:cNvSpPr/>
              <p:nvPr/>
            </p:nvSpPr>
            <p:spPr>
              <a:xfrm>
                <a:off x="3035701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790"/>
                      <a:pt x="223" y="1037"/>
                      <a:pt x="519" y="1037"/>
                    </a:cubicBezTo>
                    <a:cubicBezTo>
                      <a:pt x="791" y="1037"/>
                      <a:pt x="1038" y="790"/>
                      <a:pt x="1038" y="519"/>
                    </a:cubicBezTo>
                    <a:cubicBezTo>
                      <a:pt x="1038" y="223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0" name="Google Shape;940;p9"/>
              <p:cNvSpPr/>
              <p:nvPr/>
            </p:nvSpPr>
            <p:spPr>
              <a:xfrm>
                <a:off x="3035701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1" y="248"/>
                      <a:pt x="1" y="519"/>
                    </a:cubicBezTo>
                    <a:cubicBezTo>
                      <a:pt x="1" y="816"/>
                      <a:pt x="223" y="1062"/>
                      <a:pt x="519" y="1062"/>
                    </a:cubicBezTo>
                    <a:cubicBezTo>
                      <a:pt x="791" y="1062"/>
                      <a:pt x="1038" y="816"/>
                      <a:pt x="1038" y="519"/>
                    </a:cubicBezTo>
                    <a:cubicBezTo>
                      <a:pt x="1038" y="248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1" name="Google Shape;941;p9"/>
              <p:cNvSpPr/>
              <p:nvPr/>
            </p:nvSpPr>
            <p:spPr>
              <a:xfrm>
                <a:off x="3035701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6"/>
                      <a:pt x="223" y="1038"/>
                      <a:pt x="519" y="1038"/>
                    </a:cubicBezTo>
                    <a:cubicBezTo>
                      <a:pt x="791" y="1038"/>
                      <a:pt x="1038" y="816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2" name="Google Shape;942;p9"/>
              <p:cNvSpPr/>
              <p:nvPr/>
            </p:nvSpPr>
            <p:spPr>
              <a:xfrm>
                <a:off x="2909801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5"/>
                      <a:pt x="247" y="1038"/>
                      <a:pt x="519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3" name="Google Shape;943;p9"/>
              <p:cNvSpPr/>
              <p:nvPr/>
            </p:nvSpPr>
            <p:spPr>
              <a:xfrm>
                <a:off x="2909801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791"/>
                      <a:pt x="247" y="1038"/>
                      <a:pt x="519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4" name="Google Shape;944;p9"/>
              <p:cNvSpPr/>
              <p:nvPr/>
            </p:nvSpPr>
            <p:spPr>
              <a:xfrm>
                <a:off x="2909801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47" y="0"/>
                      <a:pt x="0" y="247"/>
                      <a:pt x="0" y="519"/>
                    </a:cubicBezTo>
                    <a:cubicBezTo>
                      <a:pt x="0" y="815"/>
                      <a:pt x="247" y="1062"/>
                      <a:pt x="519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5" name="Google Shape;945;p9"/>
              <p:cNvSpPr/>
              <p:nvPr/>
            </p:nvSpPr>
            <p:spPr>
              <a:xfrm>
                <a:off x="2909801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815"/>
                      <a:pt x="247" y="1037"/>
                      <a:pt x="519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6" name="Google Shape;946;p9"/>
              <p:cNvSpPr/>
              <p:nvPr/>
            </p:nvSpPr>
            <p:spPr>
              <a:xfrm>
                <a:off x="2909801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790"/>
                      <a:pt x="247" y="1037"/>
                      <a:pt x="519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7" name="Google Shape;947;p9"/>
              <p:cNvSpPr/>
              <p:nvPr/>
            </p:nvSpPr>
            <p:spPr>
              <a:xfrm>
                <a:off x="2909801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47" y="1"/>
                      <a:pt x="0" y="248"/>
                      <a:pt x="0" y="519"/>
                    </a:cubicBezTo>
                    <a:cubicBezTo>
                      <a:pt x="0" y="816"/>
                      <a:pt x="247" y="1062"/>
                      <a:pt x="519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8" name="Google Shape;948;p9"/>
              <p:cNvSpPr/>
              <p:nvPr/>
            </p:nvSpPr>
            <p:spPr>
              <a:xfrm>
                <a:off x="2909801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6"/>
                      <a:pt x="247" y="1038"/>
                      <a:pt x="519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9" name="Google Shape;949;p9"/>
              <p:cNvSpPr/>
              <p:nvPr/>
            </p:nvSpPr>
            <p:spPr>
              <a:xfrm>
                <a:off x="2784501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815"/>
                      <a:pt x="223" y="1038"/>
                      <a:pt x="519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0" name="Google Shape;950;p9"/>
              <p:cNvSpPr/>
              <p:nvPr/>
            </p:nvSpPr>
            <p:spPr>
              <a:xfrm>
                <a:off x="2784501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791"/>
                      <a:pt x="223" y="1038"/>
                      <a:pt x="519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1" name="Google Shape;951;p9"/>
              <p:cNvSpPr/>
              <p:nvPr/>
            </p:nvSpPr>
            <p:spPr>
              <a:xfrm>
                <a:off x="2784501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0" y="247"/>
                      <a:pt x="0" y="519"/>
                    </a:cubicBezTo>
                    <a:cubicBezTo>
                      <a:pt x="0" y="815"/>
                      <a:pt x="223" y="1062"/>
                      <a:pt x="519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2" name="Google Shape;952;p9"/>
              <p:cNvSpPr/>
              <p:nvPr/>
            </p:nvSpPr>
            <p:spPr>
              <a:xfrm>
                <a:off x="2784501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0" y="223"/>
                      <a:pt x="0" y="519"/>
                    </a:cubicBezTo>
                    <a:cubicBezTo>
                      <a:pt x="0" y="815"/>
                      <a:pt x="223" y="1037"/>
                      <a:pt x="519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3" name="Google Shape;953;p9"/>
              <p:cNvSpPr/>
              <p:nvPr/>
            </p:nvSpPr>
            <p:spPr>
              <a:xfrm>
                <a:off x="2784501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0" y="223"/>
                      <a:pt x="0" y="519"/>
                    </a:cubicBezTo>
                    <a:cubicBezTo>
                      <a:pt x="0" y="790"/>
                      <a:pt x="223" y="1037"/>
                      <a:pt x="519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4" name="Google Shape;954;p9"/>
              <p:cNvSpPr/>
              <p:nvPr/>
            </p:nvSpPr>
            <p:spPr>
              <a:xfrm>
                <a:off x="2784501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0" y="248"/>
                      <a:pt x="0" y="519"/>
                    </a:cubicBezTo>
                    <a:cubicBezTo>
                      <a:pt x="0" y="816"/>
                      <a:pt x="223" y="1062"/>
                      <a:pt x="519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5" name="Google Shape;955;p9"/>
              <p:cNvSpPr/>
              <p:nvPr/>
            </p:nvSpPr>
            <p:spPr>
              <a:xfrm>
                <a:off x="2784501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816"/>
                      <a:pt x="223" y="1038"/>
                      <a:pt x="519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6" name="Google Shape;956;p9"/>
              <p:cNvSpPr/>
              <p:nvPr/>
            </p:nvSpPr>
            <p:spPr>
              <a:xfrm>
                <a:off x="2658576" y="-68427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5"/>
                      <a:pt x="248" y="1038"/>
                      <a:pt x="544" y="1038"/>
                    </a:cubicBezTo>
                    <a:cubicBezTo>
                      <a:pt x="816" y="1038"/>
                      <a:pt x="1062" y="815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7" name="Google Shape;957;p9"/>
              <p:cNvSpPr/>
              <p:nvPr/>
            </p:nvSpPr>
            <p:spPr>
              <a:xfrm>
                <a:off x="2658576" y="821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791"/>
                      <a:pt x="248" y="1038"/>
                      <a:pt x="544" y="1038"/>
                    </a:cubicBezTo>
                    <a:cubicBezTo>
                      <a:pt x="816" y="1038"/>
                      <a:pt x="1062" y="791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8" name="Google Shape;958;p9"/>
              <p:cNvSpPr/>
              <p:nvPr/>
            </p:nvSpPr>
            <p:spPr>
              <a:xfrm>
                <a:off x="2658576" y="232173"/>
                <a:ext cx="265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2" extrusionOk="0">
                    <a:moveTo>
                      <a:pt x="544" y="0"/>
                    </a:moveTo>
                    <a:cubicBezTo>
                      <a:pt x="248" y="0"/>
                      <a:pt x="1" y="247"/>
                      <a:pt x="1" y="519"/>
                    </a:cubicBezTo>
                    <a:cubicBezTo>
                      <a:pt x="1" y="815"/>
                      <a:pt x="248" y="1062"/>
                      <a:pt x="544" y="1062"/>
                    </a:cubicBezTo>
                    <a:cubicBezTo>
                      <a:pt x="816" y="1062"/>
                      <a:pt x="1062" y="815"/>
                      <a:pt x="1062" y="519"/>
                    </a:cubicBezTo>
                    <a:cubicBezTo>
                      <a:pt x="1062" y="247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9" name="Google Shape;959;p9"/>
              <p:cNvSpPr/>
              <p:nvPr/>
            </p:nvSpPr>
            <p:spPr>
              <a:xfrm>
                <a:off x="2658576" y="3827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815"/>
                      <a:pt x="248" y="1037"/>
                      <a:pt x="544" y="1037"/>
                    </a:cubicBezTo>
                    <a:cubicBezTo>
                      <a:pt x="816" y="1037"/>
                      <a:pt x="1062" y="815"/>
                      <a:pt x="1062" y="519"/>
                    </a:cubicBezTo>
                    <a:cubicBezTo>
                      <a:pt x="1062" y="223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0" name="Google Shape;960;p9"/>
              <p:cNvSpPr/>
              <p:nvPr/>
            </p:nvSpPr>
            <p:spPr>
              <a:xfrm>
                <a:off x="2658576" y="5333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790"/>
                      <a:pt x="248" y="1037"/>
                      <a:pt x="544" y="1037"/>
                    </a:cubicBezTo>
                    <a:cubicBezTo>
                      <a:pt x="816" y="1037"/>
                      <a:pt x="1062" y="790"/>
                      <a:pt x="1062" y="519"/>
                    </a:cubicBezTo>
                    <a:cubicBezTo>
                      <a:pt x="1062" y="223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1" name="Google Shape;961;p9"/>
              <p:cNvSpPr/>
              <p:nvPr/>
            </p:nvSpPr>
            <p:spPr>
              <a:xfrm>
                <a:off x="2658576" y="683348"/>
                <a:ext cx="2657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3" extrusionOk="0">
                    <a:moveTo>
                      <a:pt x="544" y="1"/>
                    </a:moveTo>
                    <a:cubicBezTo>
                      <a:pt x="248" y="1"/>
                      <a:pt x="1" y="248"/>
                      <a:pt x="1" y="519"/>
                    </a:cubicBezTo>
                    <a:cubicBezTo>
                      <a:pt x="1" y="816"/>
                      <a:pt x="248" y="1062"/>
                      <a:pt x="544" y="1062"/>
                    </a:cubicBezTo>
                    <a:cubicBezTo>
                      <a:pt x="816" y="1062"/>
                      <a:pt x="1062" y="816"/>
                      <a:pt x="1062" y="519"/>
                    </a:cubicBezTo>
                    <a:cubicBezTo>
                      <a:pt x="1062" y="248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2" name="Google Shape;962;p9"/>
              <p:cNvSpPr/>
              <p:nvPr/>
            </p:nvSpPr>
            <p:spPr>
              <a:xfrm>
                <a:off x="2658576" y="833948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6"/>
                      <a:pt x="248" y="1038"/>
                      <a:pt x="544" y="1038"/>
                    </a:cubicBezTo>
                    <a:cubicBezTo>
                      <a:pt x="816" y="1038"/>
                      <a:pt x="1062" y="816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963" name="Google Shape;963;p9"/>
          <p:cNvGrpSpPr/>
          <p:nvPr/>
        </p:nvGrpSpPr>
        <p:grpSpPr>
          <a:xfrm flipH="1">
            <a:off x="7451269" y="3813195"/>
            <a:ext cx="1429321" cy="1469108"/>
            <a:chOff x="7920525" y="305450"/>
            <a:chExt cx="861400" cy="885325"/>
          </a:xfrm>
        </p:grpSpPr>
        <p:sp>
          <p:nvSpPr>
            <p:cNvPr id="964" name="Google Shape;964;p9"/>
            <p:cNvSpPr/>
            <p:nvPr/>
          </p:nvSpPr>
          <p:spPr>
            <a:xfrm>
              <a:off x="7920525" y="442275"/>
              <a:ext cx="748500" cy="7485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5" name="Google Shape;965;p9"/>
            <p:cNvSpPr/>
            <p:nvPr/>
          </p:nvSpPr>
          <p:spPr>
            <a:xfrm>
              <a:off x="8331025" y="305450"/>
              <a:ext cx="450900" cy="450900"/>
            </a:xfrm>
            <a:prstGeom prst="ellipse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66" name="Google Shape;966;p9"/>
          <p:cNvGrpSpPr/>
          <p:nvPr/>
        </p:nvGrpSpPr>
        <p:grpSpPr>
          <a:xfrm>
            <a:off x="-73496" y="4212034"/>
            <a:ext cx="1907790" cy="1012663"/>
            <a:chOff x="-73496" y="4212034"/>
            <a:chExt cx="1907790" cy="1012663"/>
          </a:xfrm>
        </p:grpSpPr>
        <p:grpSp>
          <p:nvGrpSpPr>
            <p:cNvPr id="967" name="Google Shape;967;p9"/>
            <p:cNvGrpSpPr/>
            <p:nvPr/>
          </p:nvGrpSpPr>
          <p:grpSpPr>
            <a:xfrm flipH="1">
              <a:off x="-73496" y="4469958"/>
              <a:ext cx="1646456" cy="754740"/>
              <a:chOff x="5071203" y="4398918"/>
              <a:chExt cx="1646456" cy="754740"/>
            </a:xfrm>
          </p:grpSpPr>
          <p:sp>
            <p:nvSpPr>
              <p:cNvPr id="968" name="Google Shape;968;p9"/>
              <p:cNvSpPr/>
              <p:nvPr/>
            </p:nvSpPr>
            <p:spPr>
              <a:xfrm>
                <a:off x="5071203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62" y="2148"/>
                    </a:cubicBezTo>
                    <a:cubicBezTo>
                      <a:pt x="1655" y="2148"/>
                      <a:pt x="2149" y="1679"/>
                      <a:pt x="2149" y="1087"/>
                    </a:cubicBezTo>
                    <a:cubicBezTo>
                      <a:pt x="2149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9" name="Google Shape;969;p9"/>
              <p:cNvSpPr/>
              <p:nvPr/>
            </p:nvSpPr>
            <p:spPr>
              <a:xfrm>
                <a:off x="518670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94"/>
                      <a:pt x="1" y="1087"/>
                    </a:cubicBezTo>
                    <a:cubicBezTo>
                      <a:pt x="1" y="1679"/>
                      <a:pt x="495" y="2148"/>
                      <a:pt x="1087" y="2148"/>
                    </a:cubicBezTo>
                    <a:cubicBezTo>
                      <a:pt x="1680" y="2148"/>
                      <a:pt x="2149" y="1679"/>
                      <a:pt x="2149" y="1087"/>
                    </a:cubicBezTo>
                    <a:cubicBezTo>
                      <a:pt x="2149" y="494"/>
                      <a:pt x="1680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0" name="Google Shape;970;p9"/>
              <p:cNvSpPr/>
              <p:nvPr/>
            </p:nvSpPr>
            <p:spPr>
              <a:xfrm>
                <a:off x="5302521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87" y="2148"/>
                    </a:cubicBezTo>
                    <a:cubicBezTo>
                      <a:pt x="1679" y="2148"/>
                      <a:pt x="2149" y="1679"/>
                      <a:pt x="2149" y="1087"/>
                    </a:cubicBezTo>
                    <a:cubicBezTo>
                      <a:pt x="2149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1" name="Google Shape;971;p9"/>
              <p:cNvSpPr/>
              <p:nvPr/>
            </p:nvSpPr>
            <p:spPr>
              <a:xfrm>
                <a:off x="5418334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679"/>
                      <a:pt x="470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2" name="Google Shape;972;p9"/>
              <p:cNvSpPr/>
              <p:nvPr/>
            </p:nvSpPr>
            <p:spPr>
              <a:xfrm>
                <a:off x="5534146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3" name="Google Shape;973;p9"/>
              <p:cNvSpPr/>
              <p:nvPr/>
            </p:nvSpPr>
            <p:spPr>
              <a:xfrm>
                <a:off x="5649652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94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4" name="Google Shape;974;p9"/>
              <p:cNvSpPr/>
              <p:nvPr/>
            </p:nvSpPr>
            <p:spPr>
              <a:xfrm>
                <a:off x="5765465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679"/>
                      <a:pt x="470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5" name="Google Shape;975;p9"/>
              <p:cNvSpPr/>
              <p:nvPr/>
            </p:nvSpPr>
            <p:spPr>
              <a:xfrm>
                <a:off x="5071203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8"/>
                      <a:pt x="1062" y="2148"/>
                    </a:cubicBezTo>
                    <a:cubicBezTo>
                      <a:pt x="1655" y="2148"/>
                      <a:pt x="2149" y="1655"/>
                      <a:pt x="2149" y="1062"/>
                    </a:cubicBezTo>
                    <a:cubicBezTo>
                      <a:pt x="2149" y="470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6" name="Google Shape;976;p9"/>
              <p:cNvSpPr/>
              <p:nvPr/>
            </p:nvSpPr>
            <p:spPr>
              <a:xfrm>
                <a:off x="5302521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94" y="2148"/>
                      <a:pt x="1087" y="2148"/>
                    </a:cubicBezTo>
                    <a:cubicBezTo>
                      <a:pt x="1679" y="2148"/>
                      <a:pt x="2149" y="1655"/>
                      <a:pt x="2149" y="1062"/>
                    </a:cubicBezTo>
                    <a:cubicBezTo>
                      <a:pt x="2149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7" name="Google Shape;977;p9"/>
              <p:cNvSpPr/>
              <p:nvPr/>
            </p:nvSpPr>
            <p:spPr>
              <a:xfrm>
                <a:off x="5534146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55" y="2148"/>
                      <a:pt x="2148" y="1655"/>
                      <a:pt x="2148" y="1062"/>
                    </a:cubicBezTo>
                    <a:cubicBezTo>
                      <a:pt x="2148" y="470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8" name="Google Shape;978;p9"/>
              <p:cNvSpPr/>
              <p:nvPr/>
            </p:nvSpPr>
            <p:spPr>
              <a:xfrm>
                <a:off x="5765465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70"/>
                      <a:pt x="0" y="1062"/>
                    </a:cubicBezTo>
                    <a:cubicBezTo>
                      <a:pt x="0" y="1655"/>
                      <a:pt x="470" y="2148"/>
                      <a:pt x="1087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9" name="Google Shape;979;p9"/>
              <p:cNvSpPr/>
              <p:nvPr/>
            </p:nvSpPr>
            <p:spPr>
              <a:xfrm>
                <a:off x="5071203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70" y="2148"/>
                      <a:pt x="1062" y="2148"/>
                    </a:cubicBezTo>
                    <a:cubicBezTo>
                      <a:pt x="1655" y="2148"/>
                      <a:pt x="2149" y="1654"/>
                      <a:pt x="2149" y="1062"/>
                    </a:cubicBezTo>
                    <a:cubicBezTo>
                      <a:pt x="2149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0" name="Google Shape;980;p9"/>
              <p:cNvSpPr/>
              <p:nvPr/>
            </p:nvSpPr>
            <p:spPr>
              <a:xfrm>
                <a:off x="518670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69"/>
                      <a:pt x="1" y="1062"/>
                    </a:cubicBezTo>
                    <a:cubicBezTo>
                      <a:pt x="1" y="1654"/>
                      <a:pt x="495" y="2148"/>
                      <a:pt x="1087" y="2148"/>
                    </a:cubicBezTo>
                    <a:cubicBezTo>
                      <a:pt x="1680" y="2148"/>
                      <a:pt x="2149" y="1654"/>
                      <a:pt x="2149" y="1062"/>
                    </a:cubicBezTo>
                    <a:cubicBezTo>
                      <a:pt x="2149" y="469"/>
                      <a:pt x="1680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1" name="Google Shape;981;p9"/>
              <p:cNvSpPr/>
              <p:nvPr/>
            </p:nvSpPr>
            <p:spPr>
              <a:xfrm>
                <a:off x="5302521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94" y="2148"/>
                      <a:pt x="1087" y="2148"/>
                    </a:cubicBezTo>
                    <a:cubicBezTo>
                      <a:pt x="1679" y="2148"/>
                      <a:pt x="2149" y="1654"/>
                      <a:pt x="2149" y="1062"/>
                    </a:cubicBezTo>
                    <a:cubicBezTo>
                      <a:pt x="2149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2" name="Google Shape;982;p9"/>
              <p:cNvSpPr/>
              <p:nvPr/>
            </p:nvSpPr>
            <p:spPr>
              <a:xfrm>
                <a:off x="5418334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69"/>
                      <a:pt x="0" y="1062"/>
                    </a:cubicBezTo>
                    <a:cubicBezTo>
                      <a:pt x="0" y="1654"/>
                      <a:pt x="470" y="2148"/>
                      <a:pt x="1062" y="2148"/>
                    </a:cubicBezTo>
                    <a:cubicBezTo>
                      <a:pt x="1655" y="2148"/>
                      <a:pt x="2148" y="1654"/>
                      <a:pt x="2148" y="1062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3" name="Google Shape;983;p9"/>
              <p:cNvSpPr/>
              <p:nvPr/>
            </p:nvSpPr>
            <p:spPr>
              <a:xfrm>
                <a:off x="5534146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5" y="2148"/>
                      <a:pt x="2148" y="1654"/>
                      <a:pt x="2148" y="1062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4" name="Google Shape;984;p9"/>
              <p:cNvSpPr/>
              <p:nvPr/>
            </p:nvSpPr>
            <p:spPr>
              <a:xfrm>
                <a:off x="5649652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69"/>
                      <a:pt x="1" y="1062"/>
                    </a:cubicBezTo>
                    <a:cubicBezTo>
                      <a:pt x="1" y="1654"/>
                      <a:pt x="494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5" name="Google Shape;985;p9"/>
              <p:cNvSpPr/>
              <p:nvPr/>
            </p:nvSpPr>
            <p:spPr>
              <a:xfrm>
                <a:off x="5765465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69"/>
                      <a:pt x="0" y="1062"/>
                    </a:cubicBezTo>
                    <a:cubicBezTo>
                      <a:pt x="0" y="1654"/>
                      <a:pt x="470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6" name="Google Shape;986;p9"/>
              <p:cNvSpPr/>
              <p:nvPr/>
            </p:nvSpPr>
            <p:spPr>
              <a:xfrm>
                <a:off x="5071203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62" y="2149"/>
                    </a:cubicBezTo>
                    <a:cubicBezTo>
                      <a:pt x="1655" y="2149"/>
                      <a:pt x="2149" y="1655"/>
                      <a:pt x="2149" y="1062"/>
                    </a:cubicBezTo>
                    <a:cubicBezTo>
                      <a:pt x="2149" y="470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7" name="Google Shape;987;p9"/>
              <p:cNvSpPr/>
              <p:nvPr/>
            </p:nvSpPr>
            <p:spPr>
              <a:xfrm>
                <a:off x="5302521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87" y="2149"/>
                    </a:cubicBezTo>
                    <a:cubicBezTo>
                      <a:pt x="1679" y="2149"/>
                      <a:pt x="2149" y="1655"/>
                      <a:pt x="2149" y="1062"/>
                    </a:cubicBezTo>
                    <a:cubicBezTo>
                      <a:pt x="2149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8" name="Google Shape;988;p9"/>
              <p:cNvSpPr/>
              <p:nvPr/>
            </p:nvSpPr>
            <p:spPr>
              <a:xfrm>
                <a:off x="5534146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55" y="2149"/>
                      <a:pt x="2148" y="1655"/>
                      <a:pt x="2148" y="1062"/>
                    </a:cubicBezTo>
                    <a:cubicBezTo>
                      <a:pt x="2148" y="470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9" name="Google Shape;989;p9"/>
              <p:cNvSpPr/>
              <p:nvPr/>
            </p:nvSpPr>
            <p:spPr>
              <a:xfrm>
                <a:off x="5765465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70"/>
                      <a:pt x="0" y="1062"/>
                    </a:cubicBezTo>
                    <a:cubicBezTo>
                      <a:pt x="0" y="1655"/>
                      <a:pt x="470" y="2149"/>
                      <a:pt x="1087" y="2149"/>
                    </a:cubicBezTo>
                    <a:cubicBezTo>
                      <a:pt x="1679" y="2149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0" name="Google Shape;990;p9"/>
              <p:cNvSpPr/>
              <p:nvPr/>
            </p:nvSpPr>
            <p:spPr>
              <a:xfrm>
                <a:off x="5071203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70" y="2148"/>
                      <a:pt x="1062" y="2148"/>
                    </a:cubicBezTo>
                    <a:cubicBezTo>
                      <a:pt x="1655" y="2148"/>
                      <a:pt x="2149" y="1679"/>
                      <a:pt x="2149" y="1087"/>
                    </a:cubicBezTo>
                    <a:cubicBezTo>
                      <a:pt x="2149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1" name="Google Shape;991;p9"/>
              <p:cNvSpPr/>
              <p:nvPr/>
            </p:nvSpPr>
            <p:spPr>
              <a:xfrm>
                <a:off x="518670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69"/>
                      <a:pt x="1" y="1087"/>
                    </a:cubicBezTo>
                    <a:cubicBezTo>
                      <a:pt x="1" y="1679"/>
                      <a:pt x="495" y="2148"/>
                      <a:pt x="1087" y="2148"/>
                    </a:cubicBezTo>
                    <a:cubicBezTo>
                      <a:pt x="1680" y="2148"/>
                      <a:pt x="2149" y="1679"/>
                      <a:pt x="2149" y="1087"/>
                    </a:cubicBezTo>
                    <a:cubicBezTo>
                      <a:pt x="2149" y="469"/>
                      <a:pt x="1680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2" name="Google Shape;992;p9"/>
              <p:cNvSpPr/>
              <p:nvPr/>
            </p:nvSpPr>
            <p:spPr>
              <a:xfrm>
                <a:off x="5302521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9" y="1679"/>
                      <a:pt x="2149" y="1087"/>
                    </a:cubicBezTo>
                    <a:cubicBezTo>
                      <a:pt x="2149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3" name="Google Shape;993;p9"/>
              <p:cNvSpPr/>
              <p:nvPr/>
            </p:nvSpPr>
            <p:spPr>
              <a:xfrm>
                <a:off x="5418334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69"/>
                      <a:pt x="0" y="1087"/>
                    </a:cubicBezTo>
                    <a:cubicBezTo>
                      <a:pt x="0" y="1679"/>
                      <a:pt x="470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4" name="Google Shape;994;p9"/>
              <p:cNvSpPr/>
              <p:nvPr/>
            </p:nvSpPr>
            <p:spPr>
              <a:xfrm>
                <a:off x="5534146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5" name="Google Shape;995;p9"/>
              <p:cNvSpPr/>
              <p:nvPr/>
            </p:nvSpPr>
            <p:spPr>
              <a:xfrm>
                <a:off x="5649652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69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6" name="Google Shape;996;p9"/>
              <p:cNvSpPr/>
              <p:nvPr/>
            </p:nvSpPr>
            <p:spPr>
              <a:xfrm>
                <a:off x="5765465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69"/>
                      <a:pt x="0" y="1087"/>
                    </a:cubicBezTo>
                    <a:cubicBezTo>
                      <a:pt x="0" y="1679"/>
                      <a:pt x="470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7" name="Google Shape;997;p9"/>
              <p:cNvSpPr/>
              <p:nvPr/>
            </p:nvSpPr>
            <p:spPr>
              <a:xfrm>
                <a:off x="5071203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70" y="2149"/>
                      <a:pt x="1062" y="2149"/>
                    </a:cubicBezTo>
                    <a:cubicBezTo>
                      <a:pt x="1655" y="2149"/>
                      <a:pt x="2149" y="1680"/>
                      <a:pt x="2149" y="1087"/>
                    </a:cubicBezTo>
                    <a:cubicBezTo>
                      <a:pt x="2149" y="495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8" name="Google Shape;998;p9"/>
              <p:cNvSpPr/>
              <p:nvPr/>
            </p:nvSpPr>
            <p:spPr>
              <a:xfrm>
                <a:off x="5302521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94" y="2149"/>
                      <a:pt x="1087" y="2149"/>
                    </a:cubicBezTo>
                    <a:cubicBezTo>
                      <a:pt x="1679" y="2149"/>
                      <a:pt x="2149" y="1680"/>
                      <a:pt x="2149" y="1087"/>
                    </a:cubicBezTo>
                    <a:cubicBezTo>
                      <a:pt x="2149" y="495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9" name="Google Shape;999;p9"/>
              <p:cNvSpPr/>
              <p:nvPr/>
            </p:nvSpPr>
            <p:spPr>
              <a:xfrm>
                <a:off x="5534146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55" y="2149"/>
                      <a:pt x="2148" y="1680"/>
                      <a:pt x="2148" y="1087"/>
                    </a:cubicBezTo>
                    <a:cubicBezTo>
                      <a:pt x="2148" y="495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00" name="Google Shape;1000;p9"/>
              <p:cNvSpPr/>
              <p:nvPr/>
            </p:nvSpPr>
            <p:spPr>
              <a:xfrm>
                <a:off x="5765465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95"/>
                      <a:pt x="0" y="1087"/>
                    </a:cubicBezTo>
                    <a:cubicBezTo>
                      <a:pt x="0" y="1680"/>
                      <a:pt x="470" y="2149"/>
                      <a:pt x="1087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01" name="Google Shape;1001;p9"/>
              <p:cNvSpPr/>
              <p:nvPr/>
            </p:nvSpPr>
            <p:spPr>
              <a:xfrm>
                <a:off x="5071203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62" y="2346"/>
                    </a:cubicBezTo>
                    <a:cubicBezTo>
                      <a:pt x="1655" y="2346"/>
                      <a:pt x="2149" y="1852"/>
                      <a:pt x="2149" y="1259"/>
                    </a:cubicBezTo>
                    <a:cubicBezTo>
                      <a:pt x="2149" y="1235"/>
                      <a:pt x="2124" y="1210"/>
                      <a:pt x="2124" y="1161"/>
                    </a:cubicBezTo>
                    <a:cubicBezTo>
                      <a:pt x="2124" y="1136"/>
                      <a:pt x="2149" y="1111"/>
                      <a:pt x="2149" y="1087"/>
                    </a:cubicBezTo>
                    <a:cubicBezTo>
                      <a:pt x="2149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02" name="Google Shape;1002;p9"/>
              <p:cNvSpPr/>
              <p:nvPr/>
            </p:nvSpPr>
            <p:spPr>
              <a:xfrm>
                <a:off x="518670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5" y="0"/>
                      <a:pt x="1" y="494"/>
                      <a:pt x="1" y="1087"/>
                    </a:cubicBezTo>
                    <a:cubicBezTo>
                      <a:pt x="1" y="1111"/>
                      <a:pt x="25" y="1136"/>
                      <a:pt x="25" y="1161"/>
                    </a:cubicBezTo>
                    <a:cubicBezTo>
                      <a:pt x="25" y="1210"/>
                      <a:pt x="1" y="1235"/>
                      <a:pt x="1" y="1259"/>
                    </a:cubicBezTo>
                    <a:cubicBezTo>
                      <a:pt x="1" y="1852"/>
                      <a:pt x="495" y="2346"/>
                      <a:pt x="1087" y="2346"/>
                    </a:cubicBezTo>
                    <a:cubicBezTo>
                      <a:pt x="1680" y="2346"/>
                      <a:pt x="2149" y="1852"/>
                      <a:pt x="2149" y="1259"/>
                    </a:cubicBezTo>
                    <a:cubicBezTo>
                      <a:pt x="2149" y="1235"/>
                      <a:pt x="2149" y="1210"/>
                      <a:pt x="2149" y="1161"/>
                    </a:cubicBezTo>
                    <a:cubicBezTo>
                      <a:pt x="2149" y="1136"/>
                      <a:pt x="2149" y="1111"/>
                      <a:pt x="2149" y="1087"/>
                    </a:cubicBezTo>
                    <a:cubicBezTo>
                      <a:pt x="2149" y="494"/>
                      <a:pt x="1680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03" name="Google Shape;1003;p9"/>
              <p:cNvSpPr/>
              <p:nvPr/>
            </p:nvSpPr>
            <p:spPr>
              <a:xfrm>
                <a:off x="5302521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87" y="2346"/>
                    </a:cubicBezTo>
                    <a:cubicBezTo>
                      <a:pt x="1679" y="2346"/>
                      <a:pt x="2149" y="1852"/>
                      <a:pt x="2149" y="1259"/>
                    </a:cubicBezTo>
                    <a:cubicBezTo>
                      <a:pt x="2149" y="1235"/>
                      <a:pt x="2149" y="1210"/>
                      <a:pt x="2149" y="1161"/>
                    </a:cubicBezTo>
                    <a:cubicBezTo>
                      <a:pt x="2149" y="1136"/>
                      <a:pt x="2149" y="1111"/>
                      <a:pt x="2149" y="1087"/>
                    </a:cubicBezTo>
                    <a:cubicBezTo>
                      <a:pt x="2149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04" name="Google Shape;1004;p9"/>
              <p:cNvSpPr/>
              <p:nvPr/>
            </p:nvSpPr>
            <p:spPr>
              <a:xfrm>
                <a:off x="5418334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70" y="2346"/>
                      <a:pt x="1062" y="2346"/>
                    </a:cubicBezTo>
                    <a:cubicBezTo>
                      <a:pt x="1655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05" name="Google Shape;1005;p9"/>
              <p:cNvSpPr/>
              <p:nvPr/>
            </p:nvSpPr>
            <p:spPr>
              <a:xfrm>
                <a:off x="5534146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5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06" name="Google Shape;1006;p9"/>
              <p:cNvSpPr/>
              <p:nvPr/>
            </p:nvSpPr>
            <p:spPr>
              <a:xfrm>
                <a:off x="5649652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4" y="0"/>
                      <a:pt x="1" y="494"/>
                      <a:pt x="1" y="1087"/>
                    </a:cubicBezTo>
                    <a:cubicBezTo>
                      <a:pt x="1" y="1111"/>
                      <a:pt x="25" y="1136"/>
                      <a:pt x="25" y="1161"/>
                    </a:cubicBezTo>
                    <a:cubicBezTo>
                      <a:pt x="25" y="1210"/>
                      <a:pt x="1" y="1235"/>
                      <a:pt x="1" y="1259"/>
                    </a:cubicBezTo>
                    <a:cubicBezTo>
                      <a:pt x="1" y="1852"/>
                      <a:pt x="494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07" name="Google Shape;1007;p9"/>
              <p:cNvSpPr/>
              <p:nvPr/>
            </p:nvSpPr>
            <p:spPr>
              <a:xfrm>
                <a:off x="5765465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70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08" name="Google Shape;1008;p9"/>
              <p:cNvSpPr/>
              <p:nvPr/>
            </p:nvSpPr>
            <p:spPr>
              <a:xfrm>
                <a:off x="6691351" y="5124926"/>
                <a:ext cx="26308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09" name="Google Shape;1009;p9"/>
              <p:cNvSpPr/>
              <p:nvPr/>
            </p:nvSpPr>
            <p:spPr>
              <a:xfrm>
                <a:off x="657553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6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111"/>
                      <a:pt x="25" y="1136"/>
                      <a:pt x="25" y="1161"/>
                    </a:cubicBezTo>
                    <a:cubicBezTo>
                      <a:pt x="25" y="1210"/>
                      <a:pt x="0" y="1235"/>
                      <a:pt x="0" y="1259"/>
                    </a:cubicBezTo>
                    <a:cubicBezTo>
                      <a:pt x="0" y="1852"/>
                      <a:pt x="494" y="2346"/>
                      <a:pt x="1086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6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10" name="Google Shape;1010;p9"/>
              <p:cNvSpPr/>
              <p:nvPr/>
            </p:nvSpPr>
            <p:spPr>
              <a:xfrm>
                <a:off x="6460020" y="5124926"/>
                <a:ext cx="26026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346" extrusionOk="0">
                    <a:moveTo>
                      <a:pt x="1063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63" y="2346"/>
                    </a:cubicBezTo>
                    <a:cubicBezTo>
                      <a:pt x="1655" y="2346"/>
                      <a:pt x="2124" y="1852"/>
                      <a:pt x="2124" y="1259"/>
                    </a:cubicBezTo>
                    <a:cubicBezTo>
                      <a:pt x="2124" y="1235"/>
                      <a:pt x="2124" y="1210"/>
                      <a:pt x="2124" y="1161"/>
                    </a:cubicBezTo>
                    <a:cubicBezTo>
                      <a:pt x="2124" y="1136"/>
                      <a:pt x="2124" y="1111"/>
                      <a:pt x="2124" y="1087"/>
                    </a:cubicBezTo>
                    <a:cubicBezTo>
                      <a:pt x="2124" y="494"/>
                      <a:pt x="1655" y="0"/>
                      <a:pt x="1063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11" name="Google Shape;1011;p9"/>
              <p:cNvSpPr/>
              <p:nvPr/>
            </p:nvSpPr>
            <p:spPr>
              <a:xfrm>
                <a:off x="6344220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48" y="1852"/>
                      <a:pt x="2148" y="1259"/>
                    </a:cubicBezTo>
                    <a:cubicBezTo>
                      <a:pt x="2148" y="1235"/>
                      <a:pt x="2123" y="1210"/>
                      <a:pt x="2123" y="1161"/>
                    </a:cubicBezTo>
                    <a:cubicBezTo>
                      <a:pt x="2123" y="1136"/>
                      <a:pt x="2148" y="1111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12" name="Google Shape;1012;p9"/>
              <p:cNvSpPr/>
              <p:nvPr/>
            </p:nvSpPr>
            <p:spPr>
              <a:xfrm>
                <a:off x="6228408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13" name="Google Shape;1013;p9"/>
              <p:cNvSpPr/>
              <p:nvPr/>
            </p:nvSpPr>
            <p:spPr>
              <a:xfrm>
                <a:off x="6112595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111"/>
                      <a:pt x="25" y="1136"/>
                      <a:pt x="25" y="1161"/>
                    </a:cubicBezTo>
                    <a:cubicBezTo>
                      <a:pt x="25" y="1210"/>
                      <a:pt x="0" y="1235"/>
                      <a:pt x="0" y="1259"/>
                    </a:cubicBezTo>
                    <a:cubicBezTo>
                      <a:pt x="0" y="1852"/>
                      <a:pt x="494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14" name="Google Shape;1014;p9"/>
              <p:cNvSpPr/>
              <p:nvPr/>
            </p:nvSpPr>
            <p:spPr>
              <a:xfrm>
                <a:off x="599708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23" y="1852"/>
                      <a:pt x="2123" y="1259"/>
                    </a:cubicBezTo>
                    <a:cubicBezTo>
                      <a:pt x="2123" y="1235"/>
                      <a:pt x="2123" y="1210"/>
                      <a:pt x="2123" y="1161"/>
                    </a:cubicBezTo>
                    <a:cubicBezTo>
                      <a:pt x="2123" y="1136"/>
                      <a:pt x="2123" y="1111"/>
                      <a:pt x="2123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15" name="Google Shape;1015;p9"/>
              <p:cNvSpPr/>
              <p:nvPr/>
            </p:nvSpPr>
            <p:spPr>
              <a:xfrm>
                <a:off x="5881277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16" name="Google Shape;1016;p9"/>
              <p:cNvSpPr/>
              <p:nvPr/>
            </p:nvSpPr>
            <p:spPr>
              <a:xfrm>
                <a:off x="6691351" y="50039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17" name="Google Shape;1017;p9"/>
              <p:cNvSpPr/>
              <p:nvPr/>
            </p:nvSpPr>
            <p:spPr>
              <a:xfrm>
                <a:off x="6460020" y="50039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70" y="2149"/>
                      <a:pt x="1063" y="2149"/>
                    </a:cubicBezTo>
                    <a:cubicBezTo>
                      <a:pt x="1655" y="2149"/>
                      <a:pt x="2124" y="1680"/>
                      <a:pt x="2124" y="1087"/>
                    </a:cubicBezTo>
                    <a:cubicBezTo>
                      <a:pt x="2124" y="495"/>
                      <a:pt x="1655" y="1"/>
                      <a:pt x="1063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18" name="Google Shape;1018;p9"/>
              <p:cNvSpPr/>
              <p:nvPr/>
            </p:nvSpPr>
            <p:spPr>
              <a:xfrm>
                <a:off x="6228408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87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19" name="Google Shape;1019;p9"/>
              <p:cNvSpPr/>
              <p:nvPr/>
            </p:nvSpPr>
            <p:spPr>
              <a:xfrm>
                <a:off x="5997089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54" y="2149"/>
                      <a:pt x="2148" y="1680"/>
                      <a:pt x="2148" y="1087"/>
                    </a:cubicBezTo>
                    <a:cubicBezTo>
                      <a:pt x="2148" y="495"/>
                      <a:pt x="1654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0" name="Google Shape;1020;p9"/>
              <p:cNvSpPr/>
              <p:nvPr/>
            </p:nvSpPr>
            <p:spPr>
              <a:xfrm>
                <a:off x="6691351" y="4883025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1" name="Google Shape;1021;p9"/>
              <p:cNvSpPr/>
              <p:nvPr/>
            </p:nvSpPr>
            <p:spPr>
              <a:xfrm>
                <a:off x="657553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69"/>
                      <a:pt x="0" y="1087"/>
                    </a:cubicBezTo>
                    <a:cubicBezTo>
                      <a:pt x="0" y="1679"/>
                      <a:pt x="494" y="2148"/>
                      <a:pt x="1086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6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2" name="Google Shape;1022;p9"/>
              <p:cNvSpPr/>
              <p:nvPr/>
            </p:nvSpPr>
            <p:spPr>
              <a:xfrm>
                <a:off x="6460020" y="4883025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70" y="2148"/>
                      <a:pt x="1063" y="2148"/>
                    </a:cubicBezTo>
                    <a:cubicBezTo>
                      <a:pt x="1655" y="2148"/>
                      <a:pt x="2124" y="1679"/>
                      <a:pt x="2124" y="1087"/>
                    </a:cubicBezTo>
                    <a:cubicBezTo>
                      <a:pt x="2124" y="469"/>
                      <a:pt x="1655" y="0"/>
                      <a:pt x="1063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3" name="Google Shape;1023;p9"/>
              <p:cNvSpPr/>
              <p:nvPr/>
            </p:nvSpPr>
            <p:spPr>
              <a:xfrm>
                <a:off x="6344220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4" name="Google Shape;1024;p9"/>
              <p:cNvSpPr/>
              <p:nvPr/>
            </p:nvSpPr>
            <p:spPr>
              <a:xfrm>
                <a:off x="6228408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5" name="Google Shape;1025;p9"/>
              <p:cNvSpPr/>
              <p:nvPr/>
            </p:nvSpPr>
            <p:spPr>
              <a:xfrm>
                <a:off x="6112595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69"/>
                      <a:pt x="0" y="1087"/>
                    </a:cubicBezTo>
                    <a:cubicBezTo>
                      <a:pt x="0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6" name="Google Shape;1026;p9"/>
              <p:cNvSpPr/>
              <p:nvPr/>
            </p:nvSpPr>
            <p:spPr>
              <a:xfrm>
                <a:off x="599708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23" y="1679"/>
                      <a:pt x="2123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7" name="Google Shape;1027;p9"/>
              <p:cNvSpPr/>
              <p:nvPr/>
            </p:nvSpPr>
            <p:spPr>
              <a:xfrm>
                <a:off x="5881277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8" name="Google Shape;1028;p9"/>
              <p:cNvSpPr/>
              <p:nvPr/>
            </p:nvSpPr>
            <p:spPr>
              <a:xfrm>
                <a:off x="6691351" y="47620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79" y="2149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9" name="Google Shape;1029;p9"/>
              <p:cNvSpPr/>
              <p:nvPr/>
            </p:nvSpPr>
            <p:spPr>
              <a:xfrm>
                <a:off x="6460020" y="47620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63" y="2149"/>
                    </a:cubicBezTo>
                    <a:cubicBezTo>
                      <a:pt x="1655" y="2149"/>
                      <a:pt x="2124" y="1655"/>
                      <a:pt x="2124" y="1062"/>
                    </a:cubicBezTo>
                    <a:cubicBezTo>
                      <a:pt x="2124" y="470"/>
                      <a:pt x="1655" y="1"/>
                      <a:pt x="1063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0" name="Google Shape;1030;p9"/>
              <p:cNvSpPr/>
              <p:nvPr/>
            </p:nvSpPr>
            <p:spPr>
              <a:xfrm>
                <a:off x="6227195" y="4762143"/>
                <a:ext cx="28733" cy="26173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137" extrusionOk="0">
                    <a:moveTo>
                      <a:pt x="1173" y="1"/>
                    </a:moveTo>
                    <a:cubicBezTo>
                      <a:pt x="902" y="1"/>
                      <a:pt x="630" y="106"/>
                      <a:pt x="420" y="316"/>
                    </a:cubicBezTo>
                    <a:cubicBezTo>
                      <a:pt x="0" y="735"/>
                      <a:pt x="0" y="1402"/>
                      <a:pt x="420" y="1822"/>
                    </a:cubicBezTo>
                    <a:cubicBezTo>
                      <a:pt x="630" y="2031"/>
                      <a:pt x="902" y="2136"/>
                      <a:pt x="1173" y="2136"/>
                    </a:cubicBezTo>
                    <a:cubicBezTo>
                      <a:pt x="1445" y="2136"/>
                      <a:pt x="1716" y="2031"/>
                      <a:pt x="1926" y="1822"/>
                    </a:cubicBezTo>
                    <a:cubicBezTo>
                      <a:pt x="2346" y="1402"/>
                      <a:pt x="2346" y="735"/>
                      <a:pt x="1926" y="316"/>
                    </a:cubicBezTo>
                    <a:cubicBezTo>
                      <a:pt x="1716" y="106"/>
                      <a:pt x="1445" y="1"/>
                      <a:pt x="1173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1" name="Google Shape;1031;p9"/>
              <p:cNvSpPr/>
              <p:nvPr/>
            </p:nvSpPr>
            <p:spPr>
              <a:xfrm>
                <a:off x="5997089" y="4762069"/>
                <a:ext cx="26014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54" y="2149"/>
                      <a:pt x="2123" y="1655"/>
                      <a:pt x="2123" y="1062"/>
                    </a:cubicBezTo>
                    <a:cubicBezTo>
                      <a:pt x="2123" y="470"/>
                      <a:pt x="1654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2" name="Google Shape;1032;p9"/>
              <p:cNvSpPr/>
              <p:nvPr/>
            </p:nvSpPr>
            <p:spPr>
              <a:xfrm>
                <a:off x="6691351" y="4641125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3" name="Google Shape;1033;p9"/>
              <p:cNvSpPr/>
              <p:nvPr/>
            </p:nvSpPr>
            <p:spPr>
              <a:xfrm>
                <a:off x="657553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69"/>
                      <a:pt x="0" y="1062"/>
                    </a:cubicBezTo>
                    <a:cubicBezTo>
                      <a:pt x="0" y="1654"/>
                      <a:pt x="494" y="2148"/>
                      <a:pt x="1086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6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4" name="Google Shape;1034;p9"/>
              <p:cNvSpPr/>
              <p:nvPr/>
            </p:nvSpPr>
            <p:spPr>
              <a:xfrm>
                <a:off x="6460020" y="4641125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70" y="2148"/>
                      <a:pt x="1063" y="2148"/>
                    </a:cubicBezTo>
                    <a:cubicBezTo>
                      <a:pt x="1655" y="2148"/>
                      <a:pt x="2124" y="1654"/>
                      <a:pt x="2124" y="1062"/>
                    </a:cubicBezTo>
                    <a:cubicBezTo>
                      <a:pt x="2124" y="469"/>
                      <a:pt x="1655" y="0"/>
                      <a:pt x="1063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5" name="Google Shape;1035;p9"/>
              <p:cNvSpPr/>
              <p:nvPr/>
            </p:nvSpPr>
            <p:spPr>
              <a:xfrm>
                <a:off x="6344220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6" name="Google Shape;1036;p9"/>
              <p:cNvSpPr/>
              <p:nvPr/>
            </p:nvSpPr>
            <p:spPr>
              <a:xfrm>
                <a:off x="6228408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7" name="Google Shape;1037;p9"/>
              <p:cNvSpPr/>
              <p:nvPr/>
            </p:nvSpPr>
            <p:spPr>
              <a:xfrm>
                <a:off x="6112595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69"/>
                      <a:pt x="0" y="1062"/>
                    </a:cubicBezTo>
                    <a:cubicBezTo>
                      <a:pt x="0" y="1654"/>
                      <a:pt x="494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8" name="Google Shape;1038;p9"/>
              <p:cNvSpPr/>
              <p:nvPr/>
            </p:nvSpPr>
            <p:spPr>
              <a:xfrm>
                <a:off x="599708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9" name="Google Shape;1039;p9"/>
              <p:cNvSpPr/>
              <p:nvPr/>
            </p:nvSpPr>
            <p:spPr>
              <a:xfrm>
                <a:off x="5881277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0" name="Google Shape;1040;p9"/>
              <p:cNvSpPr/>
              <p:nvPr/>
            </p:nvSpPr>
            <p:spPr>
              <a:xfrm>
                <a:off x="6691351" y="45201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1" name="Google Shape;1041;p9"/>
              <p:cNvSpPr/>
              <p:nvPr/>
            </p:nvSpPr>
            <p:spPr>
              <a:xfrm>
                <a:off x="6460020" y="45201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8"/>
                      <a:pt x="1063" y="2148"/>
                    </a:cubicBezTo>
                    <a:cubicBezTo>
                      <a:pt x="1655" y="2148"/>
                      <a:pt x="2124" y="1655"/>
                      <a:pt x="2124" y="1062"/>
                    </a:cubicBezTo>
                    <a:cubicBezTo>
                      <a:pt x="2124" y="470"/>
                      <a:pt x="1655" y="1"/>
                      <a:pt x="1063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2" name="Google Shape;1042;p9"/>
              <p:cNvSpPr/>
              <p:nvPr/>
            </p:nvSpPr>
            <p:spPr>
              <a:xfrm>
                <a:off x="6228408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87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3" name="Google Shape;1043;p9"/>
              <p:cNvSpPr/>
              <p:nvPr/>
            </p:nvSpPr>
            <p:spPr>
              <a:xfrm>
                <a:off x="5997089" y="4520169"/>
                <a:ext cx="26014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54" y="2148"/>
                      <a:pt x="2123" y="1655"/>
                      <a:pt x="2123" y="1062"/>
                    </a:cubicBezTo>
                    <a:cubicBezTo>
                      <a:pt x="2123" y="470"/>
                      <a:pt x="1654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4" name="Google Shape;1044;p9"/>
              <p:cNvSpPr/>
              <p:nvPr/>
            </p:nvSpPr>
            <p:spPr>
              <a:xfrm>
                <a:off x="6691351" y="4398918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5" name="Google Shape;1045;p9"/>
              <p:cNvSpPr/>
              <p:nvPr/>
            </p:nvSpPr>
            <p:spPr>
              <a:xfrm>
                <a:off x="657553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679"/>
                      <a:pt x="494" y="2148"/>
                      <a:pt x="1086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6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6" name="Google Shape;1046;p9"/>
              <p:cNvSpPr/>
              <p:nvPr/>
            </p:nvSpPr>
            <p:spPr>
              <a:xfrm>
                <a:off x="6460020" y="4398918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63" y="2148"/>
                    </a:cubicBezTo>
                    <a:cubicBezTo>
                      <a:pt x="1655" y="2148"/>
                      <a:pt x="2124" y="1679"/>
                      <a:pt x="2124" y="1087"/>
                    </a:cubicBezTo>
                    <a:cubicBezTo>
                      <a:pt x="2124" y="494"/>
                      <a:pt x="1655" y="0"/>
                      <a:pt x="1063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7" name="Google Shape;1047;p9"/>
              <p:cNvSpPr/>
              <p:nvPr/>
            </p:nvSpPr>
            <p:spPr>
              <a:xfrm>
                <a:off x="6344220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8" name="Google Shape;1048;p9"/>
              <p:cNvSpPr/>
              <p:nvPr/>
            </p:nvSpPr>
            <p:spPr>
              <a:xfrm>
                <a:off x="6228408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9" name="Google Shape;1049;p9"/>
              <p:cNvSpPr/>
              <p:nvPr/>
            </p:nvSpPr>
            <p:spPr>
              <a:xfrm>
                <a:off x="6112595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0" name="Google Shape;1050;p9"/>
              <p:cNvSpPr/>
              <p:nvPr/>
            </p:nvSpPr>
            <p:spPr>
              <a:xfrm>
                <a:off x="599708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23" y="1679"/>
                      <a:pt x="2123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" name="Google Shape;1051;p9"/>
              <p:cNvSpPr/>
              <p:nvPr/>
            </p:nvSpPr>
            <p:spPr>
              <a:xfrm>
                <a:off x="5881277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052" name="Google Shape;1052;p9"/>
            <p:cNvSpPr/>
            <p:nvPr/>
          </p:nvSpPr>
          <p:spPr>
            <a:xfrm flipH="1">
              <a:off x="1282294" y="4212034"/>
              <a:ext cx="552000" cy="552000"/>
            </a:xfrm>
            <a:prstGeom prst="mathPlus">
              <a:avLst>
                <a:gd name="adj1" fmla="val 1723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53" name="Google Shape;1053;p9"/>
          <p:cNvGrpSpPr/>
          <p:nvPr/>
        </p:nvGrpSpPr>
        <p:grpSpPr>
          <a:xfrm>
            <a:off x="-328756" y="-101802"/>
            <a:ext cx="904875" cy="928325"/>
            <a:chOff x="4059176" y="156948"/>
            <a:chExt cx="904875" cy="928325"/>
          </a:xfrm>
        </p:grpSpPr>
        <p:sp>
          <p:nvSpPr>
            <p:cNvPr id="1054" name="Google Shape;1054;p9"/>
            <p:cNvSpPr/>
            <p:nvPr/>
          </p:nvSpPr>
          <p:spPr>
            <a:xfrm>
              <a:off x="4938101" y="1569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19" y="1038"/>
                  </a:cubicBezTo>
                  <a:cubicBezTo>
                    <a:pt x="816" y="1038"/>
                    <a:pt x="1038" y="815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5" name="Google Shape;1055;p9"/>
            <p:cNvSpPr/>
            <p:nvPr/>
          </p:nvSpPr>
          <p:spPr>
            <a:xfrm>
              <a:off x="4938101" y="3075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19" y="1038"/>
                  </a:cubicBezTo>
                  <a:cubicBezTo>
                    <a:pt x="816" y="1038"/>
                    <a:pt x="1038" y="791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6" name="Google Shape;1056;p9"/>
            <p:cNvSpPr/>
            <p:nvPr/>
          </p:nvSpPr>
          <p:spPr>
            <a:xfrm>
              <a:off x="4938101" y="45754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19" y="1062"/>
                  </a:cubicBezTo>
                  <a:cubicBezTo>
                    <a:pt x="816" y="1062"/>
                    <a:pt x="1038" y="815"/>
                    <a:pt x="1038" y="519"/>
                  </a:cubicBezTo>
                  <a:cubicBezTo>
                    <a:pt x="1038" y="247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7" name="Google Shape;1057;p9"/>
            <p:cNvSpPr/>
            <p:nvPr/>
          </p:nvSpPr>
          <p:spPr>
            <a:xfrm>
              <a:off x="4938101" y="6081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19" y="1037"/>
                  </a:cubicBezTo>
                  <a:cubicBezTo>
                    <a:pt x="816" y="1037"/>
                    <a:pt x="1038" y="815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8" name="Google Shape;1058;p9"/>
            <p:cNvSpPr/>
            <p:nvPr/>
          </p:nvSpPr>
          <p:spPr>
            <a:xfrm>
              <a:off x="4938101" y="758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19" y="1037"/>
                  </a:cubicBezTo>
                  <a:cubicBezTo>
                    <a:pt x="816" y="1037"/>
                    <a:pt x="1038" y="790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9" name="Google Shape;1059;p9"/>
            <p:cNvSpPr/>
            <p:nvPr/>
          </p:nvSpPr>
          <p:spPr>
            <a:xfrm>
              <a:off x="4938101" y="908723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19" y="1062"/>
                  </a:cubicBezTo>
                  <a:cubicBezTo>
                    <a:pt x="816" y="1062"/>
                    <a:pt x="1038" y="816"/>
                    <a:pt x="1038" y="519"/>
                  </a:cubicBezTo>
                  <a:cubicBezTo>
                    <a:pt x="1038" y="248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0" name="Google Shape;1060;p9"/>
            <p:cNvSpPr/>
            <p:nvPr/>
          </p:nvSpPr>
          <p:spPr>
            <a:xfrm>
              <a:off x="4938101" y="105932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19" y="1038"/>
                  </a:cubicBezTo>
                  <a:cubicBezTo>
                    <a:pt x="816" y="1038"/>
                    <a:pt x="1038" y="816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1" name="Google Shape;1061;p9"/>
            <p:cNvSpPr/>
            <p:nvPr/>
          </p:nvSpPr>
          <p:spPr>
            <a:xfrm>
              <a:off x="4812826" y="156948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5"/>
                    <a:pt x="222" y="1038"/>
                    <a:pt x="518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2" name="Google Shape;1062;p9"/>
            <p:cNvSpPr/>
            <p:nvPr/>
          </p:nvSpPr>
          <p:spPr>
            <a:xfrm>
              <a:off x="4812826" y="307548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791"/>
                    <a:pt x="222" y="1038"/>
                    <a:pt x="518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3" name="Google Shape;1063;p9"/>
            <p:cNvSpPr/>
            <p:nvPr/>
          </p:nvSpPr>
          <p:spPr>
            <a:xfrm>
              <a:off x="4812826" y="457548"/>
              <a:ext cx="25925" cy="26550"/>
            </a:xfrm>
            <a:custGeom>
              <a:avLst/>
              <a:gdLst/>
              <a:ahLst/>
              <a:cxnLst/>
              <a:rect l="l" t="t" r="r" b="b"/>
              <a:pathLst>
                <a:path w="1037" h="1062" extrusionOk="0">
                  <a:moveTo>
                    <a:pt x="518" y="0"/>
                  </a:moveTo>
                  <a:cubicBezTo>
                    <a:pt x="222" y="0"/>
                    <a:pt x="0" y="247"/>
                    <a:pt x="0" y="519"/>
                  </a:cubicBezTo>
                  <a:cubicBezTo>
                    <a:pt x="0" y="815"/>
                    <a:pt x="222" y="1062"/>
                    <a:pt x="518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4" name="Google Shape;1064;p9"/>
            <p:cNvSpPr/>
            <p:nvPr/>
          </p:nvSpPr>
          <p:spPr>
            <a:xfrm>
              <a:off x="4812826" y="608148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815"/>
                    <a:pt x="222" y="1037"/>
                    <a:pt x="518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5" name="Google Shape;1065;p9"/>
            <p:cNvSpPr/>
            <p:nvPr/>
          </p:nvSpPr>
          <p:spPr>
            <a:xfrm>
              <a:off x="4812826" y="758748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790"/>
                    <a:pt x="222" y="1037"/>
                    <a:pt x="518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6" name="Google Shape;1066;p9"/>
            <p:cNvSpPr/>
            <p:nvPr/>
          </p:nvSpPr>
          <p:spPr>
            <a:xfrm>
              <a:off x="4812826" y="908723"/>
              <a:ext cx="25925" cy="26575"/>
            </a:xfrm>
            <a:custGeom>
              <a:avLst/>
              <a:gdLst/>
              <a:ahLst/>
              <a:cxnLst/>
              <a:rect l="l" t="t" r="r" b="b"/>
              <a:pathLst>
                <a:path w="1037" h="1063" extrusionOk="0">
                  <a:moveTo>
                    <a:pt x="518" y="1"/>
                  </a:moveTo>
                  <a:cubicBezTo>
                    <a:pt x="222" y="1"/>
                    <a:pt x="0" y="248"/>
                    <a:pt x="0" y="519"/>
                  </a:cubicBezTo>
                  <a:cubicBezTo>
                    <a:pt x="0" y="816"/>
                    <a:pt x="222" y="1062"/>
                    <a:pt x="518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7" name="Google Shape;1067;p9"/>
            <p:cNvSpPr/>
            <p:nvPr/>
          </p:nvSpPr>
          <p:spPr>
            <a:xfrm>
              <a:off x="4812826" y="1059323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6"/>
                    <a:pt x="222" y="1038"/>
                    <a:pt x="518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8" name="Google Shape;1068;p9"/>
            <p:cNvSpPr/>
            <p:nvPr/>
          </p:nvSpPr>
          <p:spPr>
            <a:xfrm>
              <a:off x="4686901" y="1569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62" y="815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9" name="Google Shape;1069;p9"/>
            <p:cNvSpPr/>
            <p:nvPr/>
          </p:nvSpPr>
          <p:spPr>
            <a:xfrm>
              <a:off x="4686901" y="3075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62" y="791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0" name="Google Shape;1070;p9"/>
            <p:cNvSpPr/>
            <p:nvPr/>
          </p:nvSpPr>
          <p:spPr>
            <a:xfrm>
              <a:off x="4686901" y="457548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62" y="815"/>
                    <a:pt x="1062" y="519"/>
                  </a:cubicBezTo>
                  <a:cubicBezTo>
                    <a:pt x="1062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1" name="Google Shape;1071;p9"/>
            <p:cNvSpPr/>
            <p:nvPr/>
          </p:nvSpPr>
          <p:spPr>
            <a:xfrm>
              <a:off x="4686901" y="6081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62" y="815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2" name="Google Shape;1072;p9"/>
            <p:cNvSpPr/>
            <p:nvPr/>
          </p:nvSpPr>
          <p:spPr>
            <a:xfrm>
              <a:off x="4686901" y="7587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62" y="790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3" name="Google Shape;1073;p9"/>
            <p:cNvSpPr/>
            <p:nvPr/>
          </p:nvSpPr>
          <p:spPr>
            <a:xfrm>
              <a:off x="4686901" y="908723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62" y="816"/>
                    <a:pt x="1062" y="519"/>
                  </a:cubicBezTo>
                  <a:cubicBezTo>
                    <a:pt x="1062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4" name="Google Shape;1074;p9"/>
            <p:cNvSpPr/>
            <p:nvPr/>
          </p:nvSpPr>
          <p:spPr>
            <a:xfrm>
              <a:off x="4686901" y="1059323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62" y="816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5" name="Google Shape;1075;p9"/>
            <p:cNvSpPr/>
            <p:nvPr/>
          </p:nvSpPr>
          <p:spPr>
            <a:xfrm>
              <a:off x="4561601" y="1569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815" y="1038"/>
                    <a:pt x="1038" y="815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6" name="Google Shape;1076;p9"/>
            <p:cNvSpPr/>
            <p:nvPr/>
          </p:nvSpPr>
          <p:spPr>
            <a:xfrm>
              <a:off x="4561601" y="3075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815" y="1038"/>
                    <a:pt x="1038" y="791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7" name="Google Shape;1077;p9"/>
            <p:cNvSpPr/>
            <p:nvPr/>
          </p:nvSpPr>
          <p:spPr>
            <a:xfrm>
              <a:off x="4561601" y="45754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815" y="1062"/>
                    <a:pt x="1038" y="815"/>
                    <a:pt x="1038" y="519"/>
                  </a:cubicBezTo>
                  <a:cubicBezTo>
                    <a:pt x="1038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8" name="Google Shape;1078;p9"/>
            <p:cNvSpPr/>
            <p:nvPr/>
          </p:nvSpPr>
          <p:spPr>
            <a:xfrm>
              <a:off x="4561601" y="6081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815" y="1037"/>
                    <a:pt x="1038" y="815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9" name="Google Shape;1079;p9"/>
            <p:cNvSpPr/>
            <p:nvPr/>
          </p:nvSpPr>
          <p:spPr>
            <a:xfrm>
              <a:off x="4561601" y="758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815" y="1037"/>
                    <a:pt x="1038" y="790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0" name="Google Shape;1080;p9"/>
            <p:cNvSpPr/>
            <p:nvPr/>
          </p:nvSpPr>
          <p:spPr>
            <a:xfrm>
              <a:off x="4561601" y="908723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815" y="1062"/>
                    <a:pt x="1038" y="816"/>
                    <a:pt x="1038" y="519"/>
                  </a:cubicBezTo>
                  <a:cubicBezTo>
                    <a:pt x="1038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1" name="Google Shape;1081;p9"/>
            <p:cNvSpPr/>
            <p:nvPr/>
          </p:nvSpPr>
          <p:spPr>
            <a:xfrm>
              <a:off x="4561601" y="105932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815" y="1038"/>
                    <a:pt x="1038" y="816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2" name="Google Shape;1082;p9"/>
            <p:cNvSpPr/>
            <p:nvPr/>
          </p:nvSpPr>
          <p:spPr>
            <a:xfrm>
              <a:off x="4436301" y="1569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791" y="1038"/>
                    <a:pt x="1038" y="815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3" name="Google Shape;1083;p9"/>
            <p:cNvSpPr/>
            <p:nvPr/>
          </p:nvSpPr>
          <p:spPr>
            <a:xfrm>
              <a:off x="4436301" y="3075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791" y="1038"/>
                    <a:pt x="1038" y="791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4" name="Google Shape;1084;p9"/>
            <p:cNvSpPr/>
            <p:nvPr/>
          </p:nvSpPr>
          <p:spPr>
            <a:xfrm>
              <a:off x="4436301" y="45754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791" y="1062"/>
                    <a:pt x="1038" y="815"/>
                    <a:pt x="1038" y="519"/>
                  </a:cubicBezTo>
                  <a:cubicBezTo>
                    <a:pt x="1038" y="247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5" name="Google Shape;1085;p9"/>
            <p:cNvSpPr/>
            <p:nvPr/>
          </p:nvSpPr>
          <p:spPr>
            <a:xfrm>
              <a:off x="4436301" y="6081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791" y="1037"/>
                    <a:pt x="1038" y="815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6" name="Google Shape;1086;p9"/>
            <p:cNvSpPr/>
            <p:nvPr/>
          </p:nvSpPr>
          <p:spPr>
            <a:xfrm>
              <a:off x="4436301" y="758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791" y="1037"/>
                    <a:pt x="1038" y="790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7" name="Google Shape;1087;p9"/>
            <p:cNvSpPr/>
            <p:nvPr/>
          </p:nvSpPr>
          <p:spPr>
            <a:xfrm>
              <a:off x="4436301" y="908723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791" y="1062"/>
                    <a:pt x="1038" y="816"/>
                    <a:pt x="1038" y="519"/>
                  </a:cubicBezTo>
                  <a:cubicBezTo>
                    <a:pt x="1038" y="248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8" name="Google Shape;1088;p9"/>
            <p:cNvSpPr/>
            <p:nvPr/>
          </p:nvSpPr>
          <p:spPr>
            <a:xfrm>
              <a:off x="4436301" y="105932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791" y="1038"/>
                    <a:pt x="1038" y="816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9" name="Google Shape;1089;p9"/>
            <p:cNvSpPr/>
            <p:nvPr/>
          </p:nvSpPr>
          <p:spPr>
            <a:xfrm>
              <a:off x="4310401" y="1569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0" name="Google Shape;1090;p9"/>
            <p:cNvSpPr/>
            <p:nvPr/>
          </p:nvSpPr>
          <p:spPr>
            <a:xfrm>
              <a:off x="4310401" y="3075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1" name="Google Shape;1091;p9"/>
            <p:cNvSpPr/>
            <p:nvPr/>
          </p:nvSpPr>
          <p:spPr>
            <a:xfrm>
              <a:off x="4310401" y="45754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2" name="Google Shape;1092;p9"/>
            <p:cNvSpPr/>
            <p:nvPr/>
          </p:nvSpPr>
          <p:spPr>
            <a:xfrm>
              <a:off x="4310401" y="6081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3" name="Google Shape;1093;p9"/>
            <p:cNvSpPr/>
            <p:nvPr/>
          </p:nvSpPr>
          <p:spPr>
            <a:xfrm>
              <a:off x="4310401" y="758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4" name="Google Shape;1094;p9"/>
            <p:cNvSpPr/>
            <p:nvPr/>
          </p:nvSpPr>
          <p:spPr>
            <a:xfrm>
              <a:off x="4310401" y="908723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5" name="Google Shape;1095;p9"/>
            <p:cNvSpPr/>
            <p:nvPr/>
          </p:nvSpPr>
          <p:spPr>
            <a:xfrm>
              <a:off x="4310401" y="105932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6" name="Google Shape;1096;p9"/>
            <p:cNvSpPr/>
            <p:nvPr/>
          </p:nvSpPr>
          <p:spPr>
            <a:xfrm>
              <a:off x="4185101" y="1569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5"/>
                    <a:pt x="223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7" name="Google Shape;1097;p9"/>
            <p:cNvSpPr/>
            <p:nvPr/>
          </p:nvSpPr>
          <p:spPr>
            <a:xfrm>
              <a:off x="4185101" y="3075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791"/>
                    <a:pt x="223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8" name="Google Shape;1098;p9"/>
            <p:cNvSpPr/>
            <p:nvPr/>
          </p:nvSpPr>
          <p:spPr>
            <a:xfrm>
              <a:off x="4185101" y="45754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0" y="247"/>
                    <a:pt x="0" y="519"/>
                  </a:cubicBezTo>
                  <a:cubicBezTo>
                    <a:pt x="0" y="815"/>
                    <a:pt x="223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9" name="Google Shape;1099;p9"/>
            <p:cNvSpPr/>
            <p:nvPr/>
          </p:nvSpPr>
          <p:spPr>
            <a:xfrm>
              <a:off x="4185101" y="6081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815"/>
                    <a:pt x="223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0" name="Google Shape;1100;p9"/>
            <p:cNvSpPr/>
            <p:nvPr/>
          </p:nvSpPr>
          <p:spPr>
            <a:xfrm>
              <a:off x="4185101" y="758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790"/>
                    <a:pt x="223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1" name="Google Shape;1101;p9"/>
            <p:cNvSpPr/>
            <p:nvPr/>
          </p:nvSpPr>
          <p:spPr>
            <a:xfrm>
              <a:off x="4185101" y="908723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0" y="248"/>
                    <a:pt x="0" y="519"/>
                  </a:cubicBezTo>
                  <a:cubicBezTo>
                    <a:pt x="0" y="816"/>
                    <a:pt x="223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2" name="Google Shape;1102;p9"/>
            <p:cNvSpPr/>
            <p:nvPr/>
          </p:nvSpPr>
          <p:spPr>
            <a:xfrm>
              <a:off x="4185101" y="105932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6"/>
                    <a:pt x="223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3" name="Google Shape;1103;p9"/>
            <p:cNvSpPr/>
            <p:nvPr/>
          </p:nvSpPr>
          <p:spPr>
            <a:xfrm>
              <a:off x="4059176" y="1569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44" y="1038"/>
                  </a:cubicBezTo>
                  <a:cubicBezTo>
                    <a:pt x="816" y="1038"/>
                    <a:pt x="1062" y="815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4" name="Google Shape;1104;p9"/>
            <p:cNvSpPr/>
            <p:nvPr/>
          </p:nvSpPr>
          <p:spPr>
            <a:xfrm>
              <a:off x="4059176" y="3075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44" y="1038"/>
                  </a:cubicBezTo>
                  <a:cubicBezTo>
                    <a:pt x="816" y="1038"/>
                    <a:pt x="1062" y="791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5" name="Google Shape;1105;p9"/>
            <p:cNvSpPr/>
            <p:nvPr/>
          </p:nvSpPr>
          <p:spPr>
            <a:xfrm>
              <a:off x="4059176" y="457548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44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44" y="1062"/>
                  </a:cubicBezTo>
                  <a:cubicBezTo>
                    <a:pt x="816" y="1062"/>
                    <a:pt x="1062" y="815"/>
                    <a:pt x="1062" y="519"/>
                  </a:cubicBezTo>
                  <a:cubicBezTo>
                    <a:pt x="1062" y="247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6" name="Google Shape;1106;p9"/>
            <p:cNvSpPr/>
            <p:nvPr/>
          </p:nvSpPr>
          <p:spPr>
            <a:xfrm>
              <a:off x="4059176" y="6081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44" y="1037"/>
                  </a:cubicBezTo>
                  <a:cubicBezTo>
                    <a:pt x="816" y="1037"/>
                    <a:pt x="1062" y="815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7" name="Google Shape;1107;p9"/>
            <p:cNvSpPr/>
            <p:nvPr/>
          </p:nvSpPr>
          <p:spPr>
            <a:xfrm>
              <a:off x="4059176" y="7587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44" y="1037"/>
                  </a:cubicBezTo>
                  <a:cubicBezTo>
                    <a:pt x="816" y="1037"/>
                    <a:pt x="1062" y="790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8" name="Google Shape;1108;p9"/>
            <p:cNvSpPr/>
            <p:nvPr/>
          </p:nvSpPr>
          <p:spPr>
            <a:xfrm>
              <a:off x="4059176" y="908723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44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44" y="1062"/>
                  </a:cubicBezTo>
                  <a:cubicBezTo>
                    <a:pt x="816" y="1062"/>
                    <a:pt x="1062" y="816"/>
                    <a:pt x="1062" y="519"/>
                  </a:cubicBezTo>
                  <a:cubicBezTo>
                    <a:pt x="1062" y="248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9" name="Google Shape;1109;p9"/>
            <p:cNvSpPr/>
            <p:nvPr/>
          </p:nvSpPr>
          <p:spPr>
            <a:xfrm>
              <a:off x="4059176" y="1059323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44" y="1038"/>
                  </a:cubicBezTo>
                  <a:cubicBezTo>
                    <a:pt x="816" y="1038"/>
                    <a:pt x="1062" y="816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0"/>
          <p:cNvSpPr txBox="1">
            <a:spLocks noGrp="1"/>
          </p:cNvSpPr>
          <p:nvPr>
            <p:ph type="body" idx="1"/>
          </p:nvPr>
        </p:nvSpPr>
        <p:spPr>
          <a:xfrm>
            <a:off x="713100" y="532000"/>
            <a:ext cx="4373100" cy="111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 b="1"/>
            </a:lvl1pPr>
          </a:lstStyle>
          <a:p/>
        </p:txBody>
      </p:sp>
      <p:grpSp>
        <p:nvGrpSpPr>
          <p:cNvPr id="1112" name="Google Shape;1112;p10"/>
          <p:cNvGrpSpPr/>
          <p:nvPr/>
        </p:nvGrpSpPr>
        <p:grpSpPr>
          <a:xfrm flipH="1">
            <a:off x="8290244" y="37176"/>
            <a:ext cx="904875" cy="928325"/>
            <a:chOff x="4059176" y="156948"/>
            <a:chExt cx="904875" cy="928325"/>
          </a:xfrm>
        </p:grpSpPr>
        <p:sp>
          <p:nvSpPr>
            <p:cNvPr id="1113" name="Google Shape;1113;p10"/>
            <p:cNvSpPr/>
            <p:nvPr/>
          </p:nvSpPr>
          <p:spPr>
            <a:xfrm>
              <a:off x="4938101" y="1569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19" y="1038"/>
                  </a:cubicBezTo>
                  <a:cubicBezTo>
                    <a:pt x="816" y="1038"/>
                    <a:pt x="1038" y="815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4" name="Google Shape;1114;p10"/>
            <p:cNvSpPr/>
            <p:nvPr/>
          </p:nvSpPr>
          <p:spPr>
            <a:xfrm>
              <a:off x="4938101" y="3075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19" y="1038"/>
                  </a:cubicBezTo>
                  <a:cubicBezTo>
                    <a:pt x="816" y="1038"/>
                    <a:pt x="1038" y="791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5" name="Google Shape;1115;p10"/>
            <p:cNvSpPr/>
            <p:nvPr/>
          </p:nvSpPr>
          <p:spPr>
            <a:xfrm>
              <a:off x="4938101" y="45754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19" y="1062"/>
                  </a:cubicBezTo>
                  <a:cubicBezTo>
                    <a:pt x="816" y="1062"/>
                    <a:pt x="1038" y="815"/>
                    <a:pt x="1038" y="519"/>
                  </a:cubicBezTo>
                  <a:cubicBezTo>
                    <a:pt x="1038" y="247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6" name="Google Shape;1116;p10"/>
            <p:cNvSpPr/>
            <p:nvPr/>
          </p:nvSpPr>
          <p:spPr>
            <a:xfrm>
              <a:off x="4938101" y="6081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19" y="1037"/>
                  </a:cubicBezTo>
                  <a:cubicBezTo>
                    <a:pt x="816" y="1037"/>
                    <a:pt x="1038" y="815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7" name="Google Shape;1117;p10"/>
            <p:cNvSpPr/>
            <p:nvPr/>
          </p:nvSpPr>
          <p:spPr>
            <a:xfrm>
              <a:off x="4938101" y="758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19" y="1037"/>
                  </a:cubicBezTo>
                  <a:cubicBezTo>
                    <a:pt x="816" y="1037"/>
                    <a:pt x="1038" y="790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8" name="Google Shape;1118;p10"/>
            <p:cNvSpPr/>
            <p:nvPr/>
          </p:nvSpPr>
          <p:spPr>
            <a:xfrm>
              <a:off x="4938101" y="908723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19" y="1062"/>
                  </a:cubicBezTo>
                  <a:cubicBezTo>
                    <a:pt x="816" y="1062"/>
                    <a:pt x="1038" y="816"/>
                    <a:pt x="1038" y="519"/>
                  </a:cubicBezTo>
                  <a:cubicBezTo>
                    <a:pt x="1038" y="248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9" name="Google Shape;1119;p10"/>
            <p:cNvSpPr/>
            <p:nvPr/>
          </p:nvSpPr>
          <p:spPr>
            <a:xfrm>
              <a:off x="4938101" y="105932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19" y="1038"/>
                  </a:cubicBezTo>
                  <a:cubicBezTo>
                    <a:pt x="816" y="1038"/>
                    <a:pt x="1038" y="816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0" name="Google Shape;1120;p10"/>
            <p:cNvSpPr/>
            <p:nvPr/>
          </p:nvSpPr>
          <p:spPr>
            <a:xfrm>
              <a:off x="4812826" y="156948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5"/>
                    <a:pt x="222" y="1038"/>
                    <a:pt x="518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1" name="Google Shape;1121;p10"/>
            <p:cNvSpPr/>
            <p:nvPr/>
          </p:nvSpPr>
          <p:spPr>
            <a:xfrm>
              <a:off x="4812826" y="307548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791"/>
                    <a:pt x="222" y="1038"/>
                    <a:pt x="518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2" name="Google Shape;1122;p10"/>
            <p:cNvSpPr/>
            <p:nvPr/>
          </p:nvSpPr>
          <p:spPr>
            <a:xfrm>
              <a:off x="4812826" y="457548"/>
              <a:ext cx="25925" cy="26550"/>
            </a:xfrm>
            <a:custGeom>
              <a:avLst/>
              <a:gdLst/>
              <a:ahLst/>
              <a:cxnLst/>
              <a:rect l="l" t="t" r="r" b="b"/>
              <a:pathLst>
                <a:path w="1037" h="1062" extrusionOk="0">
                  <a:moveTo>
                    <a:pt x="518" y="0"/>
                  </a:moveTo>
                  <a:cubicBezTo>
                    <a:pt x="222" y="0"/>
                    <a:pt x="0" y="247"/>
                    <a:pt x="0" y="519"/>
                  </a:cubicBezTo>
                  <a:cubicBezTo>
                    <a:pt x="0" y="815"/>
                    <a:pt x="222" y="1062"/>
                    <a:pt x="518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3" name="Google Shape;1123;p10"/>
            <p:cNvSpPr/>
            <p:nvPr/>
          </p:nvSpPr>
          <p:spPr>
            <a:xfrm>
              <a:off x="4812826" y="608148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815"/>
                    <a:pt x="222" y="1037"/>
                    <a:pt x="518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4" name="Google Shape;1124;p10"/>
            <p:cNvSpPr/>
            <p:nvPr/>
          </p:nvSpPr>
          <p:spPr>
            <a:xfrm>
              <a:off x="4812826" y="758748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790"/>
                    <a:pt x="222" y="1037"/>
                    <a:pt x="518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5" name="Google Shape;1125;p10"/>
            <p:cNvSpPr/>
            <p:nvPr/>
          </p:nvSpPr>
          <p:spPr>
            <a:xfrm>
              <a:off x="4812826" y="908723"/>
              <a:ext cx="25925" cy="26575"/>
            </a:xfrm>
            <a:custGeom>
              <a:avLst/>
              <a:gdLst/>
              <a:ahLst/>
              <a:cxnLst/>
              <a:rect l="l" t="t" r="r" b="b"/>
              <a:pathLst>
                <a:path w="1037" h="1063" extrusionOk="0">
                  <a:moveTo>
                    <a:pt x="518" y="1"/>
                  </a:moveTo>
                  <a:cubicBezTo>
                    <a:pt x="222" y="1"/>
                    <a:pt x="0" y="248"/>
                    <a:pt x="0" y="519"/>
                  </a:cubicBezTo>
                  <a:cubicBezTo>
                    <a:pt x="0" y="816"/>
                    <a:pt x="222" y="1062"/>
                    <a:pt x="518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6" name="Google Shape;1126;p10"/>
            <p:cNvSpPr/>
            <p:nvPr/>
          </p:nvSpPr>
          <p:spPr>
            <a:xfrm>
              <a:off x="4812826" y="1059323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6"/>
                    <a:pt x="222" y="1038"/>
                    <a:pt x="518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7" name="Google Shape;1127;p10"/>
            <p:cNvSpPr/>
            <p:nvPr/>
          </p:nvSpPr>
          <p:spPr>
            <a:xfrm>
              <a:off x="4686901" y="1569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62" y="815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8" name="Google Shape;1128;p10"/>
            <p:cNvSpPr/>
            <p:nvPr/>
          </p:nvSpPr>
          <p:spPr>
            <a:xfrm>
              <a:off x="4686901" y="3075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62" y="791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9" name="Google Shape;1129;p10"/>
            <p:cNvSpPr/>
            <p:nvPr/>
          </p:nvSpPr>
          <p:spPr>
            <a:xfrm>
              <a:off x="4686901" y="457548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62" y="815"/>
                    <a:pt x="1062" y="519"/>
                  </a:cubicBezTo>
                  <a:cubicBezTo>
                    <a:pt x="1062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0" name="Google Shape;1130;p10"/>
            <p:cNvSpPr/>
            <p:nvPr/>
          </p:nvSpPr>
          <p:spPr>
            <a:xfrm>
              <a:off x="4686901" y="6081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62" y="815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1" name="Google Shape;1131;p10"/>
            <p:cNvSpPr/>
            <p:nvPr/>
          </p:nvSpPr>
          <p:spPr>
            <a:xfrm>
              <a:off x="4686901" y="7587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62" y="790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2" name="Google Shape;1132;p10"/>
            <p:cNvSpPr/>
            <p:nvPr/>
          </p:nvSpPr>
          <p:spPr>
            <a:xfrm>
              <a:off x="4686901" y="908723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62" y="816"/>
                    <a:pt x="1062" y="519"/>
                  </a:cubicBezTo>
                  <a:cubicBezTo>
                    <a:pt x="1062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3" name="Google Shape;1133;p10"/>
            <p:cNvSpPr/>
            <p:nvPr/>
          </p:nvSpPr>
          <p:spPr>
            <a:xfrm>
              <a:off x="4686901" y="1059323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62" y="816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4" name="Google Shape;1134;p10"/>
            <p:cNvSpPr/>
            <p:nvPr/>
          </p:nvSpPr>
          <p:spPr>
            <a:xfrm>
              <a:off x="4561601" y="1569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815" y="1038"/>
                    <a:pt x="1038" y="815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5" name="Google Shape;1135;p10"/>
            <p:cNvSpPr/>
            <p:nvPr/>
          </p:nvSpPr>
          <p:spPr>
            <a:xfrm>
              <a:off x="4561601" y="3075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815" y="1038"/>
                    <a:pt x="1038" y="791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6" name="Google Shape;1136;p10"/>
            <p:cNvSpPr/>
            <p:nvPr/>
          </p:nvSpPr>
          <p:spPr>
            <a:xfrm>
              <a:off x="4561601" y="45754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815" y="1062"/>
                    <a:pt x="1038" y="815"/>
                    <a:pt x="1038" y="519"/>
                  </a:cubicBezTo>
                  <a:cubicBezTo>
                    <a:pt x="1038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7" name="Google Shape;1137;p10"/>
            <p:cNvSpPr/>
            <p:nvPr/>
          </p:nvSpPr>
          <p:spPr>
            <a:xfrm>
              <a:off x="4561601" y="6081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815" y="1037"/>
                    <a:pt x="1038" y="815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8" name="Google Shape;1138;p10"/>
            <p:cNvSpPr/>
            <p:nvPr/>
          </p:nvSpPr>
          <p:spPr>
            <a:xfrm>
              <a:off x="4561601" y="758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815" y="1037"/>
                    <a:pt x="1038" y="790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9" name="Google Shape;1139;p10"/>
            <p:cNvSpPr/>
            <p:nvPr/>
          </p:nvSpPr>
          <p:spPr>
            <a:xfrm>
              <a:off x="4561601" y="908723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815" y="1062"/>
                    <a:pt x="1038" y="816"/>
                    <a:pt x="1038" y="519"/>
                  </a:cubicBezTo>
                  <a:cubicBezTo>
                    <a:pt x="1038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0" name="Google Shape;1140;p10"/>
            <p:cNvSpPr/>
            <p:nvPr/>
          </p:nvSpPr>
          <p:spPr>
            <a:xfrm>
              <a:off x="4561601" y="105932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815" y="1038"/>
                    <a:pt x="1038" y="816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1" name="Google Shape;1141;p10"/>
            <p:cNvSpPr/>
            <p:nvPr/>
          </p:nvSpPr>
          <p:spPr>
            <a:xfrm>
              <a:off x="4436301" y="1569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791" y="1038"/>
                    <a:pt x="1038" y="815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2" name="Google Shape;1142;p10"/>
            <p:cNvSpPr/>
            <p:nvPr/>
          </p:nvSpPr>
          <p:spPr>
            <a:xfrm>
              <a:off x="4436301" y="3075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791" y="1038"/>
                    <a:pt x="1038" y="791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3" name="Google Shape;1143;p10"/>
            <p:cNvSpPr/>
            <p:nvPr/>
          </p:nvSpPr>
          <p:spPr>
            <a:xfrm>
              <a:off x="4436301" y="45754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791" y="1062"/>
                    <a:pt x="1038" y="815"/>
                    <a:pt x="1038" y="519"/>
                  </a:cubicBezTo>
                  <a:cubicBezTo>
                    <a:pt x="1038" y="247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4" name="Google Shape;1144;p10"/>
            <p:cNvSpPr/>
            <p:nvPr/>
          </p:nvSpPr>
          <p:spPr>
            <a:xfrm>
              <a:off x="4436301" y="6081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791" y="1037"/>
                    <a:pt x="1038" y="815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5" name="Google Shape;1145;p10"/>
            <p:cNvSpPr/>
            <p:nvPr/>
          </p:nvSpPr>
          <p:spPr>
            <a:xfrm>
              <a:off x="4436301" y="758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791" y="1037"/>
                    <a:pt x="1038" y="790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6" name="Google Shape;1146;p10"/>
            <p:cNvSpPr/>
            <p:nvPr/>
          </p:nvSpPr>
          <p:spPr>
            <a:xfrm>
              <a:off x="4436301" y="908723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791" y="1062"/>
                    <a:pt x="1038" y="816"/>
                    <a:pt x="1038" y="519"/>
                  </a:cubicBezTo>
                  <a:cubicBezTo>
                    <a:pt x="1038" y="248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7" name="Google Shape;1147;p10"/>
            <p:cNvSpPr/>
            <p:nvPr/>
          </p:nvSpPr>
          <p:spPr>
            <a:xfrm>
              <a:off x="4436301" y="105932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791" y="1038"/>
                    <a:pt x="1038" y="816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8" name="Google Shape;1148;p10"/>
            <p:cNvSpPr/>
            <p:nvPr/>
          </p:nvSpPr>
          <p:spPr>
            <a:xfrm>
              <a:off x="4310401" y="1569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9" name="Google Shape;1149;p10"/>
            <p:cNvSpPr/>
            <p:nvPr/>
          </p:nvSpPr>
          <p:spPr>
            <a:xfrm>
              <a:off x="4310401" y="3075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0" name="Google Shape;1150;p10"/>
            <p:cNvSpPr/>
            <p:nvPr/>
          </p:nvSpPr>
          <p:spPr>
            <a:xfrm>
              <a:off x="4310401" y="45754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1" name="Google Shape;1151;p10"/>
            <p:cNvSpPr/>
            <p:nvPr/>
          </p:nvSpPr>
          <p:spPr>
            <a:xfrm>
              <a:off x="4310401" y="6081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2" name="Google Shape;1152;p10"/>
            <p:cNvSpPr/>
            <p:nvPr/>
          </p:nvSpPr>
          <p:spPr>
            <a:xfrm>
              <a:off x="4310401" y="758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3" name="Google Shape;1153;p10"/>
            <p:cNvSpPr/>
            <p:nvPr/>
          </p:nvSpPr>
          <p:spPr>
            <a:xfrm>
              <a:off x="4310401" y="908723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4" name="Google Shape;1154;p10"/>
            <p:cNvSpPr/>
            <p:nvPr/>
          </p:nvSpPr>
          <p:spPr>
            <a:xfrm>
              <a:off x="4310401" y="105932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5" name="Google Shape;1155;p10"/>
            <p:cNvSpPr/>
            <p:nvPr/>
          </p:nvSpPr>
          <p:spPr>
            <a:xfrm>
              <a:off x="4185101" y="1569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5"/>
                    <a:pt x="223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6" name="Google Shape;1156;p10"/>
            <p:cNvSpPr/>
            <p:nvPr/>
          </p:nvSpPr>
          <p:spPr>
            <a:xfrm>
              <a:off x="4185101" y="3075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791"/>
                    <a:pt x="223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7" name="Google Shape;1157;p10"/>
            <p:cNvSpPr/>
            <p:nvPr/>
          </p:nvSpPr>
          <p:spPr>
            <a:xfrm>
              <a:off x="4185101" y="45754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0" y="247"/>
                    <a:pt x="0" y="519"/>
                  </a:cubicBezTo>
                  <a:cubicBezTo>
                    <a:pt x="0" y="815"/>
                    <a:pt x="223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8" name="Google Shape;1158;p10"/>
            <p:cNvSpPr/>
            <p:nvPr/>
          </p:nvSpPr>
          <p:spPr>
            <a:xfrm>
              <a:off x="4185101" y="6081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815"/>
                    <a:pt x="223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9" name="Google Shape;1159;p10"/>
            <p:cNvSpPr/>
            <p:nvPr/>
          </p:nvSpPr>
          <p:spPr>
            <a:xfrm>
              <a:off x="4185101" y="758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790"/>
                    <a:pt x="223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0" name="Google Shape;1160;p10"/>
            <p:cNvSpPr/>
            <p:nvPr/>
          </p:nvSpPr>
          <p:spPr>
            <a:xfrm>
              <a:off x="4185101" y="908723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0" y="248"/>
                    <a:pt x="0" y="519"/>
                  </a:cubicBezTo>
                  <a:cubicBezTo>
                    <a:pt x="0" y="816"/>
                    <a:pt x="223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1" name="Google Shape;1161;p10"/>
            <p:cNvSpPr/>
            <p:nvPr/>
          </p:nvSpPr>
          <p:spPr>
            <a:xfrm>
              <a:off x="4185101" y="105932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6"/>
                    <a:pt x="223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2" name="Google Shape;1162;p10"/>
            <p:cNvSpPr/>
            <p:nvPr/>
          </p:nvSpPr>
          <p:spPr>
            <a:xfrm>
              <a:off x="4059176" y="1569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44" y="1038"/>
                  </a:cubicBezTo>
                  <a:cubicBezTo>
                    <a:pt x="816" y="1038"/>
                    <a:pt x="1062" y="815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3" name="Google Shape;1163;p10"/>
            <p:cNvSpPr/>
            <p:nvPr/>
          </p:nvSpPr>
          <p:spPr>
            <a:xfrm>
              <a:off x="4059176" y="3075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44" y="1038"/>
                  </a:cubicBezTo>
                  <a:cubicBezTo>
                    <a:pt x="816" y="1038"/>
                    <a:pt x="1062" y="791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4" name="Google Shape;1164;p10"/>
            <p:cNvSpPr/>
            <p:nvPr/>
          </p:nvSpPr>
          <p:spPr>
            <a:xfrm>
              <a:off x="4059176" y="457548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44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44" y="1062"/>
                  </a:cubicBezTo>
                  <a:cubicBezTo>
                    <a:pt x="816" y="1062"/>
                    <a:pt x="1062" y="815"/>
                    <a:pt x="1062" y="519"/>
                  </a:cubicBezTo>
                  <a:cubicBezTo>
                    <a:pt x="1062" y="247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5" name="Google Shape;1165;p10"/>
            <p:cNvSpPr/>
            <p:nvPr/>
          </p:nvSpPr>
          <p:spPr>
            <a:xfrm>
              <a:off x="4059176" y="6081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44" y="1037"/>
                  </a:cubicBezTo>
                  <a:cubicBezTo>
                    <a:pt x="816" y="1037"/>
                    <a:pt x="1062" y="815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6" name="Google Shape;1166;p10"/>
            <p:cNvSpPr/>
            <p:nvPr/>
          </p:nvSpPr>
          <p:spPr>
            <a:xfrm>
              <a:off x="4059176" y="7587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44" y="1037"/>
                  </a:cubicBezTo>
                  <a:cubicBezTo>
                    <a:pt x="816" y="1037"/>
                    <a:pt x="1062" y="790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7" name="Google Shape;1167;p10"/>
            <p:cNvSpPr/>
            <p:nvPr/>
          </p:nvSpPr>
          <p:spPr>
            <a:xfrm>
              <a:off x="4059176" y="908723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44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44" y="1062"/>
                  </a:cubicBezTo>
                  <a:cubicBezTo>
                    <a:pt x="816" y="1062"/>
                    <a:pt x="1062" y="816"/>
                    <a:pt x="1062" y="519"/>
                  </a:cubicBezTo>
                  <a:cubicBezTo>
                    <a:pt x="1062" y="248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8" name="Google Shape;1168;p10"/>
            <p:cNvSpPr/>
            <p:nvPr/>
          </p:nvSpPr>
          <p:spPr>
            <a:xfrm>
              <a:off x="4059176" y="1059323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44" y="1038"/>
                  </a:cubicBezTo>
                  <a:cubicBezTo>
                    <a:pt x="816" y="1038"/>
                    <a:pt x="1062" y="816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69" name="Google Shape;1169;p10"/>
          <p:cNvGrpSpPr/>
          <p:nvPr/>
        </p:nvGrpSpPr>
        <p:grpSpPr>
          <a:xfrm>
            <a:off x="7685416" y="3921525"/>
            <a:ext cx="889034" cy="918332"/>
            <a:chOff x="420666" y="2771000"/>
            <a:chExt cx="889034" cy="918332"/>
          </a:xfrm>
        </p:grpSpPr>
        <p:sp>
          <p:nvSpPr>
            <p:cNvPr id="1170" name="Google Shape;1170;p10"/>
            <p:cNvSpPr/>
            <p:nvPr/>
          </p:nvSpPr>
          <p:spPr>
            <a:xfrm>
              <a:off x="420666" y="3004432"/>
              <a:ext cx="684900" cy="6849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1" name="Google Shape;1171;p10"/>
            <p:cNvSpPr/>
            <p:nvPr/>
          </p:nvSpPr>
          <p:spPr>
            <a:xfrm>
              <a:off x="870200" y="2771000"/>
              <a:ext cx="439500" cy="4395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72" name="Google Shape;1172;p10"/>
          <p:cNvGrpSpPr/>
          <p:nvPr/>
        </p:nvGrpSpPr>
        <p:grpSpPr>
          <a:xfrm>
            <a:off x="-997557" y="3249799"/>
            <a:ext cx="2963381" cy="2886907"/>
            <a:chOff x="-997557" y="3249799"/>
            <a:chExt cx="2963381" cy="2886907"/>
          </a:xfrm>
        </p:grpSpPr>
        <p:sp>
          <p:nvSpPr>
            <p:cNvPr id="1173" name="Google Shape;1173;p10"/>
            <p:cNvSpPr/>
            <p:nvPr/>
          </p:nvSpPr>
          <p:spPr>
            <a:xfrm flipH="1">
              <a:off x="-997557" y="3603806"/>
              <a:ext cx="2532900" cy="2532900"/>
            </a:xfrm>
            <a:prstGeom prst="donut">
              <a:avLst>
                <a:gd name="adj" fmla="val 29191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4" name="Google Shape;1174;p10"/>
            <p:cNvSpPr/>
            <p:nvPr/>
          </p:nvSpPr>
          <p:spPr>
            <a:xfrm>
              <a:off x="286475" y="3249799"/>
              <a:ext cx="928200" cy="9282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5" name="Google Shape;1175;p10"/>
            <p:cNvSpPr/>
            <p:nvPr/>
          </p:nvSpPr>
          <p:spPr>
            <a:xfrm flipH="1">
              <a:off x="1076924" y="4198124"/>
              <a:ext cx="888900" cy="888900"/>
            </a:xfrm>
            <a:prstGeom prst="mathPlus">
              <a:avLst>
                <a:gd name="adj1" fmla="val 17232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11"/>
          <p:cNvSpPr txBox="1">
            <a:spLocks noGrp="1"/>
          </p:cNvSpPr>
          <p:nvPr>
            <p:ph type="title" hasCustomPrompt="1"/>
          </p:nvPr>
        </p:nvSpPr>
        <p:spPr>
          <a:xfrm>
            <a:off x="1585050" y="1517083"/>
            <a:ext cx="5973900" cy="14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78" name="Google Shape;1178;p11"/>
          <p:cNvSpPr txBox="1">
            <a:spLocks noGrp="1"/>
          </p:cNvSpPr>
          <p:nvPr>
            <p:ph type="subTitle" idx="1"/>
          </p:nvPr>
        </p:nvSpPr>
        <p:spPr>
          <a:xfrm>
            <a:off x="1585050" y="3202958"/>
            <a:ext cx="5973900" cy="3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179" name="Google Shape;1179;p11"/>
          <p:cNvGrpSpPr/>
          <p:nvPr/>
        </p:nvGrpSpPr>
        <p:grpSpPr>
          <a:xfrm>
            <a:off x="5893793" y="3581698"/>
            <a:ext cx="4222018" cy="2532900"/>
            <a:chOff x="5893793" y="3581698"/>
            <a:chExt cx="4222018" cy="2532900"/>
          </a:xfrm>
        </p:grpSpPr>
        <p:sp>
          <p:nvSpPr>
            <p:cNvPr id="1180" name="Google Shape;1180;p11"/>
            <p:cNvSpPr/>
            <p:nvPr/>
          </p:nvSpPr>
          <p:spPr>
            <a:xfrm rot="10800000" flipH="1">
              <a:off x="7582911" y="3581698"/>
              <a:ext cx="2532900" cy="2532900"/>
            </a:xfrm>
            <a:prstGeom prst="donut">
              <a:avLst>
                <a:gd name="adj" fmla="val 29191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1" name="Google Shape;1181;p11"/>
            <p:cNvSpPr/>
            <p:nvPr/>
          </p:nvSpPr>
          <p:spPr>
            <a:xfrm rot="10800000" flipH="1">
              <a:off x="8227491" y="3581703"/>
              <a:ext cx="754800" cy="754800"/>
            </a:xfrm>
            <a:prstGeom prst="mathPlus">
              <a:avLst>
                <a:gd name="adj1" fmla="val 17232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182" name="Google Shape;1182;p11"/>
            <p:cNvGrpSpPr/>
            <p:nvPr/>
          </p:nvGrpSpPr>
          <p:grpSpPr>
            <a:xfrm rot="10800000" flipH="1">
              <a:off x="5893793" y="4303459"/>
              <a:ext cx="1894950" cy="928325"/>
              <a:chOff x="2658576" y="-68427"/>
              <a:chExt cx="1894950" cy="928325"/>
            </a:xfrm>
          </p:grpSpPr>
          <p:sp>
            <p:nvSpPr>
              <p:cNvPr id="1183" name="Google Shape;1183;p11"/>
              <p:cNvSpPr/>
              <p:nvPr/>
            </p:nvSpPr>
            <p:spPr>
              <a:xfrm>
                <a:off x="4527576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5"/>
                      <a:pt x="248" y="1038"/>
                      <a:pt x="519" y="1038"/>
                    </a:cubicBezTo>
                    <a:cubicBezTo>
                      <a:pt x="816" y="1038"/>
                      <a:pt x="1038" y="815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84" name="Google Shape;1184;p11"/>
              <p:cNvSpPr/>
              <p:nvPr/>
            </p:nvSpPr>
            <p:spPr>
              <a:xfrm>
                <a:off x="4527576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791"/>
                      <a:pt x="248" y="1038"/>
                      <a:pt x="519" y="1038"/>
                    </a:cubicBezTo>
                    <a:cubicBezTo>
                      <a:pt x="816" y="1038"/>
                      <a:pt x="1038" y="791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85" name="Google Shape;1185;p11"/>
              <p:cNvSpPr/>
              <p:nvPr/>
            </p:nvSpPr>
            <p:spPr>
              <a:xfrm>
                <a:off x="4527576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48" y="0"/>
                      <a:pt x="1" y="247"/>
                      <a:pt x="1" y="519"/>
                    </a:cubicBezTo>
                    <a:cubicBezTo>
                      <a:pt x="1" y="815"/>
                      <a:pt x="248" y="1062"/>
                      <a:pt x="519" y="1062"/>
                    </a:cubicBezTo>
                    <a:cubicBezTo>
                      <a:pt x="816" y="1062"/>
                      <a:pt x="1038" y="815"/>
                      <a:pt x="1038" y="519"/>
                    </a:cubicBezTo>
                    <a:cubicBezTo>
                      <a:pt x="1038" y="247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86" name="Google Shape;1186;p11"/>
              <p:cNvSpPr/>
              <p:nvPr/>
            </p:nvSpPr>
            <p:spPr>
              <a:xfrm>
                <a:off x="4527576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815"/>
                      <a:pt x="248" y="1037"/>
                      <a:pt x="519" y="1037"/>
                    </a:cubicBezTo>
                    <a:cubicBezTo>
                      <a:pt x="816" y="1037"/>
                      <a:pt x="1038" y="815"/>
                      <a:pt x="1038" y="519"/>
                    </a:cubicBezTo>
                    <a:cubicBezTo>
                      <a:pt x="1038" y="223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87" name="Google Shape;1187;p11"/>
              <p:cNvSpPr/>
              <p:nvPr/>
            </p:nvSpPr>
            <p:spPr>
              <a:xfrm>
                <a:off x="4527576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790"/>
                      <a:pt x="248" y="1037"/>
                      <a:pt x="519" y="1037"/>
                    </a:cubicBezTo>
                    <a:cubicBezTo>
                      <a:pt x="816" y="1037"/>
                      <a:pt x="1038" y="790"/>
                      <a:pt x="1038" y="519"/>
                    </a:cubicBezTo>
                    <a:cubicBezTo>
                      <a:pt x="1038" y="223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88" name="Google Shape;1188;p11"/>
              <p:cNvSpPr/>
              <p:nvPr/>
            </p:nvSpPr>
            <p:spPr>
              <a:xfrm>
                <a:off x="4527576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48" y="1"/>
                      <a:pt x="1" y="248"/>
                      <a:pt x="1" y="519"/>
                    </a:cubicBezTo>
                    <a:cubicBezTo>
                      <a:pt x="1" y="816"/>
                      <a:pt x="248" y="1062"/>
                      <a:pt x="519" y="1062"/>
                    </a:cubicBezTo>
                    <a:cubicBezTo>
                      <a:pt x="816" y="1062"/>
                      <a:pt x="1038" y="816"/>
                      <a:pt x="1038" y="519"/>
                    </a:cubicBezTo>
                    <a:cubicBezTo>
                      <a:pt x="1038" y="248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89" name="Google Shape;1189;p11"/>
              <p:cNvSpPr/>
              <p:nvPr/>
            </p:nvSpPr>
            <p:spPr>
              <a:xfrm>
                <a:off x="4527576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6"/>
                      <a:pt x="248" y="1038"/>
                      <a:pt x="519" y="1038"/>
                    </a:cubicBezTo>
                    <a:cubicBezTo>
                      <a:pt x="816" y="1038"/>
                      <a:pt x="1038" y="816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90" name="Google Shape;1190;p11"/>
              <p:cNvSpPr/>
              <p:nvPr/>
            </p:nvSpPr>
            <p:spPr>
              <a:xfrm>
                <a:off x="4402301" y="-68427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815"/>
                      <a:pt x="222" y="1038"/>
                      <a:pt x="518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91" name="Google Shape;1191;p11"/>
              <p:cNvSpPr/>
              <p:nvPr/>
            </p:nvSpPr>
            <p:spPr>
              <a:xfrm>
                <a:off x="4402301" y="82173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791"/>
                      <a:pt x="222" y="1038"/>
                      <a:pt x="518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92" name="Google Shape;1192;p11"/>
              <p:cNvSpPr/>
              <p:nvPr/>
            </p:nvSpPr>
            <p:spPr>
              <a:xfrm>
                <a:off x="4402301" y="232173"/>
                <a:ext cx="259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62" extrusionOk="0">
                    <a:moveTo>
                      <a:pt x="518" y="0"/>
                    </a:moveTo>
                    <a:cubicBezTo>
                      <a:pt x="222" y="0"/>
                      <a:pt x="0" y="247"/>
                      <a:pt x="0" y="519"/>
                    </a:cubicBezTo>
                    <a:cubicBezTo>
                      <a:pt x="0" y="815"/>
                      <a:pt x="222" y="1062"/>
                      <a:pt x="518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93" name="Google Shape;1193;p11"/>
              <p:cNvSpPr/>
              <p:nvPr/>
            </p:nvSpPr>
            <p:spPr>
              <a:xfrm>
                <a:off x="4402301" y="382773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0"/>
                    </a:moveTo>
                    <a:cubicBezTo>
                      <a:pt x="222" y="0"/>
                      <a:pt x="0" y="223"/>
                      <a:pt x="0" y="519"/>
                    </a:cubicBezTo>
                    <a:cubicBezTo>
                      <a:pt x="0" y="815"/>
                      <a:pt x="222" y="1037"/>
                      <a:pt x="518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94" name="Google Shape;1194;p11"/>
              <p:cNvSpPr/>
              <p:nvPr/>
            </p:nvSpPr>
            <p:spPr>
              <a:xfrm>
                <a:off x="4402301" y="533373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0"/>
                    </a:moveTo>
                    <a:cubicBezTo>
                      <a:pt x="222" y="0"/>
                      <a:pt x="0" y="223"/>
                      <a:pt x="0" y="519"/>
                    </a:cubicBezTo>
                    <a:cubicBezTo>
                      <a:pt x="0" y="790"/>
                      <a:pt x="222" y="1037"/>
                      <a:pt x="518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95" name="Google Shape;1195;p11"/>
              <p:cNvSpPr/>
              <p:nvPr/>
            </p:nvSpPr>
            <p:spPr>
              <a:xfrm>
                <a:off x="4402301" y="683348"/>
                <a:ext cx="2592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63" extrusionOk="0">
                    <a:moveTo>
                      <a:pt x="518" y="1"/>
                    </a:moveTo>
                    <a:cubicBezTo>
                      <a:pt x="222" y="1"/>
                      <a:pt x="0" y="248"/>
                      <a:pt x="0" y="519"/>
                    </a:cubicBezTo>
                    <a:cubicBezTo>
                      <a:pt x="0" y="816"/>
                      <a:pt x="222" y="1062"/>
                      <a:pt x="518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96" name="Google Shape;1196;p11"/>
              <p:cNvSpPr/>
              <p:nvPr/>
            </p:nvSpPr>
            <p:spPr>
              <a:xfrm>
                <a:off x="4402301" y="833948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816"/>
                      <a:pt x="222" y="1038"/>
                      <a:pt x="518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97" name="Google Shape;1197;p11"/>
              <p:cNvSpPr/>
              <p:nvPr/>
            </p:nvSpPr>
            <p:spPr>
              <a:xfrm>
                <a:off x="4276376" y="-68427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5"/>
                      <a:pt x="247" y="1038"/>
                      <a:pt x="519" y="1038"/>
                    </a:cubicBezTo>
                    <a:cubicBezTo>
                      <a:pt x="815" y="1038"/>
                      <a:pt x="1062" y="815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98" name="Google Shape;1198;p11"/>
              <p:cNvSpPr/>
              <p:nvPr/>
            </p:nvSpPr>
            <p:spPr>
              <a:xfrm>
                <a:off x="4276376" y="821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791"/>
                      <a:pt x="247" y="1038"/>
                      <a:pt x="519" y="1038"/>
                    </a:cubicBezTo>
                    <a:cubicBezTo>
                      <a:pt x="815" y="1038"/>
                      <a:pt x="1062" y="791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99" name="Google Shape;1199;p11"/>
              <p:cNvSpPr/>
              <p:nvPr/>
            </p:nvSpPr>
            <p:spPr>
              <a:xfrm>
                <a:off x="4276376" y="232173"/>
                <a:ext cx="265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2" extrusionOk="0">
                    <a:moveTo>
                      <a:pt x="519" y="0"/>
                    </a:moveTo>
                    <a:cubicBezTo>
                      <a:pt x="247" y="0"/>
                      <a:pt x="0" y="247"/>
                      <a:pt x="0" y="519"/>
                    </a:cubicBezTo>
                    <a:cubicBezTo>
                      <a:pt x="0" y="815"/>
                      <a:pt x="247" y="1062"/>
                      <a:pt x="519" y="1062"/>
                    </a:cubicBezTo>
                    <a:cubicBezTo>
                      <a:pt x="815" y="1062"/>
                      <a:pt x="1062" y="815"/>
                      <a:pt x="1062" y="519"/>
                    </a:cubicBezTo>
                    <a:cubicBezTo>
                      <a:pt x="1062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00" name="Google Shape;1200;p11"/>
              <p:cNvSpPr/>
              <p:nvPr/>
            </p:nvSpPr>
            <p:spPr>
              <a:xfrm>
                <a:off x="4276376" y="3827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815"/>
                      <a:pt x="247" y="1037"/>
                      <a:pt x="519" y="1037"/>
                    </a:cubicBezTo>
                    <a:cubicBezTo>
                      <a:pt x="815" y="1037"/>
                      <a:pt x="1062" y="815"/>
                      <a:pt x="1062" y="519"/>
                    </a:cubicBezTo>
                    <a:cubicBezTo>
                      <a:pt x="1062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01" name="Google Shape;1201;p11"/>
              <p:cNvSpPr/>
              <p:nvPr/>
            </p:nvSpPr>
            <p:spPr>
              <a:xfrm>
                <a:off x="4276376" y="5333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790"/>
                      <a:pt x="247" y="1037"/>
                      <a:pt x="519" y="1037"/>
                    </a:cubicBezTo>
                    <a:cubicBezTo>
                      <a:pt x="815" y="1037"/>
                      <a:pt x="1062" y="790"/>
                      <a:pt x="1062" y="519"/>
                    </a:cubicBezTo>
                    <a:cubicBezTo>
                      <a:pt x="1062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02" name="Google Shape;1202;p11"/>
              <p:cNvSpPr/>
              <p:nvPr/>
            </p:nvSpPr>
            <p:spPr>
              <a:xfrm>
                <a:off x="4276376" y="683348"/>
                <a:ext cx="2657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3" extrusionOk="0">
                    <a:moveTo>
                      <a:pt x="519" y="1"/>
                    </a:moveTo>
                    <a:cubicBezTo>
                      <a:pt x="247" y="1"/>
                      <a:pt x="0" y="248"/>
                      <a:pt x="0" y="519"/>
                    </a:cubicBezTo>
                    <a:cubicBezTo>
                      <a:pt x="0" y="816"/>
                      <a:pt x="247" y="1062"/>
                      <a:pt x="519" y="1062"/>
                    </a:cubicBezTo>
                    <a:cubicBezTo>
                      <a:pt x="815" y="1062"/>
                      <a:pt x="1062" y="816"/>
                      <a:pt x="1062" y="519"/>
                    </a:cubicBezTo>
                    <a:cubicBezTo>
                      <a:pt x="1062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03" name="Google Shape;1203;p11"/>
              <p:cNvSpPr/>
              <p:nvPr/>
            </p:nvSpPr>
            <p:spPr>
              <a:xfrm>
                <a:off x="4276376" y="833948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6"/>
                      <a:pt x="247" y="1038"/>
                      <a:pt x="519" y="1038"/>
                    </a:cubicBezTo>
                    <a:cubicBezTo>
                      <a:pt x="815" y="1038"/>
                      <a:pt x="1062" y="816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04" name="Google Shape;1204;p11"/>
              <p:cNvSpPr/>
              <p:nvPr/>
            </p:nvSpPr>
            <p:spPr>
              <a:xfrm>
                <a:off x="4151076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5"/>
                      <a:pt x="223" y="1038"/>
                      <a:pt x="519" y="1038"/>
                    </a:cubicBezTo>
                    <a:cubicBezTo>
                      <a:pt x="815" y="1038"/>
                      <a:pt x="1038" y="815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05" name="Google Shape;1205;p11"/>
              <p:cNvSpPr/>
              <p:nvPr/>
            </p:nvSpPr>
            <p:spPr>
              <a:xfrm>
                <a:off x="4151076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791"/>
                      <a:pt x="223" y="1038"/>
                      <a:pt x="519" y="1038"/>
                    </a:cubicBezTo>
                    <a:cubicBezTo>
                      <a:pt x="815" y="1038"/>
                      <a:pt x="1038" y="791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06" name="Google Shape;1206;p11"/>
              <p:cNvSpPr/>
              <p:nvPr/>
            </p:nvSpPr>
            <p:spPr>
              <a:xfrm>
                <a:off x="4151076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1" y="247"/>
                      <a:pt x="1" y="519"/>
                    </a:cubicBezTo>
                    <a:cubicBezTo>
                      <a:pt x="1" y="815"/>
                      <a:pt x="223" y="1062"/>
                      <a:pt x="519" y="1062"/>
                    </a:cubicBezTo>
                    <a:cubicBezTo>
                      <a:pt x="815" y="1062"/>
                      <a:pt x="1038" y="815"/>
                      <a:pt x="1038" y="519"/>
                    </a:cubicBezTo>
                    <a:cubicBezTo>
                      <a:pt x="1038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07" name="Google Shape;1207;p11"/>
              <p:cNvSpPr/>
              <p:nvPr/>
            </p:nvSpPr>
            <p:spPr>
              <a:xfrm>
                <a:off x="4151076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815"/>
                      <a:pt x="223" y="1037"/>
                      <a:pt x="519" y="1037"/>
                    </a:cubicBezTo>
                    <a:cubicBezTo>
                      <a:pt x="815" y="1037"/>
                      <a:pt x="1038" y="815"/>
                      <a:pt x="1038" y="519"/>
                    </a:cubicBezTo>
                    <a:cubicBezTo>
                      <a:pt x="1038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08" name="Google Shape;1208;p11"/>
              <p:cNvSpPr/>
              <p:nvPr/>
            </p:nvSpPr>
            <p:spPr>
              <a:xfrm>
                <a:off x="4151076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790"/>
                      <a:pt x="223" y="1037"/>
                      <a:pt x="519" y="1037"/>
                    </a:cubicBezTo>
                    <a:cubicBezTo>
                      <a:pt x="815" y="1037"/>
                      <a:pt x="1038" y="790"/>
                      <a:pt x="1038" y="519"/>
                    </a:cubicBezTo>
                    <a:cubicBezTo>
                      <a:pt x="1038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09" name="Google Shape;1209;p11"/>
              <p:cNvSpPr/>
              <p:nvPr/>
            </p:nvSpPr>
            <p:spPr>
              <a:xfrm>
                <a:off x="4151076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1" y="248"/>
                      <a:pt x="1" y="519"/>
                    </a:cubicBezTo>
                    <a:cubicBezTo>
                      <a:pt x="1" y="816"/>
                      <a:pt x="223" y="1062"/>
                      <a:pt x="519" y="1062"/>
                    </a:cubicBezTo>
                    <a:cubicBezTo>
                      <a:pt x="815" y="1062"/>
                      <a:pt x="1038" y="816"/>
                      <a:pt x="1038" y="519"/>
                    </a:cubicBezTo>
                    <a:cubicBezTo>
                      <a:pt x="1038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10" name="Google Shape;1210;p11"/>
              <p:cNvSpPr/>
              <p:nvPr/>
            </p:nvSpPr>
            <p:spPr>
              <a:xfrm>
                <a:off x="4151076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6"/>
                      <a:pt x="223" y="1038"/>
                      <a:pt x="519" y="1038"/>
                    </a:cubicBezTo>
                    <a:cubicBezTo>
                      <a:pt x="815" y="1038"/>
                      <a:pt x="1038" y="816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11" name="Google Shape;1211;p11"/>
              <p:cNvSpPr/>
              <p:nvPr/>
            </p:nvSpPr>
            <p:spPr>
              <a:xfrm>
                <a:off x="4025776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5"/>
                      <a:pt x="223" y="1038"/>
                      <a:pt x="519" y="1038"/>
                    </a:cubicBezTo>
                    <a:cubicBezTo>
                      <a:pt x="791" y="1038"/>
                      <a:pt x="1038" y="815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12" name="Google Shape;1212;p11"/>
              <p:cNvSpPr/>
              <p:nvPr/>
            </p:nvSpPr>
            <p:spPr>
              <a:xfrm>
                <a:off x="4025776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791"/>
                      <a:pt x="223" y="1038"/>
                      <a:pt x="519" y="1038"/>
                    </a:cubicBezTo>
                    <a:cubicBezTo>
                      <a:pt x="791" y="1038"/>
                      <a:pt x="1038" y="791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13" name="Google Shape;1213;p11"/>
              <p:cNvSpPr/>
              <p:nvPr/>
            </p:nvSpPr>
            <p:spPr>
              <a:xfrm>
                <a:off x="4025776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1" y="247"/>
                      <a:pt x="1" y="519"/>
                    </a:cubicBezTo>
                    <a:cubicBezTo>
                      <a:pt x="1" y="815"/>
                      <a:pt x="223" y="1062"/>
                      <a:pt x="519" y="1062"/>
                    </a:cubicBezTo>
                    <a:cubicBezTo>
                      <a:pt x="791" y="1062"/>
                      <a:pt x="1038" y="815"/>
                      <a:pt x="1038" y="519"/>
                    </a:cubicBezTo>
                    <a:cubicBezTo>
                      <a:pt x="1038" y="247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14" name="Google Shape;1214;p11"/>
              <p:cNvSpPr/>
              <p:nvPr/>
            </p:nvSpPr>
            <p:spPr>
              <a:xfrm>
                <a:off x="4025776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815"/>
                      <a:pt x="223" y="1037"/>
                      <a:pt x="519" y="1037"/>
                    </a:cubicBezTo>
                    <a:cubicBezTo>
                      <a:pt x="791" y="1037"/>
                      <a:pt x="1038" y="815"/>
                      <a:pt x="1038" y="519"/>
                    </a:cubicBezTo>
                    <a:cubicBezTo>
                      <a:pt x="1038" y="223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15" name="Google Shape;1215;p11"/>
              <p:cNvSpPr/>
              <p:nvPr/>
            </p:nvSpPr>
            <p:spPr>
              <a:xfrm>
                <a:off x="4025776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790"/>
                      <a:pt x="223" y="1037"/>
                      <a:pt x="519" y="1037"/>
                    </a:cubicBezTo>
                    <a:cubicBezTo>
                      <a:pt x="791" y="1037"/>
                      <a:pt x="1038" y="790"/>
                      <a:pt x="1038" y="519"/>
                    </a:cubicBezTo>
                    <a:cubicBezTo>
                      <a:pt x="1038" y="223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16" name="Google Shape;1216;p11"/>
              <p:cNvSpPr/>
              <p:nvPr/>
            </p:nvSpPr>
            <p:spPr>
              <a:xfrm>
                <a:off x="4025776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1" y="248"/>
                      <a:pt x="1" y="519"/>
                    </a:cubicBezTo>
                    <a:cubicBezTo>
                      <a:pt x="1" y="816"/>
                      <a:pt x="223" y="1062"/>
                      <a:pt x="519" y="1062"/>
                    </a:cubicBezTo>
                    <a:cubicBezTo>
                      <a:pt x="791" y="1062"/>
                      <a:pt x="1038" y="816"/>
                      <a:pt x="1038" y="519"/>
                    </a:cubicBezTo>
                    <a:cubicBezTo>
                      <a:pt x="1038" y="248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17" name="Google Shape;1217;p11"/>
              <p:cNvSpPr/>
              <p:nvPr/>
            </p:nvSpPr>
            <p:spPr>
              <a:xfrm>
                <a:off x="4025776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6"/>
                      <a:pt x="223" y="1038"/>
                      <a:pt x="519" y="1038"/>
                    </a:cubicBezTo>
                    <a:cubicBezTo>
                      <a:pt x="791" y="1038"/>
                      <a:pt x="1038" y="816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18" name="Google Shape;1218;p11"/>
              <p:cNvSpPr/>
              <p:nvPr/>
            </p:nvSpPr>
            <p:spPr>
              <a:xfrm>
                <a:off x="3899876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5"/>
                      <a:pt x="247" y="1038"/>
                      <a:pt x="519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19" name="Google Shape;1219;p11"/>
              <p:cNvSpPr/>
              <p:nvPr/>
            </p:nvSpPr>
            <p:spPr>
              <a:xfrm>
                <a:off x="3899876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791"/>
                      <a:pt x="247" y="1038"/>
                      <a:pt x="519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0" name="Google Shape;1220;p11"/>
              <p:cNvSpPr/>
              <p:nvPr/>
            </p:nvSpPr>
            <p:spPr>
              <a:xfrm>
                <a:off x="3899876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47" y="0"/>
                      <a:pt x="0" y="247"/>
                      <a:pt x="0" y="519"/>
                    </a:cubicBezTo>
                    <a:cubicBezTo>
                      <a:pt x="0" y="815"/>
                      <a:pt x="247" y="1062"/>
                      <a:pt x="519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1" name="Google Shape;1221;p11"/>
              <p:cNvSpPr/>
              <p:nvPr/>
            </p:nvSpPr>
            <p:spPr>
              <a:xfrm>
                <a:off x="3899876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815"/>
                      <a:pt x="247" y="1037"/>
                      <a:pt x="519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2" name="Google Shape;1222;p11"/>
              <p:cNvSpPr/>
              <p:nvPr/>
            </p:nvSpPr>
            <p:spPr>
              <a:xfrm>
                <a:off x="3899876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790"/>
                      <a:pt x="247" y="1037"/>
                      <a:pt x="519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3" name="Google Shape;1223;p11"/>
              <p:cNvSpPr/>
              <p:nvPr/>
            </p:nvSpPr>
            <p:spPr>
              <a:xfrm>
                <a:off x="3899876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47" y="1"/>
                      <a:pt x="0" y="248"/>
                      <a:pt x="0" y="519"/>
                    </a:cubicBezTo>
                    <a:cubicBezTo>
                      <a:pt x="0" y="816"/>
                      <a:pt x="247" y="1062"/>
                      <a:pt x="519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4" name="Google Shape;1224;p11"/>
              <p:cNvSpPr/>
              <p:nvPr/>
            </p:nvSpPr>
            <p:spPr>
              <a:xfrm>
                <a:off x="3899876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6"/>
                      <a:pt x="247" y="1038"/>
                      <a:pt x="519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5" name="Google Shape;1225;p11"/>
              <p:cNvSpPr/>
              <p:nvPr/>
            </p:nvSpPr>
            <p:spPr>
              <a:xfrm>
                <a:off x="3774576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815"/>
                      <a:pt x="223" y="1038"/>
                      <a:pt x="519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6" name="Google Shape;1226;p11"/>
              <p:cNvSpPr/>
              <p:nvPr/>
            </p:nvSpPr>
            <p:spPr>
              <a:xfrm>
                <a:off x="3774576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791"/>
                      <a:pt x="223" y="1038"/>
                      <a:pt x="519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7" name="Google Shape;1227;p11"/>
              <p:cNvSpPr/>
              <p:nvPr/>
            </p:nvSpPr>
            <p:spPr>
              <a:xfrm>
                <a:off x="3774576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0" y="247"/>
                      <a:pt x="0" y="519"/>
                    </a:cubicBezTo>
                    <a:cubicBezTo>
                      <a:pt x="0" y="815"/>
                      <a:pt x="223" y="1062"/>
                      <a:pt x="519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8" name="Google Shape;1228;p11"/>
              <p:cNvSpPr/>
              <p:nvPr/>
            </p:nvSpPr>
            <p:spPr>
              <a:xfrm>
                <a:off x="3774576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0" y="223"/>
                      <a:pt x="0" y="519"/>
                    </a:cubicBezTo>
                    <a:cubicBezTo>
                      <a:pt x="0" y="815"/>
                      <a:pt x="223" y="1037"/>
                      <a:pt x="519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9" name="Google Shape;1229;p11"/>
              <p:cNvSpPr/>
              <p:nvPr/>
            </p:nvSpPr>
            <p:spPr>
              <a:xfrm>
                <a:off x="3774576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0" y="223"/>
                      <a:pt x="0" y="519"/>
                    </a:cubicBezTo>
                    <a:cubicBezTo>
                      <a:pt x="0" y="790"/>
                      <a:pt x="223" y="1037"/>
                      <a:pt x="519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30" name="Google Shape;1230;p11"/>
              <p:cNvSpPr/>
              <p:nvPr/>
            </p:nvSpPr>
            <p:spPr>
              <a:xfrm>
                <a:off x="3774576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0" y="248"/>
                      <a:pt x="0" y="519"/>
                    </a:cubicBezTo>
                    <a:cubicBezTo>
                      <a:pt x="0" y="816"/>
                      <a:pt x="223" y="1062"/>
                      <a:pt x="519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31" name="Google Shape;1231;p11"/>
              <p:cNvSpPr/>
              <p:nvPr/>
            </p:nvSpPr>
            <p:spPr>
              <a:xfrm>
                <a:off x="3774576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816"/>
                      <a:pt x="223" y="1038"/>
                      <a:pt x="519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32" name="Google Shape;1232;p11"/>
              <p:cNvSpPr/>
              <p:nvPr/>
            </p:nvSpPr>
            <p:spPr>
              <a:xfrm>
                <a:off x="3648651" y="-68427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5"/>
                      <a:pt x="248" y="1038"/>
                      <a:pt x="544" y="1038"/>
                    </a:cubicBezTo>
                    <a:cubicBezTo>
                      <a:pt x="816" y="1038"/>
                      <a:pt x="1062" y="815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33" name="Google Shape;1233;p11"/>
              <p:cNvSpPr/>
              <p:nvPr/>
            </p:nvSpPr>
            <p:spPr>
              <a:xfrm>
                <a:off x="3648651" y="821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791"/>
                      <a:pt x="248" y="1038"/>
                      <a:pt x="544" y="1038"/>
                    </a:cubicBezTo>
                    <a:cubicBezTo>
                      <a:pt x="816" y="1038"/>
                      <a:pt x="1062" y="791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34" name="Google Shape;1234;p11"/>
              <p:cNvSpPr/>
              <p:nvPr/>
            </p:nvSpPr>
            <p:spPr>
              <a:xfrm>
                <a:off x="3648651" y="232173"/>
                <a:ext cx="265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2" extrusionOk="0">
                    <a:moveTo>
                      <a:pt x="544" y="0"/>
                    </a:moveTo>
                    <a:cubicBezTo>
                      <a:pt x="248" y="0"/>
                      <a:pt x="1" y="247"/>
                      <a:pt x="1" y="519"/>
                    </a:cubicBezTo>
                    <a:cubicBezTo>
                      <a:pt x="1" y="815"/>
                      <a:pt x="248" y="1062"/>
                      <a:pt x="544" y="1062"/>
                    </a:cubicBezTo>
                    <a:cubicBezTo>
                      <a:pt x="816" y="1062"/>
                      <a:pt x="1062" y="815"/>
                      <a:pt x="1062" y="519"/>
                    </a:cubicBezTo>
                    <a:cubicBezTo>
                      <a:pt x="1062" y="247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35" name="Google Shape;1235;p11"/>
              <p:cNvSpPr/>
              <p:nvPr/>
            </p:nvSpPr>
            <p:spPr>
              <a:xfrm>
                <a:off x="3648651" y="3827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815"/>
                      <a:pt x="248" y="1037"/>
                      <a:pt x="544" y="1037"/>
                    </a:cubicBezTo>
                    <a:cubicBezTo>
                      <a:pt x="816" y="1037"/>
                      <a:pt x="1062" y="815"/>
                      <a:pt x="1062" y="519"/>
                    </a:cubicBezTo>
                    <a:cubicBezTo>
                      <a:pt x="1062" y="223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36" name="Google Shape;1236;p11"/>
              <p:cNvSpPr/>
              <p:nvPr/>
            </p:nvSpPr>
            <p:spPr>
              <a:xfrm>
                <a:off x="3648651" y="5333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790"/>
                      <a:pt x="248" y="1037"/>
                      <a:pt x="544" y="1037"/>
                    </a:cubicBezTo>
                    <a:cubicBezTo>
                      <a:pt x="816" y="1037"/>
                      <a:pt x="1062" y="790"/>
                      <a:pt x="1062" y="519"/>
                    </a:cubicBezTo>
                    <a:cubicBezTo>
                      <a:pt x="1062" y="223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37" name="Google Shape;1237;p11"/>
              <p:cNvSpPr/>
              <p:nvPr/>
            </p:nvSpPr>
            <p:spPr>
              <a:xfrm>
                <a:off x="3648651" y="683348"/>
                <a:ext cx="2657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3" extrusionOk="0">
                    <a:moveTo>
                      <a:pt x="544" y="1"/>
                    </a:moveTo>
                    <a:cubicBezTo>
                      <a:pt x="248" y="1"/>
                      <a:pt x="1" y="248"/>
                      <a:pt x="1" y="519"/>
                    </a:cubicBezTo>
                    <a:cubicBezTo>
                      <a:pt x="1" y="816"/>
                      <a:pt x="248" y="1062"/>
                      <a:pt x="544" y="1062"/>
                    </a:cubicBezTo>
                    <a:cubicBezTo>
                      <a:pt x="816" y="1062"/>
                      <a:pt x="1062" y="816"/>
                      <a:pt x="1062" y="519"/>
                    </a:cubicBezTo>
                    <a:cubicBezTo>
                      <a:pt x="1062" y="248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38" name="Google Shape;1238;p11"/>
              <p:cNvSpPr/>
              <p:nvPr/>
            </p:nvSpPr>
            <p:spPr>
              <a:xfrm>
                <a:off x="3648651" y="833948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6"/>
                      <a:pt x="248" y="1038"/>
                      <a:pt x="544" y="1038"/>
                    </a:cubicBezTo>
                    <a:cubicBezTo>
                      <a:pt x="816" y="1038"/>
                      <a:pt x="1062" y="816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39" name="Google Shape;1239;p11"/>
              <p:cNvSpPr/>
              <p:nvPr/>
            </p:nvSpPr>
            <p:spPr>
              <a:xfrm>
                <a:off x="3537501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5"/>
                      <a:pt x="248" y="1038"/>
                      <a:pt x="519" y="1038"/>
                    </a:cubicBezTo>
                    <a:cubicBezTo>
                      <a:pt x="816" y="1038"/>
                      <a:pt x="1038" y="815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0" name="Google Shape;1240;p11"/>
              <p:cNvSpPr/>
              <p:nvPr/>
            </p:nvSpPr>
            <p:spPr>
              <a:xfrm>
                <a:off x="3537501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791"/>
                      <a:pt x="248" y="1038"/>
                      <a:pt x="519" y="1038"/>
                    </a:cubicBezTo>
                    <a:cubicBezTo>
                      <a:pt x="816" y="1038"/>
                      <a:pt x="1038" y="791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1" name="Google Shape;1241;p11"/>
              <p:cNvSpPr/>
              <p:nvPr/>
            </p:nvSpPr>
            <p:spPr>
              <a:xfrm>
                <a:off x="3537501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48" y="0"/>
                      <a:pt x="1" y="247"/>
                      <a:pt x="1" y="519"/>
                    </a:cubicBezTo>
                    <a:cubicBezTo>
                      <a:pt x="1" y="815"/>
                      <a:pt x="248" y="1062"/>
                      <a:pt x="519" y="1062"/>
                    </a:cubicBezTo>
                    <a:cubicBezTo>
                      <a:pt x="816" y="1062"/>
                      <a:pt x="1038" y="815"/>
                      <a:pt x="1038" y="519"/>
                    </a:cubicBezTo>
                    <a:cubicBezTo>
                      <a:pt x="1038" y="247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2" name="Google Shape;1242;p11"/>
              <p:cNvSpPr/>
              <p:nvPr/>
            </p:nvSpPr>
            <p:spPr>
              <a:xfrm>
                <a:off x="3537501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815"/>
                      <a:pt x="248" y="1037"/>
                      <a:pt x="519" y="1037"/>
                    </a:cubicBezTo>
                    <a:cubicBezTo>
                      <a:pt x="816" y="1037"/>
                      <a:pt x="1038" y="815"/>
                      <a:pt x="1038" y="519"/>
                    </a:cubicBezTo>
                    <a:cubicBezTo>
                      <a:pt x="1038" y="223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3" name="Google Shape;1243;p11"/>
              <p:cNvSpPr/>
              <p:nvPr/>
            </p:nvSpPr>
            <p:spPr>
              <a:xfrm>
                <a:off x="3537501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790"/>
                      <a:pt x="248" y="1037"/>
                      <a:pt x="519" y="1037"/>
                    </a:cubicBezTo>
                    <a:cubicBezTo>
                      <a:pt x="816" y="1037"/>
                      <a:pt x="1038" y="790"/>
                      <a:pt x="1038" y="519"/>
                    </a:cubicBezTo>
                    <a:cubicBezTo>
                      <a:pt x="1038" y="223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4" name="Google Shape;1244;p11"/>
              <p:cNvSpPr/>
              <p:nvPr/>
            </p:nvSpPr>
            <p:spPr>
              <a:xfrm>
                <a:off x="3537501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48" y="1"/>
                      <a:pt x="1" y="248"/>
                      <a:pt x="1" y="519"/>
                    </a:cubicBezTo>
                    <a:cubicBezTo>
                      <a:pt x="1" y="816"/>
                      <a:pt x="248" y="1062"/>
                      <a:pt x="519" y="1062"/>
                    </a:cubicBezTo>
                    <a:cubicBezTo>
                      <a:pt x="816" y="1062"/>
                      <a:pt x="1038" y="816"/>
                      <a:pt x="1038" y="519"/>
                    </a:cubicBezTo>
                    <a:cubicBezTo>
                      <a:pt x="1038" y="248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5" name="Google Shape;1245;p11"/>
              <p:cNvSpPr/>
              <p:nvPr/>
            </p:nvSpPr>
            <p:spPr>
              <a:xfrm>
                <a:off x="3537501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6"/>
                      <a:pt x="248" y="1038"/>
                      <a:pt x="519" y="1038"/>
                    </a:cubicBezTo>
                    <a:cubicBezTo>
                      <a:pt x="816" y="1038"/>
                      <a:pt x="1038" y="816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6" name="Google Shape;1246;p11"/>
              <p:cNvSpPr/>
              <p:nvPr/>
            </p:nvSpPr>
            <p:spPr>
              <a:xfrm>
                <a:off x="3412226" y="-68427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815"/>
                      <a:pt x="222" y="1038"/>
                      <a:pt x="518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7" name="Google Shape;1247;p11"/>
              <p:cNvSpPr/>
              <p:nvPr/>
            </p:nvSpPr>
            <p:spPr>
              <a:xfrm>
                <a:off x="3412226" y="82173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791"/>
                      <a:pt x="222" y="1038"/>
                      <a:pt x="518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8" name="Google Shape;1248;p11"/>
              <p:cNvSpPr/>
              <p:nvPr/>
            </p:nvSpPr>
            <p:spPr>
              <a:xfrm>
                <a:off x="3412226" y="232173"/>
                <a:ext cx="259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62" extrusionOk="0">
                    <a:moveTo>
                      <a:pt x="518" y="0"/>
                    </a:moveTo>
                    <a:cubicBezTo>
                      <a:pt x="222" y="0"/>
                      <a:pt x="0" y="247"/>
                      <a:pt x="0" y="519"/>
                    </a:cubicBezTo>
                    <a:cubicBezTo>
                      <a:pt x="0" y="815"/>
                      <a:pt x="222" y="1062"/>
                      <a:pt x="518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9" name="Google Shape;1249;p11"/>
              <p:cNvSpPr/>
              <p:nvPr/>
            </p:nvSpPr>
            <p:spPr>
              <a:xfrm>
                <a:off x="3412226" y="382773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0"/>
                    </a:moveTo>
                    <a:cubicBezTo>
                      <a:pt x="222" y="0"/>
                      <a:pt x="0" y="223"/>
                      <a:pt x="0" y="519"/>
                    </a:cubicBezTo>
                    <a:cubicBezTo>
                      <a:pt x="0" y="815"/>
                      <a:pt x="222" y="1037"/>
                      <a:pt x="518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50" name="Google Shape;1250;p11"/>
              <p:cNvSpPr/>
              <p:nvPr/>
            </p:nvSpPr>
            <p:spPr>
              <a:xfrm>
                <a:off x="3412226" y="533373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0"/>
                    </a:moveTo>
                    <a:cubicBezTo>
                      <a:pt x="222" y="0"/>
                      <a:pt x="0" y="223"/>
                      <a:pt x="0" y="519"/>
                    </a:cubicBezTo>
                    <a:cubicBezTo>
                      <a:pt x="0" y="790"/>
                      <a:pt x="222" y="1037"/>
                      <a:pt x="518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51" name="Google Shape;1251;p11"/>
              <p:cNvSpPr/>
              <p:nvPr/>
            </p:nvSpPr>
            <p:spPr>
              <a:xfrm>
                <a:off x="3412226" y="683348"/>
                <a:ext cx="2592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63" extrusionOk="0">
                    <a:moveTo>
                      <a:pt x="518" y="1"/>
                    </a:moveTo>
                    <a:cubicBezTo>
                      <a:pt x="222" y="1"/>
                      <a:pt x="0" y="248"/>
                      <a:pt x="0" y="519"/>
                    </a:cubicBezTo>
                    <a:cubicBezTo>
                      <a:pt x="0" y="816"/>
                      <a:pt x="222" y="1062"/>
                      <a:pt x="518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52" name="Google Shape;1252;p11"/>
              <p:cNvSpPr/>
              <p:nvPr/>
            </p:nvSpPr>
            <p:spPr>
              <a:xfrm>
                <a:off x="3412226" y="833948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816"/>
                      <a:pt x="222" y="1038"/>
                      <a:pt x="518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53" name="Google Shape;1253;p11"/>
              <p:cNvSpPr/>
              <p:nvPr/>
            </p:nvSpPr>
            <p:spPr>
              <a:xfrm>
                <a:off x="3286301" y="-68427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5"/>
                      <a:pt x="247" y="1038"/>
                      <a:pt x="519" y="1038"/>
                    </a:cubicBezTo>
                    <a:cubicBezTo>
                      <a:pt x="815" y="1038"/>
                      <a:pt x="1062" y="815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54" name="Google Shape;1254;p11"/>
              <p:cNvSpPr/>
              <p:nvPr/>
            </p:nvSpPr>
            <p:spPr>
              <a:xfrm>
                <a:off x="3286301" y="821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791"/>
                      <a:pt x="247" y="1038"/>
                      <a:pt x="519" y="1038"/>
                    </a:cubicBezTo>
                    <a:cubicBezTo>
                      <a:pt x="815" y="1038"/>
                      <a:pt x="1062" y="791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55" name="Google Shape;1255;p11"/>
              <p:cNvSpPr/>
              <p:nvPr/>
            </p:nvSpPr>
            <p:spPr>
              <a:xfrm>
                <a:off x="3286301" y="232173"/>
                <a:ext cx="265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2" extrusionOk="0">
                    <a:moveTo>
                      <a:pt x="519" y="0"/>
                    </a:moveTo>
                    <a:cubicBezTo>
                      <a:pt x="247" y="0"/>
                      <a:pt x="0" y="247"/>
                      <a:pt x="0" y="519"/>
                    </a:cubicBezTo>
                    <a:cubicBezTo>
                      <a:pt x="0" y="815"/>
                      <a:pt x="247" y="1062"/>
                      <a:pt x="519" y="1062"/>
                    </a:cubicBezTo>
                    <a:cubicBezTo>
                      <a:pt x="815" y="1062"/>
                      <a:pt x="1062" y="815"/>
                      <a:pt x="1062" y="519"/>
                    </a:cubicBezTo>
                    <a:cubicBezTo>
                      <a:pt x="1062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56" name="Google Shape;1256;p11"/>
              <p:cNvSpPr/>
              <p:nvPr/>
            </p:nvSpPr>
            <p:spPr>
              <a:xfrm>
                <a:off x="3286301" y="3827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815"/>
                      <a:pt x="247" y="1037"/>
                      <a:pt x="519" y="1037"/>
                    </a:cubicBezTo>
                    <a:cubicBezTo>
                      <a:pt x="815" y="1037"/>
                      <a:pt x="1062" y="815"/>
                      <a:pt x="1062" y="519"/>
                    </a:cubicBezTo>
                    <a:cubicBezTo>
                      <a:pt x="1062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57" name="Google Shape;1257;p11"/>
              <p:cNvSpPr/>
              <p:nvPr/>
            </p:nvSpPr>
            <p:spPr>
              <a:xfrm>
                <a:off x="3286301" y="5333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790"/>
                      <a:pt x="247" y="1037"/>
                      <a:pt x="519" y="1037"/>
                    </a:cubicBezTo>
                    <a:cubicBezTo>
                      <a:pt x="815" y="1037"/>
                      <a:pt x="1062" y="790"/>
                      <a:pt x="1062" y="519"/>
                    </a:cubicBezTo>
                    <a:cubicBezTo>
                      <a:pt x="1062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58" name="Google Shape;1258;p11"/>
              <p:cNvSpPr/>
              <p:nvPr/>
            </p:nvSpPr>
            <p:spPr>
              <a:xfrm>
                <a:off x="3286301" y="683348"/>
                <a:ext cx="2657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3" extrusionOk="0">
                    <a:moveTo>
                      <a:pt x="519" y="1"/>
                    </a:moveTo>
                    <a:cubicBezTo>
                      <a:pt x="247" y="1"/>
                      <a:pt x="0" y="248"/>
                      <a:pt x="0" y="519"/>
                    </a:cubicBezTo>
                    <a:cubicBezTo>
                      <a:pt x="0" y="816"/>
                      <a:pt x="247" y="1062"/>
                      <a:pt x="519" y="1062"/>
                    </a:cubicBezTo>
                    <a:cubicBezTo>
                      <a:pt x="815" y="1062"/>
                      <a:pt x="1062" y="816"/>
                      <a:pt x="1062" y="519"/>
                    </a:cubicBezTo>
                    <a:cubicBezTo>
                      <a:pt x="1062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59" name="Google Shape;1259;p11"/>
              <p:cNvSpPr/>
              <p:nvPr/>
            </p:nvSpPr>
            <p:spPr>
              <a:xfrm>
                <a:off x="3286301" y="833948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6"/>
                      <a:pt x="247" y="1038"/>
                      <a:pt x="519" y="1038"/>
                    </a:cubicBezTo>
                    <a:cubicBezTo>
                      <a:pt x="815" y="1038"/>
                      <a:pt x="1062" y="816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60" name="Google Shape;1260;p11"/>
              <p:cNvSpPr/>
              <p:nvPr/>
            </p:nvSpPr>
            <p:spPr>
              <a:xfrm>
                <a:off x="3161001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5"/>
                      <a:pt x="223" y="1038"/>
                      <a:pt x="519" y="1038"/>
                    </a:cubicBezTo>
                    <a:cubicBezTo>
                      <a:pt x="815" y="1038"/>
                      <a:pt x="1038" y="815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61" name="Google Shape;1261;p11"/>
              <p:cNvSpPr/>
              <p:nvPr/>
            </p:nvSpPr>
            <p:spPr>
              <a:xfrm>
                <a:off x="3161001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791"/>
                      <a:pt x="223" y="1038"/>
                      <a:pt x="519" y="1038"/>
                    </a:cubicBezTo>
                    <a:cubicBezTo>
                      <a:pt x="815" y="1038"/>
                      <a:pt x="1038" y="791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62" name="Google Shape;1262;p11"/>
              <p:cNvSpPr/>
              <p:nvPr/>
            </p:nvSpPr>
            <p:spPr>
              <a:xfrm>
                <a:off x="3161001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1" y="247"/>
                      <a:pt x="1" y="519"/>
                    </a:cubicBezTo>
                    <a:cubicBezTo>
                      <a:pt x="1" y="815"/>
                      <a:pt x="223" y="1062"/>
                      <a:pt x="519" y="1062"/>
                    </a:cubicBezTo>
                    <a:cubicBezTo>
                      <a:pt x="815" y="1062"/>
                      <a:pt x="1038" y="815"/>
                      <a:pt x="1038" y="519"/>
                    </a:cubicBezTo>
                    <a:cubicBezTo>
                      <a:pt x="1038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63" name="Google Shape;1263;p11"/>
              <p:cNvSpPr/>
              <p:nvPr/>
            </p:nvSpPr>
            <p:spPr>
              <a:xfrm>
                <a:off x="3161001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815"/>
                      <a:pt x="223" y="1037"/>
                      <a:pt x="519" y="1037"/>
                    </a:cubicBezTo>
                    <a:cubicBezTo>
                      <a:pt x="815" y="1037"/>
                      <a:pt x="1038" y="815"/>
                      <a:pt x="1038" y="519"/>
                    </a:cubicBezTo>
                    <a:cubicBezTo>
                      <a:pt x="1038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64" name="Google Shape;1264;p11"/>
              <p:cNvSpPr/>
              <p:nvPr/>
            </p:nvSpPr>
            <p:spPr>
              <a:xfrm>
                <a:off x="3161001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790"/>
                      <a:pt x="223" y="1037"/>
                      <a:pt x="519" y="1037"/>
                    </a:cubicBezTo>
                    <a:cubicBezTo>
                      <a:pt x="815" y="1037"/>
                      <a:pt x="1038" y="790"/>
                      <a:pt x="1038" y="519"/>
                    </a:cubicBezTo>
                    <a:cubicBezTo>
                      <a:pt x="1038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65" name="Google Shape;1265;p11"/>
              <p:cNvSpPr/>
              <p:nvPr/>
            </p:nvSpPr>
            <p:spPr>
              <a:xfrm>
                <a:off x="3161001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1" y="248"/>
                      <a:pt x="1" y="519"/>
                    </a:cubicBezTo>
                    <a:cubicBezTo>
                      <a:pt x="1" y="816"/>
                      <a:pt x="223" y="1062"/>
                      <a:pt x="519" y="1062"/>
                    </a:cubicBezTo>
                    <a:cubicBezTo>
                      <a:pt x="815" y="1062"/>
                      <a:pt x="1038" y="816"/>
                      <a:pt x="1038" y="519"/>
                    </a:cubicBezTo>
                    <a:cubicBezTo>
                      <a:pt x="1038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66" name="Google Shape;1266;p11"/>
              <p:cNvSpPr/>
              <p:nvPr/>
            </p:nvSpPr>
            <p:spPr>
              <a:xfrm>
                <a:off x="3161001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6"/>
                      <a:pt x="223" y="1038"/>
                      <a:pt x="519" y="1038"/>
                    </a:cubicBezTo>
                    <a:cubicBezTo>
                      <a:pt x="815" y="1038"/>
                      <a:pt x="1038" y="816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67" name="Google Shape;1267;p11"/>
              <p:cNvSpPr/>
              <p:nvPr/>
            </p:nvSpPr>
            <p:spPr>
              <a:xfrm>
                <a:off x="3035701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5"/>
                      <a:pt x="223" y="1038"/>
                      <a:pt x="519" y="1038"/>
                    </a:cubicBezTo>
                    <a:cubicBezTo>
                      <a:pt x="791" y="1038"/>
                      <a:pt x="1038" y="815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68" name="Google Shape;1268;p11"/>
              <p:cNvSpPr/>
              <p:nvPr/>
            </p:nvSpPr>
            <p:spPr>
              <a:xfrm>
                <a:off x="3035701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791"/>
                      <a:pt x="223" y="1038"/>
                      <a:pt x="519" y="1038"/>
                    </a:cubicBezTo>
                    <a:cubicBezTo>
                      <a:pt x="791" y="1038"/>
                      <a:pt x="1038" y="791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69" name="Google Shape;1269;p11"/>
              <p:cNvSpPr/>
              <p:nvPr/>
            </p:nvSpPr>
            <p:spPr>
              <a:xfrm>
                <a:off x="3035701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1" y="247"/>
                      <a:pt x="1" y="519"/>
                    </a:cubicBezTo>
                    <a:cubicBezTo>
                      <a:pt x="1" y="815"/>
                      <a:pt x="223" y="1062"/>
                      <a:pt x="519" y="1062"/>
                    </a:cubicBezTo>
                    <a:cubicBezTo>
                      <a:pt x="791" y="1062"/>
                      <a:pt x="1038" y="815"/>
                      <a:pt x="1038" y="519"/>
                    </a:cubicBezTo>
                    <a:cubicBezTo>
                      <a:pt x="1038" y="247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0" name="Google Shape;1270;p11"/>
              <p:cNvSpPr/>
              <p:nvPr/>
            </p:nvSpPr>
            <p:spPr>
              <a:xfrm>
                <a:off x="3035701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815"/>
                      <a:pt x="223" y="1037"/>
                      <a:pt x="519" y="1037"/>
                    </a:cubicBezTo>
                    <a:cubicBezTo>
                      <a:pt x="791" y="1037"/>
                      <a:pt x="1038" y="815"/>
                      <a:pt x="1038" y="519"/>
                    </a:cubicBezTo>
                    <a:cubicBezTo>
                      <a:pt x="1038" y="223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1" name="Google Shape;1271;p11"/>
              <p:cNvSpPr/>
              <p:nvPr/>
            </p:nvSpPr>
            <p:spPr>
              <a:xfrm>
                <a:off x="3035701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790"/>
                      <a:pt x="223" y="1037"/>
                      <a:pt x="519" y="1037"/>
                    </a:cubicBezTo>
                    <a:cubicBezTo>
                      <a:pt x="791" y="1037"/>
                      <a:pt x="1038" y="790"/>
                      <a:pt x="1038" y="519"/>
                    </a:cubicBezTo>
                    <a:cubicBezTo>
                      <a:pt x="1038" y="223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2" name="Google Shape;1272;p11"/>
              <p:cNvSpPr/>
              <p:nvPr/>
            </p:nvSpPr>
            <p:spPr>
              <a:xfrm>
                <a:off x="3035701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1" y="248"/>
                      <a:pt x="1" y="519"/>
                    </a:cubicBezTo>
                    <a:cubicBezTo>
                      <a:pt x="1" y="816"/>
                      <a:pt x="223" y="1062"/>
                      <a:pt x="519" y="1062"/>
                    </a:cubicBezTo>
                    <a:cubicBezTo>
                      <a:pt x="791" y="1062"/>
                      <a:pt x="1038" y="816"/>
                      <a:pt x="1038" y="519"/>
                    </a:cubicBezTo>
                    <a:cubicBezTo>
                      <a:pt x="1038" y="248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3" name="Google Shape;1273;p11"/>
              <p:cNvSpPr/>
              <p:nvPr/>
            </p:nvSpPr>
            <p:spPr>
              <a:xfrm>
                <a:off x="3035701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6"/>
                      <a:pt x="223" y="1038"/>
                      <a:pt x="519" y="1038"/>
                    </a:cubicBezTo>
                    <a:cubicBezTo>
                      <a:pt x="791" y="1038"/>
                      <a:pt x="1038" y="816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4" name="Google Shape;1274;p11"/>
              <p:cNvSpPr/>
              <p:nvPr/>
            </p:nvSpPr>
            <p:spPr>
              <a:xfrm>
                <a:off x="2909801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5"/>
                      <a:pt x="247" y="1038"/>
                      <a:pt x="519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5" name="Google Shape;1275;p11"/>
              <p:cNvSpPr/>
              <p:nvPr/>
            </p:nvSpPr>
            <p:spPr>
              <a:xfrm>
                <a:off x="2909801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791"/>
                      <a:pt x="247" y="1038"/>
                      <a:pt x="519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6" name="Google Shape;1276;p11"/>
              <p:cNvSpPr/>
              <p:nvPr/>
            </p:nvSpPr>
            <p:spPr>
              <a:xfrm>
                <a:off x="2909801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47" y="0"/>
                      <a:pt x="0" y="247"/>
                      <a:pt x="0" y="519"/>
                    </a:cubicBezTo>
                    <a:cubicBezTo>
                      <a:pt x="0" y="815"/>
                      <a:pt x="247" y="1062"/>
                      <a:pt x="519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7" name="Google Shape;1277;p11"/>
              <p:cNvSpPr/>
              <p:nvPr/>
            </p:nvSpPr>
            <p:spPr>
              <a:xfrm>
                <a:off x="2909801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815"/>
                      <a:pt x="247" y="1037"/>
                      <a:pt x="519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8" name="Google Shape;1278;p11"/>
              <p:cNvSpPr/>
              <p:nvPr/>
            </p:nvSpPr>
            <p:spPr>
              <a:xfrm>
                <a:off x="2909801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790"/>
                      <a:pt x="247" y="1037"/>
                      <a:pt x="519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9" name="Google Shape;1279;p11"/>
              <p:cNvSpPr/>
              <p:nvPr/>
            </p:nvSpPr>
            <p:spPr>
              <a:xfrm>
                <a:off x="2909801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47" y="1"/>
                      <a:pt x="0" y="248"/>
                      <a:pt x="0" y="519"/>
                    </a:cubicBezTo>
                    <a:cubicBezTo>
                      <a:pt x="0" y="816"/>
                      <a:pt x="247" y="1062"/>
                      <a:pt x="519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80" name="Google Shape;1280;p11"/>
              <p:cNvSpPr/>
              <p:nvPr/>
            </p:nvSpPr>
            <p:spPr>
              <a:xfrm>
                <a:off x="2909801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6"/>
                      <a:pt x="247" y="1038"/>
                      <a:pt x="519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81" name="Google Shape;1281;p11"/>
              <p:cNvSpPr/>
              <p:nvPr/>
            </p:nvSpPr>
            <p:spPr>
              <a:xfrm>
                <a:off x="2784501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815"/>
                      <a:pt x="223" y="1038"/>
                      <a:pt x="519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82" name="Google Shape;1282;p11"/>
              <p:cNvSpPr/>
              <p:nvPr/>
            </p:nvSpPr>
            <p:spPr>
              <a:xfrm>
                <a:off x="2784501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791"/>
                      <a:pt x="223" y="1038"/>
                      <a:pt x="519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83" name="Google Shape;1283;p11"/>
              <p:cNvSpPr/>
              <p:nvPr/>
            </p:nvSpPr>
            <p:spPr>
              <a:xfrm>
                <a:off x="2784501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0" y="247"/>
                      <a:pt x="0" y="519"/>
                    </a:cubicBezTo>
                    <a:cubicBezTo>
                      <a:pt x="0" y="815"/>
                      <a:pt x="223" y="1062"/>
                      <a:pt x="519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84" name="Google Shape;1284;p11"/>
              <p:cNvSpPr/>
              <p:nvPr/>
            </p:nvSpPr>
            <p:spPr>
              <a:xfrm>
                <a:off x="2784501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0" y="223"/>
                      <a:pt x="0" y="519"/>
                    </a:cubicBezTo>
                    <a:cubicBezTo>
                      <a:pt x="0" y="815"/>
                      <a:pt x="223" y="1037"/>
                      <a:pt x="519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85" name="Google Shape;1285;p11"/>
              <p:cNvSpPr/>
              <p:nvPr/>
            </p:nvSpPr>
            <p:spPr>
              <a:xfrm>
                <a:off x="2784501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0" y="223"/>
                      <a:pt x="0" y="519"/>
                    </a:cubicBezTo>
                    <a:cubicBezTo>
                      <a:pt x="0" y="790"/>
                      <a:pt x="223" y="1037"/>
                      <a:pt x="519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86" name="Google Shape;1286;p11"/>
              <p:cNvSpPr/>
              <p:nvPr/>
            </p:nvSpPr>
            <p:spPr>
              <a:xfrm>
                <a:off x="2784501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0" y="248"/>
                      <a:pt x="0" y="519"/>
                    </a:cubicBezTo>
                    <a:cubicBezTo>
                      <a:pt x="0" y="816"/>
                      <a:pt x="223" y="1062"/>
                      <a:pt x="519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87" name="Google Shape;1287;p11"/>
              <p:cNvSpPr/>
              <p:nvPr/>
            </p:nvSpPr>
            <p:spPr>
              <a:xfrm>
                <a:off x="2784501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816"/>
                      <a:pt x="223" y="1038"/>
                      <a:pt x="519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88" name="Google Shape;1288;p11"/>
              <p:cNvSpPr/>
              <p:nvPr/>
            </p:nvSpPr>
            <p:spPr>
              <a:xfrm>
                <a:off x="2658576" y="-68427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5"/>
                      <a:pt x="248" y="1038"/>
                      <a:pt x="544" y="1038"/>
                    </a:cubicBezTo>
                    <a:cubicBezTo>
                      <a:pt x="816" y="1038"/>
                      <a:pt x="1062" y="815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89" name="Google Shape;1289;p11"/>
              <p:cNvSpPr/>
              <p:nvPr/>
            </p:nvSpPr>
            <p:spPr>
              <a:xfrm>
                <a:off x="2658576" y="821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791"/>
                      <a:pt x="248" y="1038"/>
                      <a:pt x="544" y="1038"/>
                    </a:cubicBezTo>
                    <a:cubicBezTo>
                      <a:pt x="816" y="1038"/>
                      <a:pt x="1062" y="791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90" name="Google Shape;1290;p11"/>
              <p:cNvSpPr/>
              <p:nvPr/>
            </p:nvSpPr>
            <p:spPr>
              <a:xfrm>
                <a:off x="2658576" y="232173"/>
                <a:ext cx="265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2" extrusionOk="0">
                    <a:moveTo>
                      <a:pt x="544" y="0"/>
                    </a:moveTo>
                    <a:cubicBezTo>
                      <a:pt x="248" y="0"/>
                      <a:pt x="1" y="247"/>
                      <a:pt x="1" y="519"/>
                    </a:cubicBezTo>
                    <a:cubicBezTo>
                      <a:pt x="1" y="815"/>
                      <a:pt x="248" y="1062"/>
                      <a:pt x="544" y="1062"/>
                    </a:cubicBezTo>
                    <a:cubicBezTo>
                      <a:pt x="816" y="1062"/>
                      <a:pt x="1062" y="815"/>
                      <a:pt x="1062" y="519"/>
                    </a:cubicBezTo>
                    <a:cubicBezTo>
                      <a:pt x="1062" y="247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91" name="Google Shape;1291;p11"/>
              <p:cNvSpPr/>
              <p:nvPr/>
            </p:nvSpPr>
            <p:spPr>
              <a:xfrm>
                <a:off x="2658576" y="3827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815"/>
                      <a:pt x="248" y="1037"/>
                      <a:pt x="544" y="1037"/>
                    </a:cubicBezTo>
                    <a:cubicBezTo>
                      <a:pt x="816" y="1037"/>
                      <a:pt x="1062" y="815"/>
                      <a:pt x="1062" y="519"/>
                    </a:cubicBezTo>
                    <a:cubicBezTo>
                      <a:pt x="1062" y="223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92" name="Google Shape;1292;p11"/>
              <p:cNvSpPr/>
              <p:nvPr/>
            </p:nvSpPr>
            <p:spPr>
              <a:xfrm>
                <a:off x="2658576" y="5333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790"/>
                      <a:pt x="248" y="1037"/>
                      <a:pt x="544" y="1037"/>
                    </a:cubicBezTo>
                    <a:cubicBezTo>
                      <a:pt x="816" y="1037"/>
                      <a:pt x="1062" y="790"/>
                      <a:pt x="1062" y="519"/>
                    </a:cubicBezTo>
                    <a:cubicBezTo>
                      <a:pt x="1062" y="223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93" name="Google Shape;1293;p11"/>
              <p:cNvSpPr/>
              <p:nvPr/>
            </p:nvSpPr>
            <p:spPr>
              <a:xfrm>
                <a:off x="2658576" y="683348"/>
                <a:ext cx="2657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3" extrusionOk="0">
                    <a:moveTo>
                      <a:pt x="544" y="1"/>
                    </a:moveTo>
                    <a:cubicBezTo>
                      <a:pt x="248" y="1"/>
                      <a:pt x="1" y="248"/>
                      <a:pt x="1" y="519"/>
                    </a:cubicBezTo>
                    <a:cubicBezTo>
                      <a:pt x="1" y="816"/>
                      <a:pt x="248" y="1062"/>
                      <a:pt x="544" y="1062"/>
                    </a:cubicBezTo>
                    <a:cubicBezTo>
                      <a:pt x="816" y="1062"/>
                      <a:pt x="1062" y="816"/>
                      <a:pt x="1062" y="519"/>
                    </a:cubicBezTo>
                    <a:cubicBezTo>
                      <a:pt x="1062" y="248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94" name="Google Shape;1294;p11"/>
              <p:cNvSpPr/>
              <p:nvPr/>
            </p:nvSpPr>
            <p:spPr>
              <a:xfrm>
                <a:off x="2658576" y="833948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6"/>
                      <a:pt x="248" y="1038"/>
                      <a:pt x="544" y="1038"/>
                    </a:cubicBezTo>
                    <a:cubicBezTo>
                      <a:pt x="816" y="1038"/>
                      <a:pt x="1062" y="816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295" name="Google Shape;1295;p11"/>
          <p:cNvGrpSpPr/>
          <p:nvPr/>
        </p:nvGrpSpPr>
        <p:grpSpPr>
          <a:xfrm>
            <a:off x="-671509" y="-592701"/>
            <a:ext cx="2951129" cy="1890561"/>
            <a:chOff x="-671509" y="-592701"/>
            <a:chExt cx="2951129" cy="1890561"/>
          </a:xfrm>
        </p:grpSpPr>
        <p:sp>
          <p:nvSpPr>
            <p:cNvPr id="1296" name="Google Shape;1296;p11"/>
            <p:cNvSpPr/>
            <p:nvPr/>
          </p:nvSpPr>
          <p:spPr>
            <a:xfrm rot="10800000" flipH="1">
              <a:off x="-671509" y="-592701"/>
              <a:ext cx="1620300" cy="1620000"/>
            </a:xfrm>
            <a:prstGeom prst="donut">
              <a:avLst>
                <a:gd name="adj" fmla="val 29191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297" name="Google Shape;1297;p11"/>
            <p:cNvGrpSpPr/>
            <p:nvPr/>
          </p:nvGrpSpPr>
          <p:grpSpPr>
            <a:xfrm>
              <a:off x="633164" y="43300"/>
              <a:ext cx="1646456" cy="981320"/>
              <a:chOff x="633164" y="-81196"/>
              <a:chExt cx="1646456" cy="981320"/>
            </a:xfrm>
          </p:grpSpPr>
          <p:sp>
            <p:nvSpPr>
              <p:cNvPr id="1298" name="Google Shape;1298;p11"/>
              <p:cNvSpPr/>
              <p:nvPr/>
            </p:nvSpPr>
            <p:spPr>
              <a:xfrm rot="10800000">
                <a:off x="2253300" y="647224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62" y="2148"/>
                    </a:cubicBezTo>
                    <a:cubicBezTo>
                      <a:pt x="1655" y="2148"/>
                      <a:pt x="2149" y="1679"/>
                      <a:pt x="2149" y="1087"/>
                    </a:cubicBezTo>
                    <a:cubicBezTo>
                      <a:pt x="2149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99" name="Google Shape;1299;p11"/>
              <p:cNvSpPr/>
              <p:nvPr/>
            </p:nvSpPr>
            <p:spPr>
              <a:xfrm rot="10800000">
                <a:off x="2137794" y="647224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94"/>
                      <a:pt x="1" y="1087"/>
                    </a:cubicBezTo>
                    <a:cubicBezTo>
                      <a:pt x="1" y="1679"/>
                      <a:pt x="495" y="2148"/>
                      <a:pt x="1087" y="2148"/>
                    </a:cubicBezTo>
                    <a:cubicBezTo>
                      <a:pt x="1680" y="2148"/>
                      <a:pt x="2149" y="1679"/>
                      <a:pt x="2149" y="1087"/>
                    </a:cubicBezTo>
                    <a:cubicBezTo>
                      <a:pt x="2149" y="494"/>
                      <a:pt x="1680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00" name="Google Shape;1300;p11"/>
              <p:cNvSpPr/>
              <p:nvPr/>
            </p:nvSpPr>
            <p:spPr>
              <a:xfrm rot="10800000">
                <a:off x="2021982" y="647224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87" y="2148"/>
                    </a:cubicBezTo>
                    <a:cubicBezTo>
                      <a:pt x="1679" y="2148"/>
                      <a:pt x="2149" y="1679"/>
                      <a:pt x="2149" y="1087"/>
                    </a:cubicBezTo>
                    <a:cubicBezTo>
                      <a:pt x="2149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01" name="Google Shape;1301;p11"/>
              <p:cNvSpPr/>
              <p:nvPr/>
            </p:nvSpPr>
            <p:spPr>
              <a:xfrm rot="10800000">
                <a:off x="1906170" y="647224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679"/>
                      <a:pt x="470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02" name="Google Shape;1302;p11"/>
              <p:cNvSpPr/>
              <p:nvPr/>
            </p:nvSpPr>
            <p:spPr>
              <a:xfrm rot="10800000">
                <a:off x="1790357" y="647224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03" name="Google Shape;1303;p11"/>
              <p:cNvSpPr/>
              <p:nvPr/>
            </p:nvSpPr>
            <p:spPr>
              <a:xfrm rot="10800000">
                <a:off x="1674851" y="647224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94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04" name="Google Shape;1304;p11"/>
              <p:cNvSpPr/>
              <p:nvPr/>
            </p:nvSpPr>
            <p:spPr>
              <a:xfrm rot="10800000">
                <a:off x="1559039" y="647224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679"/>
                      <a:pt x="470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05" name="Google Shape;1305;p11"/>
              <p:cNvSpPr/>
              <p:nvPr/>
            </p:nvSpPr>
            <p:spPr>
              <a:xfrm rot="10800000">
                <a:off x="2253300" y="525974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8"/>
                      <a:pt x="1062" y="2148"/>
                    </a:cubicBezTo>
                    <a:cubicBezTo>
                      <a:pt x="1655" y="2148"/>
                      <a:pt x="2149" y="1655"/>
                      <a:pt x="2149" y="1062"/>
                    </a:cubicBezTo>
                    <a:cubicBezTo>
                      <a:pt x="2149" y="470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06" name="Google Shape;1306;p11"/>
              <p:cNvSpPr/>
              <p:nvPr/>
            </p:nvSpPr>
            <p:spPr>
              <a:xfrm rot="10800000">
                <a:off x="2021982" y="525974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94" y="2148"/>
                      <a:pt x="1087" y="2148"/>
                    </a:cubicBezTo>
                    <a:cubicBezTo>
                      <a:pt x="1679" y="2148"/>
                      <a:pt x="2149" y="1655"/>
                      <a:pt x="2149" y="1062"/>
                    </a:cubicBezTo>
                    <a:cubicBezTo>
                      <a:pt x="2149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07" name="Google Shape;1307;p11"/>
              <p:cNvSpPr/>
              <p:nvPr/>
            </p:nvSpPr>
            <p:spPr>
              <a:xfrm rot="10800000">
                <a:off x="1790357" y="525974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55" y="2148"/>
                      <a:pt x="2148" y="1655"/>
                      <a:pt x="2148" y="1062"/>
                    </a:cubicBezTo>
                    <a:cubicBezTo>
                      <a:pt x="2148" y="470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08" name="Google Shape;1308;p11"/>
              <p:cNvSpPr/>
              <p:nvPr/>
            </p:nvSpPr>
            <p:spPr>
              <a:xfrm rot="10800000">
                <a:off x="1559039" y="525974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70"/>
                      <a:pt x="0" y="1062"/>
                    </a:cubicBezTo>
                    <a:cubicBezTo>
                      <a:pt x="0" y="1655"/>
                      <a:pt x="470" y="2148"/>
                      <a:pt x="1087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09" name="Google Shape;1309;p11"/>
              <p:cNvSpPr/>
              <p:nvPr/>
            </p:nvSpPr>
            <p:spPr>
              <a:xfrm rot="10800000">
                <a:off x="2253300" y="4050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70" y="2148"/>
                      <a:pt x="1062" y="2148"/>
                    </a:cubicBezTo>
                    <a:cubicBezTo>
                      <a:pt x="1655" y="2148"/>
                      <a:pt x="2149" y="1654"/>
                      <a:pt x="2149" y="1062"/>
                    </a:cubicBezTo>
                    <a:cubicBezTo>
                      <a:pt x="2149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10" name="Google Shape;1310;p11"/>
              <p:cNvSpPr/>
              <p:nvPr/>
            </p:nvSpPr>
            <p:spPr>
              <a:xfrm rot="10800000">
                <a:off x="2137794" y="4050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69"/>
                      <a:pt x="1" y="1062"/>
                    </a:cubicBezTo>
                    <a:cubicBezTo>
                      <a:pt x="1" y="1654"/>
                      <a:pt x="495" y="2148"/>
                      <a:pt x="1087" y="2148"/>
                    </a:cubicBezTo>
                    <a:cubicBezTo>
                      <a:pt x="1680" y="2148"/>
                      <a:pt x="2149" y="1654"/>
                      <a:pt x="2149" y="1062"/>
                    </a:cubicBezTo>
                    <a:cubicBezTo>
                      <a:pt x="2149" y="469"/>
                      <a:pt x="1680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11" name="Google Shape;1311;p11"/>
              <p:cNvSpPr/>
              <p:nvPr/>
            </p:nvSpPr>
            <p:spPr>
              <a:xfrm rot="10800000">
                <a:off x="2021982" y="4050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94" y="2148"/>
                      <a:pt x="1087" y="2148"/>
                    </a:cubicBezTo>
                    <a:cubicBezTo>
                      <a:pt x="1679" y="2148"/>
                      <a:pt x="2149" y="1654"/>
                      <a:pt x="2149" y="1062"/>
                    </a:cubicBezTo>
                    <a:cubicBezTo>
                      <a:pt x="2149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12" name="Google Shape;1312;p11"/>
              <p:cNvSpPr/>
              <p:nvPr/>
            </p:nvSpPr>
            <p:spPr>
              <a:xfrm rot="10800000">
                <a:off x="1906170" y="4050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69"/>
                      <a:pt x="0" y="1062"/>
                    </a:cubicBezTo>
                    <a:cubicBezTo>
                      <a:pt x="0" y="1654"/>
                      <a:pt x="470" y="2148"/>
                      <a:pt x="1062" y="2148"/>
                    </a:cubicBezTo>
                    <a:cubicBezTo>
                      <a:pt x="1655" y="2148"/>
                      <a:pt x="2148" y="1654"/>
                      <a:pt x="2148" y="1062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13" name="Google Shape;1313;p11"/>
              <p:cNvSpPr/>
              <p:nvPr/>
            </p:nvSpPr>
            <p:spPr>
              <a:xfrm rot="10800000">
                <a:off x="1790357" y="4050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5" y="2148"/>
                      <a:pt x="2148" y="1654"/>
                      <a:pt x="2148" y="1062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14" name="Google Shape;1314;p11"/>
              <p:cNvSpPr/>
              <p:nvPr/>
            </p:nvSpPr>
            <p:spPr>
              <a:xfrm rot="10800000">
                <a:off x="1674851" y="4050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69"/>
                      <a:pt x="1" y="1062"/>
                    </a:cubicBezTo>
                    <a:cubicBezTo>
                      <a:pt x="1" y="1654"/>
                      <a:pt x="494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15" name="Google Shape;1315;p11"/>
              <p:cNvSpPr/>
              <p:nvPr/>
            </p:nvSpPr>
            <p:spPr>
              <a:xfrm rot="10800000">
                <a:off x="1559039" y="4050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69"/>
                      <a:pt x="0" y="1062"/>
                    </a:cubicBezTo>
                    <a:cubicBezTo>
                      <a:pt x="0" y="1654"/>
                      <a:pt x="470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16" name="Google Shape;1316;p11"/>
              <p:cNvSpPr/>
              <p:nvPr/>
            </p:nvSpPr>
            <p:spPr>
              <a:xfrm rot="10800000">
                <a:off x="2253300" y="284073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62" y="2149"/>
                    </a:cubicBezTo>
                    <a:cubicBezTo>
                      <a:pt x="1655" y="2149"/>
                      <a:pt x="2149" y="1655"/>
                      <a:pt x="2149" y="1062"/>
                    </a:cubicBezTo>
                    <a:cubicBezTo>
                      <a:pt x="2149" y="470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17" name="Google Shape;1317;p11"/>
              <p:cNvSpPr/>
              <p:nvPr/>
            </p:nvSpPr>
            <p:spPr>
              <a:xfrm rot="10800000">
                <a:off x="2021982" y="284073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87" y="2149"/>
                    </a:cubicBezTo>
                    <a:cubicBezTo>
                      <a:pt x="1679" y="2149"/>
                      <a:pt x="2149" y="1655"/>
                      <a:pt x="2149" y="1062"/>
                    </a:cubicBezTo>
                    <a:cubicBezTo>
                      <a:pt x="2149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18" name="Google Shape;1318;p11"/>
              <p:cNvSpPr/>
              <p:nvPr/>
            </p:nvSpPr>
            <p:spPr>
              <a:xfrm rot="10800000">
                <a:off x="1790357" y="284073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55" y="2149"/>
                      <a:pt x="2148" y="1655"/>
                      <a:pt x="2148" y="1062"/>
                    </a:cubicBezTo>
                    <a:cubicBezTo>
                      <a:pt x="2148" y="470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19" name="Google Shape;1319;p11"/>
              <p:cNvSpPr/>
              <p:nvPr/>
            </p:nvSpPr>
            <p:spPr>
              <a:xfrm rot="10800000">
                <a:off x="1559039" y="284073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70"/>
                      <a:pt x="0" y="1062"/>
                    </a:cubicBezTo>
                    <a:cubicBezTo>
                      <a:pt x="0" y="1655"/>
                      <a:pt x="470" y="2149"/>
                      <a:pt x="1087" y="2149"/>
                    </a:cubicBezTo>
                    <a:cubicBezTo>
                      <a:pt x="1679" y="2149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0" name="Google Shape;1320;p11"/>
              <p:cNvSpPr/>
              <p:nvPr/>
            </p:nvSpPr>
            <p:spPr>
              <a:xfrm rot="10800000">
                <a:off x="2253300" y="163117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70" y="2148"/>
                      <a:pt x="1062" y="2148"/>
                    </a:cubicBezTo>
                    <a:cubicBezTo>
                      <a:pt x="1655" y="2148"/>
                      <a:pt x="2149" y="1679"/>
                      <a:pt x="2149" y="1087"/>
                    </a:cubicBezTo>
                    <a:cubicBezTo>
                      <a:pt x="2149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1" name="Google Shape;1321;p11"/>
              <p:cNvSpPr/>
              <p:nvPr/>
            </p:nvSpPr>
            <p:spPr>
              <a:xfrm rot="10800000">
                <a:off x="2137794" y="163117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69"/>
                      <a:pt x="1" y="1087"/>
                    </a:cubicBezTo>
                    <a:cubicBezTo>
                      <a:pt x="1" y="1679"/>
                      <a:pt x="495" y="2148"/>
                      <a:pt x="1087" y="2148"/>
                    </a:cubicBezTo>
                    <a:cubicBezTo>
                      <a:pt x="1680" y="2148"/>
                      <a:pt x="2149" y="1679"/>
                      <a:pt x="2149" y="1087"/>
                    </a:cubicBezTo>
                    <a:cubicBezTo>
                      <a:pt x="2149" y="469"/>
                      <a:pt x="1680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2" name="Google Shape;1322;p11"/>
              <p:cNvSpPr/>
              <p:nvPr/>
            </p:nvSpPr>
            <p:spPr>
              <a:xfrm rot="10800000">
                <a:off x="2021982" y="163117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9" y="1679"/>
                      <a:pt x="2149" y="1087"/>
                    </a:cubicBezTo>
                    <a:cubicBezTo>
                      <a:pt x="2149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3" name="Google Shape;1323;p11"/>
              <p:cNvSpPr/>
              <p:nvPr/>
            </p:nvSpPr>
            <p:spPr>
              <a:xfrm rot="10800000">
                <a:off x="1906170" y="163117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69"/>
                      <a:pt x="0" y="1087"/>
                    </a:cubicBezTo>
                    <a:cubicBezTo>
                      <a:pt x="0" y="1679"/>
                      <a:pt x="470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4" name="Google Shape;1324;p11"/>
              <p:cNvSpPr/>
              <p:nvPr/>
            </p:nvSpPr>
            <p:spPr>
              <a:xfrm rot="10800000">
                <a:off x="1790357" y="163117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5" name="Google Shape;1325;p11"/>
              <p:cNvSpPr/>
              <p:nvPr/>
            </p:nvSpPr>
            <p:spPr>
              <a:xfrm rot="10800000">
                <a:off x="1674851" y="163117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69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6" name="Google Shape;1326;p11"/>
              <p:cNvSpPr/>
              <p:nvPr/>
            </p:nvSpPr>
            <p:spPr>
              <a:xfrm rot="10800000">
                <a:off x="1559039" y="163117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69"/>
                      <a:pt x="0" y="1087"/>
                    </a:cubicBezTo>
                    <a:cubicBezTo>
                      <a:pt x="0" y="1679"/>
                      <a:pt x="470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7" name="Google Shape;1327;p11"/>
              <p:cNvSpPr/>
              <p:nvPr/>
            </p:nvSpPr>
            <p:spPr>
              <a:xfrm rot="10800000">
                <a:off x="2253300" y="42173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70" y="2149"/>
                      <a:pt x="1062" y="2149"/>
                    </a:cubicBezTo>
                    <a:cubicBezTo>
                      <a:pt x="1655" y="2149"/>
                      <a:pt x="2149" y="1680"/>
                      <a:pt x="2149" y="1087"/>
                    </a:cubicBezTo>
                    <a:cubicBezTo>
                      <a:pt x="2149" y="495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8" name="Google Shape;1328;p11"/>
              <p:cNvSpPr/>
              <p:nvPr/>
            </p:nvSpPr>
            <p:spPr>
              <a:xfrm rot="10800000">
                <a:off x="2021982" y="42173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94" y="2149"/>
                      <a:pt x="1087" y="2149"/>
                    </a:cubicBezTo>
                    <a:cubicBezTo>
                      <a:pt x="1679" y="2149"/>
                      <a:pt x="2149" y="1680"/>
                      <a:pt x="2149" y="1087"/>
                    </a:cubicBezTo>
                    <a:cubicBezTo>
                      <a:pt x="2149" y="495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9" name="Google Shape;1329;p11"/>
              <p:cNvSpPr/>
              <p:nvPr/>
            </p:nvSpPr>
            <p:spPr>
              <a:xfrm rot="10800000">
                <a:off x="1790357" y="42173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55" y="2149"/>
                      <a:pt x="2148" y="1680"/>
                      <a:pt x="2148" y="1087"/>
                    </a:cubicBezTo>
                    <a:cubicBezTo>
                      <a:pt x="2148" y="495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0" name="Google Shape;1330;p11"/>
              <p:cNvSpPr/>
              <p:nvPr/>
            </p:nvSpPr>
            <p:spPr>
              <a:xfrm rot="10800000">
                <a:off x="1559039" y="42173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95"/>
                      <a:pt x="0" y="1087"/>
                    </a:cubicBezTo>
                    <a:cubicBezTo>
                      <a:pt x="0" y="1680"/>
                      <a:pt x="470" y="2149"/>
                      <a:pt x="1087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1" name="Google Shape;1331;p11"/>
              <p:cNvSpPr/>
              <p:nvPr/>
            </p:nvSpPr>
            <p:spPr>
              <a:xfrm rot="10800000">
                <a:off x="2253300" y="-8119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62" y="2346"/>
                    </a:cubicBezTo>
                    <a:cubicBezTo>
                      <a:pt x="1655" y="2346"/>
                      <a:pt x="2149" y="1852"/>
                      <a:pt x="2149" y="1259"/>
                    </a:cubicBezTo>
                    <a:cubicBezTo>
                      <a:pt x="2149" y="1235"/>
                      <a:pt x="2124" y="1210"/>
                      <a:pt x="2124" y="1161"/>
                    </a:cubicBezTo>
                    <a:cubicBezTo>
                      <a:pt x="2124" y="1136"/>
                      <a:pt x="2149" y="1111"/>
                      <a:pt x="2149" y="1087"/>
                    </a:cubicBezTo>
                    <a:cubicBezTo>
                      <a:pt x="2149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2" name="Google Shape;1332;p11"/>
              <p:cNvSpPr/>
              <p:nvPr/>
            </p:nvSpPr>
            <p:spPr>
              <a:xfrm rot="10800000">
                <a:off x="2137794" y="-8119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5" y="0"/>
                      <a:pt x="1" y="494"/>
                      <a:pt x="1" y="1087"/>
                    </a:cubicBezTo>
                    <a:cubicBezTo>
                      <a:pt x="1" y="1111"/>
                      <a:pt x="25" y="1136"/>
                      <a:pt x="25" y="1161"/>
                    </a:cubicBezTo>
                    <a:cubicBezTo>
                      <a:pt x="25" y="1210"/>
                      <a:pt x="1" y="1235"/>
                      <a:pt x="1" y="1259"/>
                    </a:cubicBezTo>
                    <a:cubicBezTo>
                      <a:pt x="1" y="1852"/>
                      <a:pt x="495" y="2346"/>
                      <a:pt x="1087" y="2346"/>
                    </a:cubicBezTo>
                    <a:cubicBezTo>
                      <a:pt x="1680" y="2346"/>
                      <a:pt x="2149" y="1852"/>
                      <a:pt x="2149" y="1259"/>
                    </a:cubicBezTo>
                    <a:cubicBezTo>
                      <a:pt x="2149" y="1235"/>
                      <a:pt x="2149" y="1210"/>
                      <a:pt x="2149" y="1161"/>
                    </a:cubicBezTo>
                    <a:cubicBezTo>
                      <a:pt x="2149" y="1136"/>
                      <a:pt x="2149" y="1111"/>
                      <a:pt x="2149" y="1087"/>
                    </a:cubicBezTo>
                    <a:cubicBezTo>
                      <a:pt x="2149" y="494"/>
                      <a:pt x="1680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3" name="Google Shape;1333;p11"/>
              <p:cNvSpPr/>
              <p:nvPr/>
            </p:nvSpPr>
            <p:spPr>
              <a:xfrm rot="10800000">
                <a:off x="2021982" y="-8119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87" y="2346"/>
                    </a:cubicBezTo>
                    <a:cubicBezTo>
                      <a:pt x="1679" y="2346"/>
                      <a:pt x="2149" y="1852"/>
                      <a:pt x="2149" y="1259"/>
                    </a:cubicBezTo>
                    <a:cubicBezTo>
                      <a:pt x="2149" y="1235"/>
                      <a:pt x="2149" y="1210"/>
                      <a:pt x="2149" y="1161"/>
                    </a:cubicBezTo>
                    <a:cubicBezTo>
                      <a:pt x="2149" y="1136"/>
                      <a:pt x="2149" y="1111"/>
                      <a:pt x="2149" y="1087"/>
                    </a:cubicBezTo>
                    <a:cubicBezTo>
                      <a:pt x="2149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4" name="Google Shape;1334;p11"/>
              <p:cNvSpPr/>
              <p:nvPr/>
            </p:nvSpPr>
            <p:spPr>
              <a:xfrm rot="10800000">
                <a:off x="1906170" y="-8119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70" y="2346"/>
                      <a:pt x="1062" y="2346"/>
                    </a:cubicBezTo>
                    <a:cubicBezTo>
                      <a:pt x="1655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5" name="Google Shape;1335;p11"/>
              <p:cNvSpPr/>
              <p:nvPr/>
            </p:nvSpPr>
            <p:spPr>
              <a:xfrm rot="10800000">
                <a:off x="1790357" y="-8119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5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6" name="Google Shape;1336;p11"/>
              <p:cNvSpPr/>
              <p:nvPr/>
            </p:nvSpPr>
            <p:spPr>
              <a:xfrm rot="10800000">
                <a:off x="1674851" y="-8119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4" y="0"/>
                      <a:pt x="1" y="494"/>
                      <a:pt x="1" y="1087"/>
                    </a:cubicBezTo>
                    <a:cubicBezTo>
                      <a:pt x="1" y="1111"/>
                      <a:pt x="25" y="1136"/>
                      <a:pt x="25" y="1161"/>
                    </a:cubicBezTo>
                    <a:cubicBezTo>
                      <a:pt x="25" y="1210"/>
                      <a:pt x="1" y="1235"/>
                      <a:pt x="1" y="1259"/>
                    </a:cubicBezTo>
                    <a:cubicBezTo>
                      <a:pt x="1" y="1852"/>
                      <a:pt x="494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7" name="Google Shape;1337;p11"/>
              <p:cNvSpPr/>
              <p:nvPr/>
            </p:nvSpPr>
            <p:spPr>
              <a:xfrm rot="10800000">
                <a:off x="1559039" y="-8119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70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8" name="Google Shape;1338;p11"/>
              <p:cNvSpPr/>
              <p:nvPr/>
            </p:nvSpPr>
            <p:spPr>
              <a:xfrm rot="10800000">
                <a:off x="633164" y="-81196"/>
                <a:ext cx="26308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9" name="Google Shape;1339;p11"/>
              <p:cNvSpPr/>
              <p:nvPr/>
            </p:nvSpPr>
            <p:spPr>
              <a:xfrm rot="10800000">
                <a:off x="748965" y="-8119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6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111"/>
                      <a:pt x="25" y="1136"/>
                      <a:pt x="25" y="1161"/>
                    </a:cubicBezTo>
                    <a:cubicBezTo>
                      <a:pt x="25" y="1210"/>
                      <a:pt x="0" y="1235"/>
                      <a:pt x="0" y="1259"/>
                    </a:cubicBezTo>
                    <a:cubicBezTo>
                      <a:pt x="0" y="1852"/>
                      <a:pt x="494" y="2346"/>
                      <a:pt x="1086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6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0" name="Google Shape;1340;p11"/>
              <p:cNvSpPr/>
              <p:nvPr/>
            </p:nvSpPr>
            <p:spPr>
              <a:xfrm rot="10800000">
                <a:off x="864777" y="-81196"/>
                <a:ext cx="26026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346" extrusionOk="0">
                    <a:moveTo>
                      <a:pt x="1063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63" y="2346"/>
                    </a:cubicBezTo>
                    <a:cubicBezTo>
                      <a:pt x="1655" y="2346"/>
                      <a:pt x="2124" y="1852"/>
                      <a:pt x="2124" y="1259"/>
                    </a:cubicBezTo>
                    <a:cubicBezTo>
                      <a:pt x="2124" y="1235"/>
                      <a:pt x="2124" y="1210"/>
                      <a:pt x="2124" y="1161"/>
                    </a:cubicBezTo>
                    <a:cubicBezTo>
                      <a:pt x="2124" y="1136"/>
                      <a:pt x="2124" y="1111"/>
                      <a:pt x="2124" y="1087"/>
                    </a:cubicBezTo>
                    <a:cubicBezTo>
                      <a:pt x="2124" y="494"/>
                      <a:pt x="1655" y="0"/>
                      <a:pt x="1063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1" name="Google Shape;1341;p11"/>
              <p:cNvSpPr/>
              <p:nvPr/>
            </p:nvSpPr>
            <p:spPr>
              <a:xfrm rot="10800000">
                <a:off x="980283" y="-8119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48" y="1852"/>
                      <a:pt x="2148" y="1259"/>
                    </a:cubicBezTo>
                    <a:cubicBezTo>
                      <a:pt x="2148" y="1235"/>
                      <a:pt x="2123" y="1210"/>
                      <a:pt x="2123" y="1161"/>
                    </a:cubicBezTo>
                    <a:cubicBezTo>
                      <a:pt x="2123" y="1136"/>
                      <a:pt x="2148" y="1111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2" name="Google Shape;1342;p11"/>
              <p:cNvSpPr/>
              <p:nvPr/>
            </p:nvSpPr>
            <p:spPr>
              <a:xfrm rot="10800000">
                <a:off x="1096095" y="-8119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3" name="Google Shape;1343;p11"/>
              <p:cNvSpPr/>
              <p:nvPr/>
            </p:nvSpPr>
            <p:spPr>
              <a:xfrm rot="10800000">
                <a:off x="1211908" y="-8119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111"/>
                      <a:pt x="25" y="1136"/>
                      <a:pt x="25" y="1161"/>
                    </a:cubicBezTo>
                    <a:cubicBezTo>
                      <a:pt x="25" y="1210"/>
                      <a:pt x="0" y="1235"/>
                      <a:pt x="0" y="1259"/>
                    </a:cubicBezTo>
                    <a:cubicBezTo>
                      <a:pt x="0" y="1852"/>
                      <a:pt x="494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4" name="Google Shape;1344;p11"/>
              <p:cNvSpPr/>
              <p:nvPr/>
            </p:nvSpPr>
            <p:spPr>
              <a:xfrm rot="10800000">
                <a:off x="1327414" y="-8119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23" y="1852"/>
                      <a:pt x="2123" y="1259"/>
                    </a:cubicBezTo>
                    <a:cubicBezTo>
                      <a:pt x="2123" y="1235"/>
                      <a:pt x="2123" y="1210"/>
                      <a:pt x="2123" y="1161"/>
                    </a:cubicBezTo>
                    <a:cubicBezTo>
                      <a:pt x="2123" y="1136"/>
                      <a:pt x="2123" y="1111"/>
                      <a:pt x="2123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5" name="Google Shape;1345;p11"/>
              <p:cNvSpPr/>
              <p:nvPr/>
            </p:nvSpPr>
            <p:spPr>
              <a:xfrm rot="10800000">
                <a:off x="1443226" y="-8119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6" name="Google Shape;1346;p11"/>
              <p:cNvSpPr/>
              <p:nvPr/>
            </p:nvSpPr>
            <p:spPr>
              <a:xfrm rot="10800000">
                <a:off x="633164" y="42173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7" name="Google Shape;1347;p11"/>
              <p:cNvSpPr/>
              <p:nvPr/>
            </p:nvSpPr>
            <p:spPr>
              <a:xfrm rot="10800000">
                <a:off x="864777" y="42173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70" y="2149"/>
                      <a:pt x="1063" y="2149"/>
                    </a:cubicBezTo>
                    <a:cubicBezTo>
                      <a:pt x="1655" y="2149"/>
                      <a:pt x="2124" y="1680"/>
                      <a:pt x="2124" y="1087"/>
                    </a:cubicBezTo>
                    <a:cubicBezTo>
                      <a:pt x="2124" y="495"/>
                      <a:pt x="1655" y="1"/>
                      <a:pt x="1063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8" name="Google Shape;1348;p11"/>
              <p:cNvSpPr/>
              <p:nvPr/>
            </p:nvSpPr>
            <p:spPr>
              <a:xfrm rot="10800000">
                <a:off x="1096095" y="42173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87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9" name="Google Shape;1349;p11"/>
              <p:cNvSpPr/>
              <p:nvPr/>
            </p:nvSpPr>
            <p:spPr>
              <a:xfrm rot="10800000">
                <a:off x="1327414" y="42173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54" y="2149"/>
                      <a:pt x="2148" y="1680"/>
                      <a:pt x="2148" y="1087"/>
                    </a:cubicBezTo>
                    <a:cubicBezTo>
                      <a:pt x="2148" y="495"/>
                      <a:pt x="1654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0" name="Google Shape;1350;p11"/>
              <p:cNvSpPr/>
              <p:nvPr/>
            </p:nvSpPr>
            <p:spPr>
              <a:xfrm rot="10800000">
                <a:off x="633164" y="163117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1" name="Google Shape;1351;p11"/>
              <p:cNvSpPr/>
              <p:nvPr/>
            </p:nvSpPr>
            <p:spPr>
              <a:xfrm rot="10800000">
                <a:off x="748965" y="163117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69"/>
                      <a:pt x="0" y="1087"/>
                    </a:cubicBezTo>
                    <a:cubicBezTo>
                      <a:pt x="0" y="1679"/>
                      <a:pt x="494" y="2148"/>
                      <a:pt x="1086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6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2" name="Google Shape;1352;p11"/>
              <p:cNvSpPr/>
              <p:nvPr/>
            </p:nvSpPr>
            <p:spPr>
              <a:xfrm rot="10800000">
                <a:off x="864777" y="163117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70" y="2148"/>
                      <a:pt x="1063" y="2148"/>
                    </a:cubicBezTo>
                    <a:cubicBezTo>
                      <a:pt x="1655" y="2148"/>
                      <a:pt x="2124" y="1679"/>
                      <a:pt x="2124" y="1087"/>
                    </a:cubicBezTo>
                    <a:cubicBezTo>
                      <a:pt x="2124" y="469"/>
                      <a:pt x="1655" y="0"/>
                      <a:pt x="1063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3" name="Google Shape;1353;p11"/>
              <p:cNvSpPr/>
              <p:nvPr/>
            </p:nvSpPr>
            <p:spPr>
              <a:xfrm rot="10800000">
                <a:off x="980283" y="163117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4" name="Google Shape;1354;p11"/>
              <p:cNvSpPr/>
              <p:nvPr/>
            </p:nvSpPr>
            <p:spPr>
              <a:xfrm rot="10800000">
                <a:off x="1096095" y="163117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5" name="Google Shape;1355;p11"/>
              <p:cNvSpPr/>
              <p:nvPr/>
            </p:nvSpPr>
            <p:spPr>
              <a:xfrm rot="10800000">
                <a:off x="1211908" y="163117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69"/>
                      <a:pt x="0" y="1087"/>
                    </a:cubicBezTo>
                    <a:cubicBezTo>
                      <a:pt x="0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6" name="Google Shape;1356;p11"/>
              <p:cNvSpPr/>
              <p:nvPr/>
            </p:nvSpPr>
            <p:spPr>
              <a:xfrm rot="10800000">
                <a:off x="1327414" y="163117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23" y="1679"/>
                      <a:pt x="2123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7" name="Google Shape;1357;p11"/>
              <p:cNvSpPr/>
              <p:nvPr/>
            </p:nvSpPr>
            <p:spPr>
              <a:xfrm rot="10800000">
                <a:off x="1443226" y="163117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8" name="Google Shape;1358;p11"/>
              <p:cNvSpPr/>
              <p:nvPr/>
            </p:nvSpPr>
            <p:spPr>
              <a:xfrm rot="10800000">
                <a:off x="633164" y="284073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79" y="2149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9" name="Google Shape;1359;p11"/>
              <p:cNvSpPr/>
              <p:nvPr/>
            </p:nvSpPr>
            <p:spPr>
              <a:xfrm rot="10800000">
                <a:off x="864777" y="284073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63" y="2149"/>
                    </a:cubicBezTo>
                    <a:cubicBezTo>
                      <a:pt x="1655" y="2149"/>
                      <a:pt x="2124" y="1655"/>
                      <a:pt x="2124" y="1062"/>
                    </a:cubicBezTo>
                    <a:cubicBezTo>
                      <a:pt x="2124" y="470"/>
                      <a:pt x="1655" y="1"/>
                      <a:pt x="1063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60" name="Google Shape;1360;p11"/>
              <p:cNvSpPr/>
              <p:nvPr/>
            </p:nvSpPr>
            <p:spPr>
              <a:xfrm rot="10800000">
                <a:off x="1094895" y="284147"/>
                <a:ext cx="28733" cy="26173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137" extrusionOk="0">
                    <a:moveTo>
                      <a:pt x="1173" y="1"/>
                    </a:moveTo>
                    <a:cubicBezTo>
                      <a:pt x="902" y="1"/>
                      <a:pt x="630" y="106"/>
                      <a:pt x="420" y="316"/>
                    </a:cubicBezTo>
                    <a:cubicBezTo>
                      <a:pt x="0" y="735"/>
                      <a:pt x="0" y="1402"/>
                      <a:pt x="420" y="1822"/>
                    </a:cubicBezTo>
                    <a:cubicBezTo>
                      <a:pt x="630" y="2031"/>
                      <a:pt x="902" y="2136"/>
                      <a:pt x="1173" y="2136"/>
                    </a:cubicBezTo>
                    <a:cubicBezTo>
                      <a:pt x="1445" y="2136"/>
                      <a:pt x="1716" y="2031"/>
                      <a:pt x="1926" y="1822"/>
                    </a:cubicBezTo>
                    <a:cubicBezTo>
                      <a:pt x="2346" y="1402"/>
                      <a:pt x="2346" y="735"/>
                      <a:pt x="1926" y="316"/>
                    </a:cubicBezTo>
                    <a:cubicBezTo>
                      <a:pt x="1716" y="106"/>
                      <a:pt x="1445" y="1"/>
                      <a:pt x="1173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61" name="Google Shape;1361;p11"/>
              <p:cNvSpPr/>
              <p:nvPr/>
            </p:nvSpPr>
            <p:spPr>
              <a:xfrm rot="10800000">
                <a:off x="1327720" y="284073"/>
                <a:ext cx="26014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54" y="2149"/>
                      <a:pt x="2123" y="1655"/>
                      <a:pt x="2123" y="1062"/>
                    </a:cubicBezTo>
                    <a:cubicBezTo>
                      <a:pt x="2123" y="470"/>
                      <a:pt x="1654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62" name="Google Shape;1362;p11"/>
              <p:cNvSpPr/>
              <p:nvPr/>
            </p:nvSpPr>
            <p:spPr>
              <a:xfrm rot="10800000">
                <a:off x="633164" y="405018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63" name="Google Shape;1363;p11"/>
              <p:cNvSpPr/>
              <p:nvPr/>
            </p:nvSpPr>
            <p:spPr>
              <a:xfrm rot="10800000">
                <a:off x="748965" y="4050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69"/>
                      <a:pt x="0" y="1062"/>
                    </a:cubicBezTo>
                    <a:cubicBezTo>
                      <a:pt x="0" y="1654"/>
                      <a:pt x="494" y="2148"/>
                      <a:pt x="1086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6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64" name="Google Shape;1364;p11"/>
              <p:cNvSpPr/>
              <p:nvPr/>
            </p:nvSpPr>
            <p:spPr>
              <a:xfrm rot="10800000">
                <a:off x="864777" y="405018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70" y="2148"/>
                      <a:pt x="1063" y="2148"/>
                    </a:cubicBezTo>
                    <a:cubicBezTo>
                      <a:pt x="1655" y="2148"/>
                      <a:pt x="2124" y="1654"/>
                      <a:pt x="2124" y="1062"/>
                    </a:cubicBezTo>
                    <a:cubicBezTo>
                      <a:pt x="2124" y="469"/>
                      <a:pt x="1655" y="0"/>
                      <a:pt x="1063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65" name="Google Shape;1365;p11"/>
              <p:cNvSpPr/>
              <p:nvPr/>
            </p:nvSpPr>
            <p:spPr>
              <a:xfrm rot="10800000">
                <a:off x="980283" y="4050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66" name="Google Shape;1366;p11"/>
              <p:cNvSpPr/>
              <p:nvPr/>
            </p:nvSpPr>
            <p:spPr>
              <a:xfrm rot="10800000">
                <a:off x="1096095" y="4050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67" name="Google Shape;1367;p11"/>
              <p:cNvSpPr/>
              <p:nvPr/>
            </p:nvSpPr>
            <p:spPr>
              <a:xfrm rot="10800000">
                <a:off x="1211908" y="4050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69"/>
                      <a:pt x="0" y="1062"/>
                    </a:cubicBezTo>
                    <a:cubicBezTo>
                      <a:pt x="0" y="1654"/>
                      <a:pt x="494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68" name="Google Shape;1368;p11"/>
              <p:cNvSpPr/>
              <p:nvPr/>
            </p:nvSpPr>
            <p:spPr>
              <a:xfrm rot="10800000">
                <a:off x="1327414" y="4050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69" name="Google Shape;1369;p11"/>
              <p:cNvSpPr/>
              <p:nvPr/>
            </p:nvSpPr>
            <p:spPr>
              <a:xfrm rot="10800000">
                <a:off x="1443226" y="4050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0" name="Google Shape;1370;p11"/>
              <p:cNvSpPr/>
              <p:nvPr/>
            </p:nvSpPr>
            <p:spPr>
              <a:xfrm rot="10800000">
                <a:off x="633164" y="525974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1" name="Google Shape;1371;p11"/>
              <p:cNvSpPr/>
              <p:nvPr/>
            </p:nvSpPr>
            <p:spPr>
              <a:xfrm rot="10800000">
                <a:off x="864777" y="525974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8"/>
                      <a:pt x="1063" y="2148"/>
                    </a:cubicBezTo>
                    <a:cubicBezTo>
                      <a:pt x="1655" y="2148"/>
                      <a:pt x="2124" y="1655"/>
                      <a:pt x="2124" y="1062"/>
                    </a:cubicBezTo>
                    <a:cubicBezTo>
                      <a:pt x="2124" y="470"/>
                      <a:pt x="1655" y="1"/>
                      <a:pt x="1063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2" name="Google Shape;1372;p11"/>
              <p:cNvSpPr/>
              <p:nvPr/>
            </p:nvSpPr>
            <p:spPr>
              <a:xfrm rot="10800000">
                <a:off x="1096095" y="525974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87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3" name="Google Shape;1373;p11"/>
              <p:cNvSpPr/>
              <p:nvPr/>
            </p:nvSpPr>
            <p:spPr>
              <a:xfrm rot="10800000">
                <a:off x="1327720" y="525974"/>
                <a:ext cx="26014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54" y="2148"/>
                      <a:pt x="2123" y="1655"/>
                      <a:pt x="2123" y="1062"/>
                    </a:cubicBezTo>
                    <a:cubicBezTo>
                      <a:pt x="2123" y="470"/>
                      <a:pt x="1654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4" name="Google Shape;1374;p11"/>
              <p:cNvSpPr/>
              <p:nvPr/>
            </p:nvSpPr>
            <p:spPr>
              <a:xfrm rot="10800000">
                <a:off x="633164" y="647224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5" name="Google Shape;1375;p11"/>
              <p:cNvSpPr/>
              <p:nvPr/>
            </p:nvSpPr>
            <p:spPr>
              <a:xfrm rot="10800000">
                <a:off x="748965" y="647224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679"/>
                      <a:pt x="494" y="2148"/>
                      <a:pt x="1086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6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6" name="Google Shape;1376;p11"/>
              <p:cNvSpPr/>
              <p:nvPr/>
            </p:nvSpPr>
            <p:spPr>
              <a:xfrm rot="10800000">
                <a:off x="864777" y="647224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63" y="2148"/>
                    </a:cubicBezTo>
                    <a:cubicBezTo>
                      <a:pt x="1655" y="2148"/>
                      <a:pt x="2124" y="1679"/>
                      <a:pt x="2124" y="1087"/>
                    </a:cubicBezTo>
                    <a:cubicBezTo>
                      <a:pt x="2124" y="494"/>
                      <a:pt x="1655" y="0"/>
                      <a:pt x="1063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7" name="Google Shape;1377;p11"/>
              <p:cNvSpPr/>
              <p:nvPr/>
            </p:nvSpPr>
            <p:spPr>
              <a:xfrm rot="10800000">
                <a:off x="980283" y="647224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8" name="Google Shape;1378;p11"/>
              <p:cNvSpPr/>
              <p:nvPr/>
            </p:nvSpPr>
            <p:spPr>
              <a:xfrm rot="10800000">
                <a:off x="1096095" y="647224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9" name="Google Shape;1379;p11"/>
              <p:cNvSpPr/>
              <p:nvPr/>
            </p:nvSpPr>
            <p:spPr>
              <a:xfrm rot="10800000">
                <a:off x="1211908" y="647224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0" name="Google Shape;1380;p11"/>
              <p:cNvSpPr/>
              <p:nvPr/>
            </p:nvSpPr>
            <p:spPr>
              <a:xfrm rot="10800000">
                <a:off x="1327414" y="647224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23" y="1679"/>
                      <a:pt x="2123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1" name="Google Shape;1381;p11"/>
              <p:cNvSpPr/>
              <p:nvPr/>
            </p:nvSpPr>
            <p:spPr>
              <a:xfrm rot="10800000">
                <a:off x="1443226" y="647224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2" name="Google Shape;1382;p11"/>
              <p:cNvSpPr/>
              <p:nvPr/>
            </p:nvSpPr>
            <p:spPr>
              <a:xfrm rot="10800000">
                <a:off x="2253300" y="87380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62" y="2148"/>
                    </a:cubicBezTo>
                    <a:cubicBezTo>
                      <a:pt x="1655" y="2148"/>
                      <a:pt x="2149" y="1679"/>
                      <a:pt x="2149" y="1087"/>
                    </a:cubicBezTo>
                    <a:cubicBezTo>
                      <a:pt x="2149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3" name="Google Shape;1383;p11"/>
              <p:cNvSpPr/>
              <p:nvPr/>
            </p:nvSpPr>
            <p:spPr>
              <a:xfrm rot="10800000">
                <a:off x="2137794" y="87380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94"/>
                      <a:pt x="1" y="1087"/>
                    </a:cubicBezTo>
                    <a:cubicBezTo>
                      <a:pt x="1" y="1679"/>
                      <a:pt x="495" y="2148"/>
                      <a:pt x="1087" y="2148"/>
                    </a:cubicBezTo>
                    <a:cubicBezTo>
                      <a:pt x="1680" y="2148"/>
                      <a:pt x="2149" y="1679"/>
                      <a:pt x="2149" y="1087"/>
                    </a:cubicBezTo>
                    <a:cubicBezTo>
                      <a:pt x="2149" y="494"/>
                      <a:pt x="1680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4" name="Google Shape;1384;p11"/>
              <p:cNvSpPr/>
              <p:nvPr/>
            </p:nvSpPr>
            <p:spPr>
              <a:xfrm rot="10800000">
                <a:off x="2021982" y="87380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87" y="2148"/>
                    </a:cubicBezTo>
                    <a:cubicBezTo>
                      <a:pt x="1679" y="2148"/>
                      <a:pt x="2149" y="1679"/>
                      <a:pt x="2149" y="1087"/>
                    </a:cubicBezTo>
                    <a:cubicBezTo>
                      <a:pt x="2149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5" name="Google Shape;1385;p11"/>
              <p:cNvSpPr/>
              <p:nvPr/>
            </p:nvSpPr>
            <p:spPr>
              <a:xfrm rot="10800000">
                <a:off x="1906170" y="87380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679"/>
                      <a:pt x="470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6" name="Google Shape;1386;p11"/>
              <p:cNvSpPr/>
              <p:nvPr/>
            </p:nvSpPr>
            <p:spPr>
              <a:xfrm rot="10800000">
                <a:off x="1790357" y="87380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7" name="Google Shape;1387;p11"/>
              <p:cNvSpPr/>
              <p:nvPr/>
            </p:nvSpPr>
            <p:spPr>
              <a:xfrm rot="10800000">
                <a:off x="1674851" y="87380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94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8" name="Google Shape;1388;p11"/>
              <p:cNvSpPr/>
              <p:nvPr/>
            </p:nvSpPr>
            <p:spPr>
              <a:xfrm rot="10800000">
                <a:off x="1559039" y="87380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679"/>
                      <a:pt x="470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9" name="Google Shape;1389;p11"/>
              <p:cNvSpPr/>
              <p:nvPr/>
            </p:nvSpPr>
            <p:spPr>
              <a:xfrm rot="10800000">
                <a:off x="2253300" y="752554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8"/>
                      <a:pt x="1062" y="2148"/>
                    </a:cubicBezTo>
                    <a:cubicBezTo>
                      <a:pt x="1655" y="2148"/>
                      <a:pt x="2149" y="1655"/>
                      <a:pt x="2149" y="1062"/>
                    </a:cubicBezTo>
                    <a:cubicBezTo>
                      <a:pt x="2149" y="470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0" name="Google Shape;1390;p11"/>
              <p:cNvSpPr/>
              <p:nvPr/>
            </p:nvSpPr>
            <p:spPr>
              <a:xfrm rot="10800000">
                <a:off x="2021982" y="752554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94" y="2148"/>
                      <a:pt x="1087" y="2148"/>
                    </a:cubicBezTo>
                    <a:cubicBezTo>
                      <a:pt x="1679" y="2148"/>
                      <a:pt x="2149" y="1655"/>
                      <a:pt x="2149" y="1062"/>
                    </a:cubicBezTo>
                    <a:cubicBezTo>
                      <a:pt x="2149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1" name="Google Shape;1391;p11"/>
              <p:cNvSpPr/>
              <p:nvPr/>
            </p:nvSpPr>
            <p:spPr>
              <a:xfrm rot="10800000">
                <a:off x="1790357" y="752554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55" y="2148"/>
                      <a:pt x="2148" y="1655"/>
                      <a:pt x="2148" y="1062"/>
                    </a:cubicBezTo>
                    <a:cubicBezTo>
                      <a:pt x="2148" y="470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2" name="Google Shape;1392;p11"/>
              <p:cNvSpPr/>
              <p:nvPr/>
            </p:nvSpPr>
            <p:spPr>
              <a:xfrm rot="10800000">
                <a:off x="1559039" y="752554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70"/>
                      <a:pt x="0" y="1062"/>
                    </a:cubicBezTo>
                    <a:cubicBezTo>
                      <a:pt x="0" y="1655"/>
                      <a:pt x="470" y="2148"/>
                      <a:pt x="1087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3" name="Google Shape;1393;p11"/>
              <p:cNvSpPr/>
              <p:nvPr/>
            </p:nvSpPr>
            <p:spPr>
              <a:xfrm rot="10800000">
                <a:off x="633164" y="752554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4" name="Google Shape;1394;p11"/>
              <p:cNvSpPr/>
              <p:nvPr/>
            </p:nvSpPr>
            <p:spPr>
              <a:xfrm rot="10800000">
                <a:off x="864777" y="752554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8"/>
                      <a:pt x="1063" y="2148"/>
                    </a:cubicBezTo>
                    <a:cubicBezTo>
                      <a:pt x="1655" y="2148"/>
                      <a:pt x="2124" y="1655"/>
                      <a:pt x="2124" y="1062"/>
                    </a:cubicBezTo>
                    <a:cubicBezTo>
                      <a:pt x="2124" y="470"/>
                      <a:pt x="1655" y="1"/>
                      <a:pt x="1063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5" name="Google Shape;1395;p11"/>
              <p:cNvSpPr/>
              <p:nvPr/>
            </p:nvSpPr>
            <p:spPr>
              <a:xfrm rot="10800000">
                <a:off x="1096095" y="752554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87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6" name="Google Shape;1396;p11"/>
              <p:cNvSpPr/>
              <p:nvPr/>
            </p:nvSpPr>
            <p:spPr>
              <a:xfrm rot="10800000">
                <a:off x="1327720" y="752554"/>
                <a:ext cx="26014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54" y="2148"/>
                      <a:pt x="2123" y="1655"/>
                      <a:pt x="2123" y="1062"/>
                    </a:cubicBezTo>
                    <a:cubicBezTo>
                      <a:pt x="2123" y="470"/>
                      <a:pt x="1654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7" name="Google Shape;1397;p11"/>
              <p:cNvSpPr/>
              <p:nvPr/>
            </p:nvSpPr>
            <p:spPr>
              <a:xfrm rot="10800000">
                <a:off x="633164" y="873805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8" name="Google Shape;1398;p11"/>
              <p:cNvSpPr/>
              <p:nvPr/>
            </p:nvSpPr>
            <p:spPr>
              <a:xfrm rot="10800000">
                <a:off x="748965" y="87380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679"/>
                      <a:pt x="494" y="2148"/>
                      <a:pt x="1086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6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9" name="Google Shape;1399;p11"/>
              <p:cNvSpPr/>
              <p:nvPr/>
            </p:nvSpPr>
            <p:spPr>
              <a:xfrm rot="10800000">
                <a:off x="864777" y="873805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63" y="2148"/>
                    </a:cubicBezTo>
                    <a:cubicBezTo>
                      <a:pt x="1655" y="2148"/>
                      <a:pt x="2124" y="1679"/>
                      <a:pt x="2124" y="1087"/>
                    </a:cubicBezTo>
                    <a:cubicBezTo>
                      <a:pt x="2124" y="494"/>
                      <a:pt x="1655" y="0"/>
                      <a:pt x="1063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0" name="Google Shape;1400;p11"/>
              <p:cNvSpPr/>
              <p:nvPr/>
            </p:nvSpPr>
            <p:spPr>
              <a:xfrm rot="10800000">
                <a:off x="980283" y="87380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1" name="Google Shape;1401;p11"/>
              <p:cNvSpPr/>
              <p:nvPr/>
            </p:nvSpPr>
            <p:spPr>
              <a:xfrm rot="10800000">
                <a:off x="1096095" y="87380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2" name="Google Shape;1402;p11"/>
              <p:cNvSpPr/>
              <p:nvPr/>
            </p:nvSpPr>
            <p:spPr>
              <a:xfrm rot="10800000">
                <a:off x="1211908" y="87380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3" name="Google Shape;1403;p11"/>
              <p:cNvSpPr/>
              <p:nvPr/>
            </p:nvSpPr>
            <p:spPr>
              <a:xfrm rot="10800000">
                <a:off x="1327414" y="87380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23" y="1679"/>
                      <a:pt x="2123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4" name="Google Shape;1404;p11"/>
              <p:cNvSpPr/>
              <p:nvPr/>
            </p:nvSpPr>
            <p:spPr>
              <a:xfrm rot="10800000">
                <a:off x="1443226" y="87380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405" name="Google Shape;1405;p11"/>
            <p:cNvSpPr/>
            <p:nvPr/>
          </p:nvSpPr>
          <p:spPr>
            <a:xfrm rot="10800000">
              <a:off x="1295804" y="745860"/>
              <a:ext cx="552000" cy="552000"/>
            </a:xfrm>
            <a:prstGeom prst="mathPlus">
              <a:avLst>
                <a:gd name="adj1" fmla="val 1723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406" name="Google Shape;1406;p11"/>
          <p:cNvGrpSpPr/>
          <p:nvPr/>
        </p:nvGrpSpPr>
        <p:grpSpPr>
          <a:xfrm rot="10800000" flipH="1">
            <a:off x="-313789" y="3748705"/>
            <a:ext cx="904875" cy="928325"/>
            <a:chOff x="4059176" y="156948"/>
            <a:chExt cx="904875" cy="928325"/>
          </a:xfrm>
        </p:grpSpPr>
        <p:sp>
          <p:nvSpPr>
            <p:cNvPr id="1407" name="Google Shape;1407;p11"/>
            <p:cNvSpPr/>
            <p:nvPr/>
          </p:nvSpPr>
          <p:spPr>
            <a:xfrm>
              <a:off x="4938101" y="1569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19" y="1038"/>
                  </a:cubicBezTo>
                  <a:cubicBezTo>
                    <a:pt x="816" y="1038"/>
                    <a:pt x="1038" y="815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8" name="Google Shape;1408;p11"/>
            <p:cNvSpPr/>
            <p:nvPr/>
          </p:nvSpPr>
          <p:spPr>
            <a:xfrm>
              <a:off x="4938101" y="3075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19" y="1038"/>
                  </a:cubicBezTo>
                  <a:cubicBezTo>
                    <a:pt x="816" y="1038"/>
                    <a:pt x="1038" y="791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9" name="Google Shape;1409;p11"/>
            <p:cNvSpPr/>
            <p:nvPr/>
          </p:nvSpPr>
          <p:spPr>
            <a:xfrm>
              <a:off x="4938101" y="45754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19" y="1062"/>
                  </a:cubicBezTo>
                  <a:cubicBezTo>
                    <a:pt x="816" y="1062"/>
                    <a:pt x="1038" y="815"/>
                    <a:pt x="1038" y="519"/>
                  </a:cubicBezTo>
                  <a:cubicBezTo>
                    <a:pt x="1038" y="247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0" name="Google Shape;1410;p11"/>
            <p:cNvSpPr/>
            <p:nvPr/>
          </p:nvSpPr>
          <p:spPr>
            <a:xfrm>
              <a:off x="4938101" y="6081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19" y="1037"/>
                  </a:cubicBezTo>
                  <a:cubicBezTo>
                    <a:pt x="816" y="1037"/>
                    <a:pt x="1038" y="815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1" name="Google Shape;1411;p11"/>
            <p:cNvSpPr/>
            <p:nvPr/>
          </p:nvSpPr>
          <p:spPr>
            <a:xfrm>
              <a:off x="4938101" y="758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19" y="1037"/>
                  </a:cubicBezTo>
                  <a:cubicBezTo>
                    <a:pt x="816" y="1037"/>
                    <a:pt x="1038" y="790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2" name="Google Shape;1412;p11"/>
            <p:cNvSpPr/>
            <p:nvPr/>
          </p:nvSpPr>
          <p:spPr>
            <a:xfrm>
              <a:off x="4938101" y="908723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19" y="1062"/>
                  </a:cubicBezTo>
                  <a:cubicBezTo>
                    <a:pt x="816" y="1062"/>
                    <a:pt x="1038" y="816"/>
                    <a:pt x="1038" y="519"/>
                  </a:cubicBezTo>
                  <a:cubicBezTo>
                    <a:pt x="1038" y="248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3" name="Google Shape;1413;p11"/>
            <p:cNvSpPr/>
            <p:nvPr/>
          </p:nvSpPr>
          <p:spPr>
            <a:xfrm>
              <a:off x="4938101" y="105932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19" y="1038"/>
                  </a:cubicBezTo>
                  <a:cubicBezTo>
                    <a:pt x="816" y="1038"/>
                    <a:pt x="1038" y="816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4" name="Google Shape;1414;p11"/>
            <p:cNvSpPr/>
            <p:nvPr/>
          </p:nvSpPr>
          <p:spPr>
            <a:xfrm>
              <a:off x="4812826" y="156948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5"/>
                    <a:pt x="222" y="1038"/>
                    <a:pt x="518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5" name="Google Shape;1415;p11"/>
            <p:cNvSpPr/>
            <p:nvPr/>
          </p:nvSpPr>
          <p:spPr>
            <a:xfrm>
              <a:off x="4812826" y="307548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791"/>
                    <a:pt x="222" y="1038"/>
                    <a:pt x="518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6" name="Google Shape;1416;p11"/>
            <p:cNvSpPr/>
            <p:nvPr/>
          </p:nvSpPr>
          <p:spPr>
            <a:xfrm>
              <a:off x="4812826" y="457548"/>
              <a:ext cx="25925" cy="26550"/>
            </a:xfrm>
            <a:custGeom>
              <a:avLst/>
              <a:gdLst/>
              <a:ahLst/>
              <a:cxnLst/>
              <a:rect l="l" t="t" r="r" b="b"/>
              <a:pathLst>
                <a:path w="1037" h="1062" extrusionOk="0">
                  <a:moveTo>
                    <a:pt x="518" y="0"/>
                  </a:moveTo>
                  <a:cubicBezTo>
                    <a:pt x="222" y="0"/>
                    <a:pt x="0" y="247"/>
                    <a:pt x="0" y="519"/>
                  </a:cubicBezTo>
                  <a:cubicBezTo>
                    <a:pt x="0" y="815"/>
                    <a:pt x="222" y="1062"/>
                    <a:pt x="518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7" name="Google Shape;1417;p11"/>
            <p:cNvSpPr/>
            <p:nvPr/>
          </p:nvSpPr>
          <p:spPr>
            <a:xfrm>
              <a:off x="4812826" y="608148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815"/>
                    <a:pt x="222" y="1037"/>
                    <a:pt x="518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8" name="Google Shape;1418;p11"/>
            <p:cNvSpPr/>
            <p:nvPr/>
          </p:nvSpPr>
          <p:spPr>
            <a:xfrm>
              <a:off x="4812826" y="758748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790"/>
                    <a:pt x="222" y="1037"/>
                    <a:pt x="518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9" name="Google Shape;1419;p11"/>
            <p:cNvSpPr/>
            <p:nvPr/>
          </p:nvSpPr>
          <p:spPr>
            <a:xfrm>
              <a:off x="4812826" y="908723"/>
              <a:ext cx="25925" cy="26575"/>
            </a:xfrm>
            <a:custGeom>
              <a:avLst/>
              <a:gdLst/>
              <a:ahLst/>
              <a:cxnLst/>
              <a:rect l="l" t="t" r="r" b="b"/>
              <a:pathLst>
                <a:path w="1037" h="1063" extrusionOk="0">
                  <a:moveTo>
                    <a:pt x="518" y="1"/>
                  </a:moveTo>
                  <a:cubicBezTo>
                    <a:pt x="222" y="1"/>
                    <a:pt x="0" y="248"/>
                    <a:pt x="0" y="519"/>
                  </a:cubicBezTo>
                  <a:cubicBezTo>
                    <a:pt x="0" y="816"/>
                    <a:pt x="222" y="1062"/>
                    <a:pt x="518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0" name="Google Shape;1420;p11"/>
            <p:cNvSpPr/>
            <p:nvPr/>
          </p:nvSpPr>
          <p:spPr>
            <a:xfrm>
              <a:off x="4812826" y="1059323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6"/>
                    <a:pt x="222" y="1038"/>
                    <a:pt x="518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1" name="Google Shape;1421;p11"/>
            <p:cNvSpPr/>
            <p:nvPr/>
          </p:nvSpPr>
          <p:spPr>
            <a:xfrm>
              <a:off x="4686901" y="1569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62" y="815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2" name="Google Shape;1422;p11"/>
            <p:cNvSpPr/>
            <p:nvPr/>
          </p:nvSpPr>
          <p:spPr>
            <a:xfrm>
              <a:off x="4686901" y="3075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62" y="791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3" name="Google Shape;1423;p11"/>
            <p:cNvSpPr/>
            <p:nvPr/>
          </p:nvSpPr>
          <p:spPr>
            <a:xfrm>
              <a:off x="4686901" y="457548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62" y="815"/>
                    <a:pt x="1062" y="519"/>
                  </a:cubicBezTo>
                  <a:cubicBezTo>
                    <a:pt x="1062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4" name="Google Shape;1424;p11"/>
            <p:cNvSpPr/>
            <p:nvPr/>
          </p:nvSpPr>
          <p:spPr>
            <a:xfrm>
              <a:off x="4686901" y="6081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62" y="815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5" name="Google Shape;1425;p11"/>
            <p:cNvSpPr/>
            <p:nvPr/>
          </p:nvSpPr>
          <p:spPr>
            <a:xfrm>
              <a:off x="4686901" y="7587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62" y="790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6" name="Google Shape;1426;p11"/>
            <p:cNvSpPr/>
            <p:nvPr/>
          </p:nvSpPr>
          <p:spPr>
            <a:xfrm>
              <a:off x="4686901" y="908723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62" y="816"/>
                    <a:pt x="1062" y="519"/>
                  </a:cubicBezTo>
                  <a:cubicBezTo>
                    <a:pt x="1062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7" name="Google Shape;1427;p11"/>
            <p:cNvSpPr/>
            <p:nvPr/>
          </p:nvSpPr>
          <p:spPr>
            <a:xfrm>
              <a:off x="4686901" y="1059323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62" y="816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8" name="Google Shape;1428;p11"/>
            <p:cNvSpPr/>
            <p:nvPr/>
          </p:nvSpPr>
          <p:spPr>
            <a:xfrm>
              <a:off x="4561601" y="1569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815" y="1038"/>
                    <a:pt x="1038" y="815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9" name="Google Shape;1429;p11"/>
            <p:cNvSpPr/>
            <p:nvPr/>
          </p:nvSpPr>
          <p:spPr>
            <a:xfrm>
              <a:off x="4561601" y="3075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815" y="1038"/>
                    <a:pt x="1038" y="791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0" name="Google Shape;1430;p11"/>
            <p:cNvSpPr/>
            <p:nvPr/>
          </p:nvSpPr>
          <p:spPr>
            <a:xfrm>
              <a:off x="4561601" y="45754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815" y="1062"/>
                    <a:pt x="1038" y="815"/>
                    <a:pt x="1038" y="519"/>
                  </a:cubicBezTo>
                  <a:cubicBezTo>
                    <a:pt x="1038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1" name="Google Shape;1431;p11"/>
            <p:cNvSpPr/>
            <p:nvPr/>
          </p:nvSpPr>
          <p:spPr>
            <a:xfrm>
              <a:off x="4561601" y="6081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815" y="1037"/>
                    <a:pt x="1038" y="815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2" name="Google Shape;1432;p11"/>
            <p:cNvSpPr/>
            <p:nvPr/>
          </p:nvSpPr>
          <p:spPr>
            <a:xfrm>
              <a:off x="4561601" y="758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815" y="1037"/>
                    <a:pt x="1038" y="790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3" name="Google Shape;1433;p11"/>
            <p:cNvSpPr/>
            <p:nvPr/>
          </p:nvSpPr>
          <p:spPr>
            <a:xfrm>
              <a:off x="4561601" y="908723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815" y="1062"/>
                    <a:pt x="1038" y="816"/>
                    <a:pt x="1038" y="519"/>
                  </a:cubicBezTo>
                  <a:cubicBezTo>
                    <a:pt x="1038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4" name="Google Shape;1434;p11"/>
            <p:cNvSpPr/>
            <p:nvPr/>
          </p:nvSpPr>
          <p:spPr>
            <a:xfrm>
              <a:off x="4561601" y="105932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815" y="1038"/>
                    <a:pt x="1038" y="816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5" name="Google Shape;1435;p11"/>
            <p:cNvSpPr/>
            <p:nvPr/>
          </p:nvSpPr>
          <p:spPr>
            <a:xfrm>
              <a:off x="4436301" y="1569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791" y="1038"/>
                    <a:pt x="1038" y="815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6" name="Google Shape;1436;p11"/>
            <p:cNvSpPr/>
            <p:nvPr/>
          </p:nvSpPr>
          <p:spPr>
            <a:xfrm>
              <a:off x="4436301" y="3075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791" y="1038"/>
                    <a:pt x="1038" y="791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7" name="Google Shape;1437;p11"/>
            <p:cNvSpPr/>
            <p:nvPr/>
          </p:nvSpPr>
          <p:spPr>
            <a:xfrm>
              <a:off x="4436301" y="45754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791" y="1062"/>
                    <a:pt x="1038" y="815"/>
                    <a:pt x="1038" y="519"/>
                  </a:cubicBezTo>
                  <a:cubicBezTo>
                    <a:pt x="1038" y="247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8" name="Google Shape;1438;p11"/>
            <p:cNvSpPr/>
            <p:nvPr/>
          </p:nvSpPr>
          <p:spPr>
            <a:xfrm>
              <a:off x="4436301" y="6081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791" y="1037"/>
                    <a:pt x="1038" y="815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9" name="Google Shape;1439;p11"/>
            <p:cNvSpPr/>
            <p:nvPr/>
          </p:nvSpPr>
          <p:spPr>
            <a:xfrm>
              <a:off x="4436301" y="758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791" y="1037"/>
                    <a:pt x="1038" y="790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0" name="Google Shape;1440;p11"/>
            <p:cNvSpPr/>
            <p:nvPr/>
          </p:nvSpPr>
          <p:spPr>
            <a:xfrm>
              <a:off x="4436301" y="908723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791" y="1062"/>
                    <a:pt x="1038" y="816"/>
                    <a:pt x="1038" y="519"/>
                  </a:cubicBezTo>
                  <a:cubicBezTo>
                    <a:pt x="1038" y="248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1" name="Google Shape;1441;p11"/>
            <p:cNvSpPr/>
            <p:nvPr/>
          </p:nvSpPr>
          <p:spPr>
            <a:xfrm>
              <a:off x="4436301" y="105932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791" y="1038"/>
                    <a:pt x="1038" y="816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2" name="Google Shape;1442;p11"/>
            <p:cNvSpPr/>
            <p:nvPr/>
          </p:nvSpPr>
          <p:spPr>
            <a:xfrm>
              <a:off x="4310401" y="1569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3" name="Google Shape;1443;p11"/>
            <p:cNvSpPr/>
            <p:nvPr/>
          </p:nvSpPr>
          <p:spPr>
            <a:xfrm>
              <a:off x="4310401" y="3075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4" name="Google Shape;1444;p11"/>
            <p:cNvSpPr/>
            <p:nvPr/>
          </p:nvSpPr>
          <p:spPr>
            <a:xfrm>
              <a:off x="4310401" y="45754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5" name="Google Shape;1445;p11"/>
            <p:cNvSpPr/>
            <p:nvPr/>
          </p:nvSpPr>
          <p:spPr>
            <a:xfrm>
              <a:off x="4310401" y="6081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6" name="Google Shape;1446;p11"/>
            <p:cNvSpPr/>
            <p:nvPr/>
          </p:nvSpPr>
          <p:spPr>
            <a:xfrm>
              <a:off x="4310401" y="758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7" name="Google Shape;1447;p11"/>
            <p:cNvSpPr/>
            <p:nvPr/>
          </p:nvSpPr>
          <p:spPr>
            <a:xfrm>
              <a:off x="4310401" y="908723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8" name="Google Shape;1448;p11"/>
            <p:cNvSpPr/>
            <p:nvPr/>
          </p:nvSpPr>
          <p:spPr>
            <a:xfrm>
              <a:off x="4310401" y="105932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9" name="Google Shape;1449;p11"/>
            <p:cNvSpPr/>
            <p:nvPr/>
          </p:nvSpPr>
          <p:spPr>
            <a:xfrm>
              <a:off x="4185101" y="1569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5"/>
                    <a:pt x="223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0" name="Google Shape;1450;p11"/>
            <p:cNvSpPr/>
            <p:nvPr/>
          </p:nvSpPr>
          <p:spPr>
            <a:xfrm>
              <a:off x="4185101" y="3075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791"/>
                    <a:pt x="223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1" name="Google Shape;1451;p11"/>
            <p:cNvSpPr/>
            <p:nvPr/>
          </p:nvSpPr>
          <p:spPr>
            <a:xfrm>
              <a:off x="4185101" y="45754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0" y="247"/>
                    <a:pt x="0" y="519"/>
                  </a:cubicBezTo>
                  <a:cubicBezTo>
                    <a:pt x="0" y="815"/>
                    <a:pt x="223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2" name="Google Shape;1452;p11"/>
            <p:cNvSpPr/>
            <p:nvPr/>
          </p:nvSpPr>
          <p:spPr>
            <a:xfrm>
              <a:off x="4185101" y="6081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815"/>
                    <a:pt x="223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3" name="Google Shape;1453;p11"/>
            <p:cNvSpPr/>
            <p:nvPr/>
          </p:nvSpPr>
          <p:spPr>
            <a:xfrm>
              <a:off x="4185101" y="758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790"/>
                    <a:pt x="223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4" name="Google Shape;1454;p11"/>
            <p:cNvSpPr/>
            <p:nvPr/>
          </p:nvSpPr>
          <p:spPr>
            <a:xfrm>
              <a:off x="4185101" y="908723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0" y="248"/>
                    <a:pt x="0" y="519"/>
                  </a:cubicBezTo>
                  <a:cubicBezTo>
                    <a:pt x="0" y="816"/>
                    <a:pt x="223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5" name="Google Shape;1455;p11"/>
            <p:cNvSpPr/>
            <p:nvPr/>
          </p:nvSpPr>
          <p:spPr>
            <a:xfrm>
              <a:off x="4185101" y="105932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6"/>
                    <a:pt x="223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6" name="Google Shape;1456;p11"/>
            <p:cNvSpPr/>
            <p:nvPr/>
          </p:nvSpPr>
          <p:spPr>
            <a:xfrm>
              <a:off x="4059176" y="1569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44" y="1038"/>
                  </a:cubicBezTo>
                  <a:cubicBezTo>
                    <a:pt x="816" y="1038"/>
                    <a:pt x="1062" y="815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7" name="Google Shape;1457;p11"/>
            <p:cNvSpPr/>
            <p:nvPr/>
          </p:nvSpPr>
          <p:spPr>
            <a:xfrm>
              <a:off x="4059176" y="3075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44" y="1038"/>
                  </a:cubicBezTo>
                  <a:cubicBezTo>
                    <a:pt x="816" y="1038"/>
                    <a:pt x="1062" y="791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8" name="Google Shape;1458;p11"/>
            <p:cNvSpPr/>
            <p:nvPr/>
          </p:nvSpPr>
          <p:spPr>
            <a:xfrm>
              <a:off x="4059176" y="457548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44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44" y="1062"/>
                  </a:cubicBezTo>
                  <a:cubicBezTo>
                    <a:pt x="816" y="1062"/>
                    <a:pt x="1062" y="815"/>
                    <a:pt x="1062" y="519"/>
                  </a:cubicBezTo>
                  <a:cubicBezTo>
                    <a:pt x="1062" y="247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9" name="Google Shape;1459;p11"/>
            <p:cNvSpPr/>
            <p:nvPr/>
          </p:nvSpPr>
          <p:spPr>
            <a:xfrm>
              <a:off x="4059176" y="6081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44" y="1037"/>
                  </a:cubicBezTo>
                  <a:cubicBezTo>
                    <a:pt x="816" y="1037"/>
                    <a:pt x="1062" y="815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0" name="Google Shape;1460;p11"/>
            <p:cNvSpPr/>
            <p:nvPr/>
          </p:nvSpPr>
          <p:spPr>
            <a:xfrm>
              <a:off x="4059176" y="7587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44" y="1037"/>
                  </a:cubicBezTo>
                  <a:cubicBezTo>
                    <a:pt x="816" y="1037"/>
                    <a:pt x="1062" y="790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1" name="Google Shape;1461;p11"/>
            <p:cNvSpPr/>
            <p:nvPr/>
          </p:nvSpPr>
          <p:spPr>
            <a:xfrm>
              <a:off x="4059176" y="908723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44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44" y="1062"/>
                  </a:cubicBezTo>
                  <a:cubicBezTo>
                    <a:pt x="816" y="1062"/>
                    <a:pt x="1062" y="816"/>
                    <a:pt x="1062" y="519"/>
                  </a:cubicBezTo>
                  <a:cubicBezTo>
                    <a:pt x="1062" y="248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2" name="Google Shape;1462;p11"/>
            <p:cNvSpPr/>
            <p:nvPr/>
          </p:nvSpPr>
          <p:spPr>
            <a:xfrm>
              <a:off x="4059176" y="1059323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44" y="1038"/>
                  </a:cubicBezTo>
                  <a:cubicBezTo>
                    <a:pt x="816" y="1038"/>
                    <a:pt x="1062" y="816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463" name="Google Shape;1463;p11"/>
          <p:cNvGrpSpPr/>
          <p:nvPr/>
        </p:nvGrpSpPr>
        <p:grpSpPr>
          <a:xfrm rot="10800000">
            <a:off x="7735497" y="217097"/>
            <a:ext cx="1180118" cy="1212984"/>
            <a:chOff x="7920525" y="305450"/>
            <a:chExt cx="861400" cy="885325"/>
          </a:xfrm>
        </p:grpSpPr>
        <p:sp>
          <p:nvSpPr>
            <p:cNvPr id="1464" name="Google Shape;1464;p11"/>
            <p:cNvSpPr/>
            <p:nvPr/>
          </p:nvSpPr>
          <p:spPr>
            <a:xfrm>
              <a:off x="7920525" y="442275"/>
              <a:ext cx="748500" cy="7485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5" name="Google Shape;1465;p11"/>
            <p:cNvSpPr/>
            <p:nvPr/>
          </p:nvSpPr>
          <p:spPr>
            <a:xfrm>
              <a:off x="8331025" y="305450"/>
              <a:ext cx="450900" cy="450900"/>
            </a:xfrm>
            <a:prstGeom prst="ellipse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13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69" name="Google Shape;1469;p13"/>
          <p:cNvSpPr txBox="1">
            <a:spLocks noGrp="1"/>
          </p:cNvSpPr>
          <p:nvPr>
            <p:ph type="subTitle" idx="1"/>
          </p:nvPr>
        </p:nvSpPr>
        <p:spPr>
          <a:xfrm>
            <a:off x="713100" y="1948925"/>
            <a:ext cx="2347200" cy="39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70" name="Google Shape;1470;p13"/>
          <p:cNvSpPr txBox="1">
            <a:spLocks noGrp="1"/>
          </p:cNvSpPr>
          <p:nvPr>
            <p:ph type="subTitle" idx="2"/>
          </p:nvPr>
        </p:nvSpPr>
        <p:spPr>
          <a:xfrm>
            <a:off x="713100" y="2317477"/>
            <a:ext cx="2347200" cy="5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1" name="Google Shape;1471;p13"/>
          <p:cNvSpPr txBox="1">
            <a:spLocks noGrp="1"/>
          </p:cNvSpPr>
          <p:nvPr>
            <p:ph type="subTitle" idx="3"/>
          </p:nvPr>
        </p:nvSpPr>
        <p:spPr>
          <a:xfrm>
            <a:off x="3398400" y="1948925"/>
            <a:ext cx="2347200" cy="39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72" name="Google Shape;1472;p13"/>
          <p:cNvSpPr txBox="1">
            <a:spLocks noGrp="1"/>
          </p:cNvSpPr>
          <p:nvPr>
            <p:ph type="subTitle" idx="4"/>
          </p:nvPr>
        </p:nvSpPr>
        <p:spPr>
          <a:xfrm>
            <a:off x="3398400" y="2317477"/>
            <a:ext cx="2347200" cy="5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3" name="Google Shape;1473;p13"/>
          <p:cNvSpPr txBox="1">
            <a:spLocks noGrp="1"/>
          </p:cNvSpPr>
          <p:nvPr>
            <p:ph type="subTitle" idx="5"/>
          </p:nvPr>
        </p:nvSpPr>
        <p:spPr>
          <a:xfrm>
            <a:off x="6083700" y="1948925"/>
            <a:ext cx="2347200" cy="39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74" name="Google Shape;1474;p13"/>
          <p:cNvSpPr txBox="1">
            <a:spLocks noGrp="1"/>
          </p:cNvSpPr>
          <p:nvPr>
            <p:ph type="subTitle" idx="6"/>
          </p:nvPr>
        </p:nvSpPr>
        <p:spPr>
          <a:xfrm>
            <a:off x="6083700" y="2317477"/>
            <a:ext cx="2347200" cy="5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5" name="Google Shape;1475;p13"/>
          <p:cNvSpPr txBox="1">
            <a:spLocks noGrp="1"/>
          </p:cNvSpPr>
          <p:nvPr>
            <p:ph type="title" idx="7" hasCustomPrompt="1"/>
          </p:nvPr>
        </p:nvSpPr>
        <p:spPr>
          <a:xfrm>
            <a:off x="1472700" y="1351767"/>
            <a:ext cx="828000" cy="39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476" name="Google Shape;1476;p13"/>
          <p:cNvSpPr txBox="1">
            <a:spLocks noGrp="1"/>
          </p:cNvSpPr>
          <p:nvPr>
            <p:ph type="title" idx="8" hasCustomPrompt="1"/>
          </p:nvPr>
        </p:nvSpPr>
        <p:spPr>
          <a:xfrm>
            <a:off x="4158000" y="1351767"/>
            <a:ext cx="828000" cy="39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477" name="Google Shape;1477;p13"/>
          <p:cNvSpPr txBox="1">
            <a:spLocks noGrp="1"/>
          </p:cNvSpPr>
          <p:nvPr>
            <p:ph type="title" idx="9" hasCustomPrompt="1"/>
          </p:nvPr>
        </p:nvSpPr>
        <p:spPr>
          <a:xfrm>
            <a:off x="6843300" y="1351767"/>
            <a:ext cx="828000" cy="39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478" name="Google Shape;1478;p13"/>
          <p:cNvSpPr txBox="1">
            <a:spLocks noGrp="1"/>
          </p:cNvSpPr>
          <p:nvPr>
            <p:ph type="subTitle" idx="13"/>
          </p:nvPr>
        </p:nvSpPr>
        <p:spPr>
          <a:xfrm>
            <a:off x="713100" y="3705346"/>
            <a:ext cx="2347200" cy="39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79" name="Google Shape;1479;p13"/>
          <p:cNvSpPr txBox="1">
            <a:spLocks noGrp="1"/>
          </p:cNvSpPr>
          <p:nvPr>
            <p:ph type="subTitle" idx="14"/>
          </p:nvPr>
        </p:nvSpPr>
        <p:spPr>
          <a:xfrm>
            <a:off x="713100" y="4073848"/>
            <a:ext cx="2347200" cy="5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0" name="Google Shape;1480;p13"/>
          <p:cNvSpPr txBox="1">
            <a:spLocks noGrp="1"/>
          </p:cNvSpPr>
          <p:nvPr>
            <p:ph type="subTitle" idx="15"/>
          </p:nvPr>
        </p:nvSpPr>
        <p:spPr>
          <a:xfrm>
            <a:off x="3398400" y="3705346"/>
            <a:ext cx="2347200" cy="39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1" name="Google Shape;1481;p13"/>
          <p:cNvSpPr txBox="1">
            <a:spLocks noGrp="1"/>
          </p:cNvSpPr>
          <p:nvPr>
            <p:ph type="subTitle" idx="16"/>
          </p:nvPr>
        </p:nvSpPr>
        <p:spPr>
          <a:xfrm>
            <a:off x="3398400" y="4073848"/>
            <a:ext cx="2347200" cy="5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2" name="Google Shape;1482;p13"/>
          <p:cNvSpPr txBox="1">
            <a:spLocks noGrp="1"/>
          </p:cNvSpPr>
          <p:nvPr>
            <p:ph type="subTitle" idx="17"/>
          </p:nvPr>
        </p:nvSpPr>
        <p:spPr>
          <a:xfrm>
            <a:off x="6083700" y="3705346"/>
            <a:ext cx="2347200" cy="39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3" name="Google Shape;1483;p13"/>
          <p:cNvSpPr txBox="1">
            <a:spLocks noGrp="1"/>
          </p:cNvSpPr>
          <p:nvPr>
            <p:ph type="subTitle" idx="18"/>
          </p:nvPr>
        </p:nvSpPr>
        <p:spPr>
          <a:xfrm>
            <a:off x="6083700" y="4073848"/>
            <a:ext cx="2347200" cy="5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4" name="Google Shape;1484;p13"/>
          <p:cNvSpPr txBox="1">
            <a:spLocks noGrp="1"/>
          </p:cNvSpPr>
          <p:nvPr>
            <p:ph type="title" idx="19" hasCustomPrompt="1"/>
          </p:nvPr>
        </p:nvSpPr>
        <p:spPr>
          <a:xfrm>
            <a:off x="1472700" y="3108476"/>
            <a:ext cx="828000" cy="39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485" name="Google Shape;1485;p13"/>
          <p:cNvSpPr txBox="1">
            <a:spLocks noGrp="1"/>
          </p:cNvSpPr>
          <p:nvPr>
            <p:ph type="title" idx="20" hasCustomPrompt="1"/>
          </p:nvPr>
        </p:nvSpPr>
        <p:spPr>
          <a:xfrm>
            <a:off x="4158000" y="3108476"/>
            <a:ext cx="828000" cy="39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486" name="Google Shape;1486;p13"/>
          <p:cNvSpPr txBox="1">
            <a:spLocks noGrp="1"/>
          </p:cNvSpPr>
          <p:nvPr>
            <p:ph type="title" idx="21" hasCustomPrompt="1"/>
          </p:nvPr>
        </p:nvSpPr>
        <p:spPr>
          <a:xfrm>
            <a:off x="6843300" y="3108476"/>
            <a:ext cx="828000" cy="39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grpSp>
        <p:nvGrpSpPr>
          <p:cNvPr id="1487" name="Google Shape;1487;p13"/>
          <p:cNvGrpSpPr/>
          <p:nvPr/>
        </p:nvGrpSpPr>
        <p:grpSpPr>
          <a:xfrm>
            <a:off x="8105575" y="162299"/>
            <a:ext cx="893400" cy="885575"/>
            <a:chOff x="7775625" y="442275"/>
            <a:chExt cx="893400" cy="885575"/>
          </a:xfrm>
        </p:grpSpPr>
        <p:sp>
          <p:nvSpPr>
            <p:cNvPr id="1488" name="Google Shape;1488;p13"/>
            <p:cNvSpPr/>
            <p:nvPr/>
          </p:nvSpPr>
          <p:spPr>
            <a:xfrm>
              <a:off x="7920525" y="442275"/>
              <a:ext cx="748500" cy="7485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9" name="Google Shape;1489;p13"/>
            <p:cNvSpPr/>
            <p:nvPr/>
          </p:nvSpPr>
          <p:spPr>
            <a:xfrm>
              <a:off x="7775625" y="876950"/>
              <a:ext cx="450900" cy="450900"/>
            </a:xfrm>
            <a:prstGeom prst="ellipse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490" name="Google Shape;1490;p13"/>
          <p:cNvGrpSpPr/>
          <p:nvPr/>
        </p:nvGrpSpPr>
        <p:grpSpPr>
          <a:xfrm>
            <a:off x="8688049" y="3145513"/>
            <a:ext cx="904875" cy="928325"/>
            <a:chOff x="1054075" y="2178525"/>
            <a:chExt cx="904875" cy="928325"/>
          </a:xfrm>
        </p:grpSpPr>
        <p:sp>
          <p:nvSpPr>
            <p:cNvPr id="1491" name="Google Shape;1491;p13"/>
            <p:cNvSpPr/>
            <p:nvPr/>
          </p:nvSpPr>
          <p:spPr>
            <a:xfrm>
              <a:off x="19330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19" y="1038"/>
                  </a:cubicBezTo>
                  <a:cubicBezTo>
                    <a:pt x="816" y="1038"/>
                    <a:pt x="1038" y="815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2" name="Google Shape;1492;p13"/>
            <p:cNvSpPr/>
            <p:nvPr/>
          </p:nvSpPr>
          <p:spPr>
            <a:xfrm>
              <a:off x="19330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19" y="1038"/>
                  </a:cubicBezTo>
                  <a:cubicBezTo>
                    <a:pt x="816" y="1038"/>
                    <a:pt x="1038" y="791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3" name="Google Shape;1493;p13"/>
            <p:cNvSpPr/>
            <p:nvPr/>
          </p:nvSpPr>
          <p:spPr>
            <a:xfrm>
              <a:off x="19330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19" y="1062"/>
                  </a:cubicBezTo>
                  <a:cubicBezTo>
                    <a:pt x="816" y="1062"/>
                    <a:pt x="1038" y="815"/>
                    <a:pt x="1038" y="519"/>
                  </a:cubicBezTo>
                  <a:cubicBezTo>
                    <a:pt x="1038" y="247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4" name="Google Shape;1494;p13"/>
            <p:cNvSpPr/>
            <p:nvPr/>
          </p:nvSpPr>
          <p:spPr>
            <a:xfrm>
              <a:off x="19330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19" y="1037"/>
                  </a:cubicBezTo>
                  <a:cubicBezTo>
                    <a:pt x="816" y="1037"/>
                    <a:pt x="1038" y="815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5" name="Google Shape;1495;p13"/>
            <p:cNvSpPr/>
            <p:nvPr/>
          </p:nvSpPr>
          <p:spPr>
            <a:xfrm>
              <a:off x="19330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19" y="1037"/>
                  </a:cubicBezTo>
                  <a:cubicBezTo>
                    <a:pt x="816" y="1037"/>
                    <a:pt x="1038" y="790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6" name="Google Shape;1496;p13"/>
            <p:cNvSpPr/>
            <p:nvPr/>
          </p:nvSpPr>
          <p:spPr>
            <a:xfrm>
              <a:off x="19330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19" y="1062"/>
                  </a:cubicBezTo>
                  <a:cubicBezTo>
                    <a:pt x="816" y="1062"/>
                    <a:pt x="1038" y="816"/>
                    <a:pt x="1038" y="519"/>
                  </a:cubicBezTo>
                  <a:cubicBezTo>
                    <a:pt x="1038" y="248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7" name="Google Shape;1497;p13"/>
            <p:cNvSpPr/>
            <p:nvPr/>
          </p:nvSpPr>
          <p:spPr>
            <a:xfrm>
              <a:off x="19330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19" y="1038"/>
                  </a:cubicBezTo>
                  <a:cubicBezTo>
                    <a:pt x="816" y="1038"/>
                    <a:pt x="1038" y="816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8" name="Google Shape;1498;p13"/>
            <p:cNvSpPr/>
            <p:nvPr/>
          </p:nvSpPr>
          <p:spPr>
            <a:xfrm>
              <a:off x="1807725" y="21785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5"/>
                    <a:pt x="222" y="1038"/>
                    <a:pt x="518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9" name="Google Shape;1499;p13"/>
            <p:cNvSpPr/>
            <p:nvPr/>
          </p:nvSpPr>
          <p:spPr>
            <a:xfrm>
              <a:off x="1807725" y="23291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791"/>
                    <a:pt x="222" y="1038"/>
                    <a:pt x="518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0" name="Google Shape;1500;p13"/>
            <p:cNvSpPr/>
            <p:nvPr/>
          </p:nvSpPr>
          <p:spPr>
            <a:xfrm>
              <a:off x="1807725" y="2479125"/>
              <a:ext cx="25925" cy="26550"/>
            </a:xfrm>
            <a:custGeom>
              <a:avLst/>
              <a:gdLst/>
              <a:ahLst/>
              <a:cxnLst/>
              <a:rect l="l" t="t" r="r" b="b"/>
              <a:pathLst>
                <a:path w="1037" h="1062" extrusionOk="0">
                  <a:moveTo>
                    <a:pt x="518" y="0"/>
                  </a:moveTo>
                  <a:cubicBezTo>
                    <a:pt x="222" y="0"/>
                    <a:pt x="0" y="247"/>
                    <a:pt x="0" y="519"/>
                  </a:cubicBezTo>
                  <a:cubicBezTo>
                    <a:pt x="0" y="815"/>
                    <a:pt x="222" y="1062"/>
                    <a:pt x="518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1" name="Google Shape;1501;p13"/>
            <p:cNvSpPr/>
            <p:nvPr/>
          </p:nvSpPr>
          <p:spPr>
            <a:xfrm>
              <a:off x="1807725" y="26297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815"/>
                    <a:pt x="222" y="1037"/>
                    <a:pt x="518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2" name="Google Shape;1502;p13"/>
            <p:cNvSpPr/>
            <p:nvPr/>
          </p:nvSpPr>
          <p:spPr>
            <a:xfrm>
              <a:off x="1807725" y="27803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790"/>
                    <a:pt x="222" y="1037"/>
                    <a:pt x="518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3" name="Google Shape;1503;p13"/>
            <p:cNvSpPr/>
            <p:nvPr/>
          </p:nvSpPr>
          <p:spPr>
            <a:xfrm>
              <a:off x="1807725" y="2930300"/>
              <a:ext cx="25925" cy="26575"/>
            </a:xfrm>
            <a:custGeom>
              <a:avLst/>
              <a:gdLst/>
              <a:ahLst/>
              <a:cxnLst/>
              <a:rect l="l" t="t" r="r" b="b"/>
              <a:pathLst>
                <a:path w="1037" h="1063" extrusionOk="0">
                  <a:moveTo>
                    <a:pt x="518" y="1"/>
                  </a:moveTo>
                  <a:cubicBezTo>
                    <a:pt x="222" y="1"/>
                    <a:pt x="0" y="248"/>
                    <a:pt x="0" y="519"/>
                  </a:cubicBezTo>
                  <a:cubicBezTo>
                    <a:pt x="0" y="816"/>
                    <a:pt x="222" y="1062"/>
                    <a:pt x="518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4" name="Google Shape;1504;p13"/>
            <p:cNvSpPr/>
            <p:nvPr/>
          </p:nvSpPr>
          <p:spPr>
            <a:xfrm>
              <a:off x="1807725" y="3080900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6"/>
                    <a:pt x="222" y="1038"/>
                    <a:pt x="518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5" name="Google Shape;1505;p13"/>
            <p:cNvSpPr/>
            <p:nvPr/>
          </p:nvSpPr>
          <p:spPr>
            <a:xfrm>
              <a:off x="1681800" y="21785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62" y="815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6" name="Google Shape;1506;p13"/>
            <p:cNvSpPr/>
            <p:nvPr/>
          </p:nvSpPr>
          <p:spPr>
            <a:xfrm>
              <a:off x="1681800" y="23291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62" y="791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7" name="Google Shape;1507;p13"/>
            <p:cNvSpPr/>
            <p:nvPr/>
          </p:nvSpPr>
          <p:spPr>
            <a:xfrm>
              <a:off x="1681800" y="2479125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62" y="815"/>
                    <a:pt x="1062" y="519"/>
                  </a:cubicBezTo>
                  <a:cubicBezTo>
                    <a:pt x="1062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8" name="Google Shape;1508;p13"/>
            <p:cNvSpPr/>
            <p:nvPr/>
          </p:nvSpPr>
          <p:spPr>
            <a:xfrm>
              <a:off x="1681800" y="26297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62" y="815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9" name="Google Shape;1509;p13"/>
            <p:cNvSpPr/>
            <p:nvPr/>
          </p:nvSpPr>
          <p:spPr>
            <a:xfrm>
              <a:off x="1681800" y="27803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62" y="790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0" name="Google Shape;1510;p13"/>
            <p:cNvSpPr/>
            <p:nvPr/>
          </p:nvSpPr>
          <p:spPr>
            <a:xfrm>
              <a:off x="1681800" y="2930300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62" y="816"/>
                    <a:pt x="1062" y="519"/>
                  </a:cubicBezTo>
                  <a:cubicBezTo>
                    <a:pt x="1062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1" name="Google Shape;1511;p13"/>
            <p:cNvSpPr/>
            <p:nvPr/>
          </p:nvSpPr>
          <p:spPr>
            <a:xfrm>
              <a:off x="1681800" y="308090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62" y="816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2" name="Google Shape;1512;p13"/>
            <p:cNvSpPr/>
            <p:nvPr/>
          </p:nvSpPr>
          <p:spPr>
            <a:xfrm>
              <a:off x="15565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815" y="1038"/>
                    <a:pt x="1038" y="815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3" name="Google Shape;1513;p13"/>
            <p:cNvSpPr/>
            <p:nvPr/>
          </p:nvSpPr>
          <p:spPr>
            <a:xfrm>
              <a:off x="15565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815" y="1038"/>
                    <a:pt x="1038" y="791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4" name="Google Shape;1514;p13"/>
            <p:cNvSpPr/>
            <p:nvPr/>
          </p:nvSpPr>
          <p:spPr>
            <a:xfrm>
              <a:off x="15565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815" y="1062"/>
                    <a:pt x="1038" y="815"/>
                    <a:pt x="1038" y="519"/>
                  </a:cubicBezTo>
                  <a:cubicBezTo>
                    <a:pt x="1038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5" name="Google Shape;1515;p13"/>
            <p:cNvSpPr/>
            <p:nvPr/>
          </p:nvSpPr>
          <p:spPr>
            <a:xfrm>
              <a:off x="15565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815" y="1037"/>
                    <a:pt x="1038" y="815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6" name="Google Shape;1516;p13"/>
            <p:cNvSpPr/>
            <p:nvPr/>
          </p:nvSpPr>
          <p:spPr>
            <a:xfrm>
              <a:off x="15565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815" y="1037"/>
                    <a:pt x="1038" y="790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7" name="Google Shape;1517;p13"/>
            <p:cNvSpPr/>
            <p:nvPr/>
          </p:nvSpPr>
          <p:spPr>
            <a:xfrm>
              <a:off x="15565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815" y="1062"/>
                    <a:pt x="1038" y="816"/>
                    <a:pt x="1038" y="519"/>
                  </a:cubicBezTo>
                  <a:cubicBezTo>
                    <a:pt x="1038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8" name="Google Shape;1518;p13"/>
            <p:cNvSpPr/>
            <p:nvPr/>
          </p:nvSpPr>
          <p:spPr>
            <a:xfrm>
              <a:off x="15565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815" y="1038"/>
                    <a:pt x="1038" y="816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9" name="Google Shape;1519;p13"/>
            <p:cNvSpPr/>
            <p:nvPr/>
          </p:nvSpPr>
          <p:spPr>
            <a:xfrm>
              <a:off x="14312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791" y="1038"/>
                    <a:pt x="1038" y="815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0" name="Google Shape;1520;p13"/>
            <p:cNvSpPr/>
            <p:nvPr/>
          </p:nvSpPr>
          <p:spPr>
            <a:xfrm>
              <a:off x="14312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791" y="1038"/>
                    <a:pt x="1038" y="791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1" name="Google Shape;1521;p13"/>
            <p:cNvSpPr/>
            <p:nvPr/>
          </p:nvSpPr>
          <p:spPr>
            <a:xfrm>
              <a:off x="14312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791" y="1062"/>
                    <a:pt x="1038" y="815"/>
                    <a:pt x="1038" y="519"/>
                  </a:cubicBezTo>
                  <a:cubicBezTo>
                    <a:pt x="1038" y="247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2" name="Google Shape;1522;p13"/>
            <p:cNvSpPr/>
            <p:nvPr/>
          </p:nvSpPr>
          <p:spPr>
            <a:xfrm>
              <a:off x="14312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791" y="1037"/>
                    <a:pt x="1038" y="815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3" name="Google Shape;1523;p13"/>
            <p:cNvSpPr/>
            <p:nvPr/>
          </p:nvSpPr>
          <p:spPr>
            <a:xfrm>
              <a:off x="14312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791" y="1037"/>
                    <a:pt x="1038" y="790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4" name="Google Shape;1524;p13"/>
            <p:cNvSpPr/>
            <p:nvPr/>
          </p:nvSpPr>
          <p:spPr>
            <a:xfrm>
              <a:off x="14312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791" y="1062"/>
                    <a:pt x="1038" y="816"/>
                    <a:pt x="1038" y="519"/>
                  </a:cubicBezTo>
                  <a:cubicBezTo>
                    <a:pt x="1038" y="248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5" name="Google Shape;1525;p13"/>
            <p:cNvSpPr/>
            <p:nvPr/>
          </p:nvSpPr>
          <p:spPr>
            <a:xfrm>
              <a:off x="14312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791" y="1038"/>
                    <a:pt x="1038" y="816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6" name="Google Shape;1526;p13"/>
            <p:cNvSpPr/>
            <p:nvPr/>
          </p:nvSpPr>
          <p:spPr>
            <a:xfrm>
              <a:off x="13053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7" name="Google Shape;1527;p13"/>
            <p:cNvSpPr/>
            <p:nvPr/>
          </p:nvSpPr>
          <p:spPr>
            <a:xfrm>
              <a:off x="13053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8" name="Google Shape;1528;p13"/>
            <p:cNvSpPr/>
            <p:nvPr/>
          </p:nvSpPr>
          <p:spPr>
            <a:xfrm>
              <a:off x="13053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9" name="Google Shape;1529;p13"/>
            <p:cNvSpPr/>
            <p:nvPr/>
          </p:nvSpPr>
          <p:spPr>
            <a:xfrm>
              <a:off x="13053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0" name="Google Shape;1530;p13"/>
            <p:cNvSpPr/>
            <p:nvPr/>
          </p:nvSpPr>
          <p:spPr>
            <a:xfrm>
              <a:off x="13053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1" name="Google Shape;1531;p13"/>
            <p:cNvSpPr/>
            <p:nvPr/>
          </p:nvSpPr>
          <p:spPr>
            <a:xfrm>
              <a:off x="13053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2" name="Google Shape;1532;p13"/>
            <p:cNvSpPr/>
            <p:nvPr/>
          </p:nvSpPr>
          <p:spPr>
            <a:xfrm>
              <a:off x="13053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3" name="Google Shape;1533;p13"/>
            <p:cNvSpPr/>
            <p:nvPr/>
          </p:nvSpPr>
          <p:spPr>
            <a:xfrm>
              <a:off x="11800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5"/>
                    <a:pt x="223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4" name="Google Shape;1534;p13"/>
            <p:cNvSpPr/>
            <p:nvPr/>
          </p:nvSpPr>
          <p:spPr>
            <a:xfrm>
              <a:off x="11800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791"/>
                    <a:pt x="223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5" name="Google Shape;1535;p13"/>
            <p:cNvSpPr/>
            <p:nvPr/>
          </p:nvSpPr>
          <p:spPr>
            <a:xfrm>
              <a:off x="11800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0" y="247"/>
                    <a:pt x="0" y="519"/>
                  </a:cubicBezTo>
                  <a:cubicBezTo>
                    <a:pt x="0" y="815"/>
                    <a:pt x="223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6" name="Google Shape;1536;p13"/>
            <p:cNvSpPr/>
            <p:nvPr/>
          </p:nvSpPr>
          <p:spPr>
            <a:xfrm>
              <a:off x="11800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815"/>
                    <a:pt x="223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7" name="Google Shape;1537;p13"/>
            <p:cNvSpPr/>
            <p:nvPr/>
          </p:nvSpPr>
          <p:spPr>
            <a:xfrm>
              <a:off x="11800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790"/>
                    <a:pt x="223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8" name="Google Shape;1538;p13"/>
            <p:cNvSpPr/>
            <p:nvPr/>
          </p:nvSpPr>
          <p:spPr>
            <a:xfrm>
              <a:off x="11800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0" y="248"/>
                    <a:pt x="0" y="519"/>
                  </a:cubicBezTo>
                  <a:cubicBezTo>
                    <a:pt x="0" y="816"/>
                    <a:pt x="223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9" name="Google Shape;1539;p13"/>
            <p:cNvSpPr/>
            <p:nvPr/>
          </p:nvSpPr>
          <p:spPr>
            <a:xfrm>
              <a:off x="11800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6"/>
                    <a:pt x="223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0" name="Google Shape;1540;p13"/>
            <p:cNvSpPr/>
            <p:nvPr/>
          </p:nvSpPr>
          <p:spPr>
            <a:xfrm>
              <a:off x="1054075" y="21785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44" y="1038"/>
                  </a:cubicBezTo>
                  <a:cubicBezTo>
                    <a:pt x="816" y="1038"/>
                    <a:pt x="1062" y="815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1" name="Google Shape;1541;p13"/>
            <p:cNvSpPr/>
            <p:nvPr/>
          </p:nvSpPr>
          <p:spPr>
            <a:xfrm>
              <a:off x="1054075" y="23291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44" y="1038"/>
                  </a:cubicBezTo>
                  <a:cubicBezTo>
                    <a:pt x="816" y="1038"/>
                    <a:pt x="1062" y="791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2" name="Google Shape;1542;p13"/>
            <p:cNvSpPr/>
            <p:nvPr/>
          </p:nvSpPr>
          <p:spPr>
            <a:xfrm>
              <a:off x="1054075" y="2479125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44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44" y="1062"/>
                  </a:cubicBezTo>
                  <a:cubicBezTo>
                    <a:pt x="816" y="1062"/>
                    <a:pt x="1062" y="815"/>
                    <a:pt x="1062" y="519"/>
                  </a:cubicBezTo>
                  <a:cubicBezTo>
                    <a:pt x="1062" y="247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3" name="Google Shape;1543;p13"/>
            <p:cNvSpPr/>
            <p:nvPr/>
          </p:nvSpPr>
          <p:spPr>
            <a:xfrm>
              <a:off x="1054075" y="26297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44" y="1037"/>
                  </a:cubicBezTo>
                  <a:cubicBezTo>
                    <a:pt x="816" y="1037"/>
                    <a:pt x="1062" y="815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4" name="Google Shape;1544;p13"/>
            <p:cNvSpPr/>
            <p:nvPr/>
          </p:nvSpPr>
          <p:spPr>
            <a:xfrm>
              <a:off x="1054075" y="27803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44" y="1037"/>
                  </a:cubicBezTo>
                  <a:cubicBezTo>
                    <a:pt x="816" y="1037"/>
                    <a:pt x="1062" y="790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5" name="Google Shape;1545;p13"/>
            <p:cNvSpPr/>
            <p:nvPr/>
          </p:nvSpPr>
          <p:spPr>
            <a:xfrm>
              <a:off x="1054075" y="2930300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44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44" y="1062"/>
                  </a:cubicBezTo>
                  <a:cubicBezTo>
                    <a:pt x="816" y="1062"/>
                    <a:pt x="1062" y="816"/>
                    <a:pt x="1062" y="519"/>
                  </a:cubicBezTo>
                  <a:cubicBezTo>
                    <a:pt x="1062" y="248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6" name="Google Shape;1546;p13"/>
            <p:cNvSpPr/>
            <p:nvPr/>
          </p:nvSpPr>
          <p:spPr>
            <a:xfrm>
              <a:off x="1054075" y="308090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44" y="1038"/>
                  </a:cubicBezTo>
                  <a:cubicBezTo>
                    <a:pt x="816" y="1038"/>
                    <a:pt x="1062" y="816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547" name="Google Shape;1547;p13"/>
          <p:cNvGrpSpPr/>
          <p:nvPr/>
        </p:nvGrpSpPr>
        <p:grpSpPr>
          <a:xfrm>
            <a:off x="-514979" y="4342680"/>
            <a:ext cx="1665379" cy="1378500"/>
            <a:chOff x="-514979" y="4342680"/>
            <a:chExt cx="1665379" cy="1378500"/>
          </a:xfrm>
        </p:grpSpPr>
        <p:sp>
          <p:nvSpPr>
            <p:cNvPr id="1548" name="Google Shape;1548;p13"/>
            <p:cNvSpPr/>
            <p:nvPr/>
          </p:nvSpPr>
          <p:spPr>
            <a:xfrm>
              <a:off x="-514979" y="4342680"/>
              <a:ext cx="1378500" cy="1378500"/>
            </a:xfrm>
            <a:prstGeom prst="donut">
              <a:avLst>
                <a:gd name="adj" fmla="val 29191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9" name="Google Shape;1549;p13"/>
            <p:cNvSpPr/>
            <p:nvPr/>
          </p:nvSpPr>
          <p:spPr>
            <a:xfrm>
              <a:off x="624200" y="4668500"/>
              <a:ext cx="526200" cy="5262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550" name="Google Shape;1550;p13"/>
          <p:cNvGrpSpPr/>
          <p:nvPr/>
        </p:nvGrpSpPr>
        <p:grpSpPr>
          <a:xfrm rot="-5400000">
            <a:off x="-661023" y="125583"/>
            <a:ext cx="1646456" cy="754740"/>
            <a:chOff x="5071203" y="4398918"/>
            <a:chExt cx="1646456" cy="754740"/>
          </a:xfrm>
        </p:grpSpPr>
        <p:sp>
          <p:nvSpPr>
            <p:cNvPr id="1551" name="Google Shape;1551;p13"/>
            <p:cNvSpPr/>
            <p:nvPr/>
          </p:nvSpPr>
          <p:spPr>
            <a:xfrm>
              <a:off x="5071203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2" name="Google Shape;1552;p13"/>
            <p:cNvSpPr/>
            <p:nvPr/>
          </p:nvSpPr>
          <p:spPr>
            <a:xfrm>
              <a:off x="518670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3" name="Google Shape;1553;p13"/>
            <p:cNvSpPr/>
            <p:nvPr/>
          </p:nvSpPr>
          <p:spPr>
            <a:xfrm>
              <a:off x="5302521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4" name="Google Shape;1554;p13"/>
            <p:cNvSpPr/>
            <p:nvPr/>
          </p:nvSpPr>
          <p:spPr>
            <a:xfrm>
              <a:off x="5418334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5" name="Google Shape;1555;p13"/>
            <p:cNvSpPr/>
            <p:nvPr/>
          </p:nvSpPr>
          <p:spPr>
            <a:xfrm>
              <a:off x="5534146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6" name="Google Shape;1556;p13"/>
            <p:cNvSpPr/>
            <p:nvPr/>
          </p:nvSpPr>
          <p:spPr>
            <a:xfrm>
              <a:off x="5649652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7" name="Google Shape;1557;p13"/>
            <p:cNvSpPr/>
            <p:nvPr/>
          </p:nvSpPr>
          <p:spPr>
            <a:xfrm>
              <a:off x="5765465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8" name="Google Shape;1558;p13"/>
            <p:cNvSpPr/>
            <p:nvPr/>
          </p:nvSpPr>
          <p:spPr>
            <a:xfrm>
              <a:off x="5071203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8"/>
                    <a:pt x="1062" y="2148"/>
                  </a:cubicBezTo>
                  <a:cubicBezTo>
                    <a:pt x="1655" y="2148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9" name="Google Shape;1559;p13"/>
            <p:cNvSpPr/>
            <p:nvPr/>
          </p:nvSpPr>
          <p:spPr>
            <a:xfrm>
              <a:off x="5302521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94" y="2148"/>
                    <a:pt x="1087" y="2148"/>
                  </a:cubicBezTo>
                  <a:cubicBezTo>
                    <a:pt x="1679" y="2148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0" name="Google Shape;1560;p13"/>
            <p:cNvSpPr/>
            <p:nvPr/>
          </p:nvSpPr>
          <p:spPr>
            <a:xfrm>
              <a:off x="5534146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55" y="2148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1" name="Google Shape;1561;p13"/>
            <p:cNvSpPr/>
            <p:nvPr/>
          </p:nvSpPr>
          <p:spPr>
            <a:xfrm>
              <a:off x="5765465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8"/>
                    <a:pt x="1087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2" name="Google Shape;1562;p13"/>
            <p:cNvSpPr/>
            <p:nvPr/>
          </p:nvSpPr>
          <p:spPr>
            <a:xfrm>
              <a:off x="5071203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2" y="2148"/>
                  </a:cubicBezTo>
                  <a:cubicBezTo>
                    <a:pt x="1655" y="2148"/>
                    <a:pt x="2149" y="1654"/>
                    <a:pt x="2149" y="1062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3" name="Google Shape;1563;p13"/>
            <p:cNvSpPr/>
            <p:nvPr/>
          </p:nvSpPr>
          <p:spPr>
            <a:xfrm>
              <a:off x="518670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62"/>
                  </a:cubicBezTo>
                  <a:cubicBezTo>
                    <a:pt x="1" y="1654"/>
                    <a:pt x="495" y="2148"/>
                    <a:pt x="1087" y="2148"/>
                  </a:cubicBezTo>
                  <a:cubicBezTo>
                    <a:pt x="1680" y="2148"/>
                    <a:pt x="2149" y="1654"/>
                    <a:pt x="2149" y="1062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4" name="Google Shape;1564;p13"/>
            <p:cNvSpPr/>
            <p:nvPr/>
          </p:nvSpPr>
          <p:spPr>
            <a:xfrm>
              <a:off x="5302521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9" y="1654"/>
                    <a:pt x="2149" y="1062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5" name="Google Shape;1565;p13"/>
            <p:cNvSpPr/>
            <p:nvPr/>
          </p:nvSpPr>
          <p:spPr>
            <a:xfrm>
              <a:off x="5418334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6" name="Google Shape;1566;p13"/>
            <p:cNvSpPr/>
            <p:nvPr/>
          </p:nvSpPr>
          <p:spPr>
            <a:xfrm>
              <a:off x="5534146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7" name="Google Shape;1567;p13"/>
            <p:cNvSpPr/>
            <p:nvPr/>
          </p:nvSpPr>
          <p:spPr>
            <a:xfrm>
              <a:off x="5649652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8" name="Google Shape;1568;p13"/>
            <p:cNvSpPr/>
            <p:nvPr/>
          </p:nvSpPr>
          <p:spPr>
            <a:xfrm>
              <a:off x="5765465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9" name="Google Shape;1569;p13"/>
            <p:cNvSpPr/>
            <p:nvPr/>
          </p:nvSpPr>
          <p:spPr>
            <a:xfrm>
              <a:off x="5071203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2" y="2149"/>
                  </a:cubicBezTo>
                  <a:cubicBezTo>
                    <a:pt x="1655" y="2149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0" name="Google Shape;1570;p13"/>
            <p:cNvSpPr/>
            <p:nvPr/>
          </p:nvSpPr>
          <p:spPr>
            <a:xfrm>
              <a:off x="5302521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87" y="2149"/>
                  </a:cubicBezTo>
                  <a:cubicBezTo>
                    <a:pt x="1679" y="2149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1" name="Google Shape;1571;p13"/>
            <p:cNvSpPr/>
            <p:nvPr/>
          </p:nvSpPr>
          <p:spPr>
            <a:xfrm>
              <a:off x="5534146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5" y="2149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2" name="Google Shape;1572;p13"/>
            <p:cNvSpPr/>
            <p:nvPr/>
          </p:nvSpPr>
          <p:spPr>
            <a:xfrm>
              <a:off x="5765465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9"/>
                    <a:pt x="1087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3" name="Google Shape;1573;p13"/>
            <p:cNvSpPr/>
            <p:nvPr/>
          </p:nvSpPr>
          <p:spPr>
            <a:xfrm>
              <a:off x="5071203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4" name="Google Shape;1574;p13"/>
            <p:cNvSpPr/>
            <p:nvPr/>
          </p:nvSpPr>
          <p:spPr>
            <a:xfrm>
              <a:off x="518670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5" name="Google Shape;1575;p13"/>
            <p:cNvSpPr/>
            <p:nvPr/>
          </p:nvSpPr>
          <p:spPr>
            <a:xfrm>
              <a:off x="5302521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6" name="Google Shape;1576;p13"/>
            <p:cNvSpPr/>
            <p:nvPr/>
          </p:nvSpPr>
          <p:spPr>
            <a:xfrm>
              <a:off x="5418334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7" name="Google Shape;1577;p13"/>
            <p:cNvSpPr/>
            <p:nvPr/>
          </p:nvSpPr>
          <p:spPr>
            <a:xfrm>
              <a:off x="5534146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8" name="Google Shape;1578;p13"/>
            <p:cNvSpPr/>
            <p:nvPr/>
          </p:nvSpPr>
          <p:spPr>
            <a:xfrm>
              <a:off x="5649652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9" name="Google Shape;1579;p13"/>
            <p:cNvSpPr/>
            <p:nvPr/>
          </p:nvSpPr>
          <p:spPr>
            <a:xfrm>
              <a:off x="5765465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0" name="Google Shape;1580;p13"/>
            <p:cNvSpPr/>
            <p:nvPr/>
          </p:nvSpPr>
          <p:spPr>
            <a:xfrm>
              <a:off x="5071203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2" y="2149"/>
                  </a:cubicBezTo>
                  <a:cubicBezTo>
                    <a:pt x="1655" y="2149"/>
                    <a:pt x="2149" y="1680"/>
                    <a:pt x="2149" y="1087"/>
                  </a:cubicBezTo>
                  <a:cubicBezTo>
                    <a:pt x="2149" y="495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1" name="Google Shape;1581;p13"/>
            <p:cNvSpPr/>
            <p:nvPr/>
          </p:nvSpPr>
          <p:spPr>
            <a:xfrm>
              <a:off x="5302521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94" y="2149"/>
                    <a:pt x="1087" y="2149"/>
                  </a:cubicBezTo>
                  <a:cubicBezTo>
                    <a:pt x="1679" y="2149"/>
                    <a:pt x="2149" y="1680"/>
                    <a:pt x="2149" y="1087"/>
                  </a:cubicBezTo>
                  <a:cubicBezTo>
                    <a:pt x="2149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2" name="Google Shape;1582;p13"/>
            <p:cNvSpPr/>
            <p:nvPr/>
          </p:nvSpPr>
          <p:spPr>
            <a:xfrm>
              <a:off x="5534146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5" y="2149"/>
                    <a:pt x="2148" y="1680"/>
                    <a:pt x="2148" y="1087"/>
                  </a:cubicBezTo>
                  <a:cubicBezTo>
                    <a:pt x="2148" y="495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3" name="Google Shape;1583;p13"/>
            <p:cNvSpPr/>
            <p:nvPr/>
          </p:nvSpPr>
          <p:spPr>
            <a:xfrm>
              <a:off x="5765465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95"/>
                    <a:pt x="0" y="1087"/>
                  </a:cubicBezTo>
                  <a:cubicBezTo>
                    <a:pt x="0" y="1680"/>
                    <a:pt x="470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4" name="Google Shape;1584;p13"/>
            <p:cNvSpPr/>
            <p:nvPr/>
          </p:nvSpPr>
          <p:spPr>
            <a:xfrm>
              <a:off x="5071203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2" y="2346"/>
                  </a:cubicBezTo>
                  <a:cubicBezTo>
                    <a:pt x="1655" y="2346"/>
                    <a:pt x="2149" y="1852"/>
                    <a:pt x="2149" y="1259"/>
                  </a:cubicBezTo>
                  <a:cubicBezTo>
                    <a:pt x="2149" y="1235"/>
                    <a:pt x="2124" y="1210"/>
                    <a:pt x="2124" y="1161"/>
                  </a:cubicBezTo>
                  <a:cubicBezTo>
                    <a:pt x="2124" y="1136"/>
                    <a:pt x="2149" y="1111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5" name="Google Shape;1585;p13"/>
            <p:cNvSpPr/>
            <p:nvPr/>
          </p:nvSpPr>
          <p:spPr>
            <a:xfrm>
              <a:off x="518670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5" y="2346"/>
                    <a:pt x="1087" y="2346"/>
                  </a:cubicBezTo>
                  <a:cubicBezTo>
                    <a:pt x="1680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6" name="Google Shape;1586;p13"/>
            <p:cNvSpPr/>
            <p:nvPr/>
          </p:nvSpPr>
          <p:spPr>
            <a:xfrm>
              <a:off x="5302521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87" y="2346"/>
                  </a:cubicBezTo>
                  <a:cubicBezTo>
                    <a:pt x="1679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7" name="Google Shape;1587;p13"/>
            <p:cNvSpPr/>
            <p:nvPr/>
          </p:nvSpPr>
          <p:spPr>
            <a:xfrm>
              <a:off x="5418334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8" name="Google Shape;1588;p13"/>
            <p:cNvSpPr/>
            <p:nvPr/>
          </p:nvSpPr>
          <p:spPr>
            <a:xfrm>
              <a:off x="5534146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9" name="Google Shape;1589;p13"/>
            <p:cNvSpPr/>
            <p:nvPr/>
          </p:nvSpPr>
          <p:spPr>
            <a:xfrm>
              <a:off x="5649652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0" name="Google Shape;1590;p13"/>
            <p:cNvSpPr/>
            <p:nvPr/>
          </p:nvSpPr>
          <p:spPr>
            <a:xfrm>
              <a:off x="5765465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1" name="Google Shape;1591;p13"/>
            <p:cNvSpPr/>
            <p:nvPr/>
          </p:nvSpPr>
          <p:spPr>
            <a:xfrm>
              <a:off x="6691351" y="5124926"/>
              <a:ext cx="26308" cy="28733"/>
            </a:xfrm>
            <a:custGeom>
              <a:avLst/>
              <a:gdLst/>
              <a:ahLst/>
              <a:cxnLst/>
              <a:rect l="l" t="t" r="r" b="b"/>
              <a:pathLst>
                <a:path w="2148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2" name="Google Shape;1592;p13"/>
            <p:cNvSpPr/>
            <p:nvPr/>
          </p:nvSpPr>
          <p:spPr>
            <a:xfrm>
              <a:off x="657553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6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3" name="Google Shape;1593;p13"/>
            <p:cNvSpPr/>
            <p:nvPr/>
          </p:nvSpPr>
          <p:spPr>
            <a:xfrm>
              <a:off x="6460020" y="5124926"/>
              <a:ext cx="26026" cy="28733"/>
            </a:xfrm>
            <a:custGeom>
              <a:avLst/>
              <a:gdLst/>
              <a:ahLst/>
              <a:cxnLst/>
              <a:rect l="l" t="t" r="r" b="b"/>
              <a:pathLst>
                <a:path w="2125" h="2346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3" y="2346"/>
                  </a:cubicBezTo>
                  <a:cubicBezTo>
                    <a:pt x="1655" y="2346"/>
                    <a:pt x="2124" y="1852"/>
                    <a:pt x="2124" y="1259"/>
                  </a:cubicBezTo>
                  <a:cubicBezTo>
                    <a:pt x="2124" y="1235"/>
                    <a:pt x="2124" y="1210"/>
                    <a:pt x="2124" y="1161"/>
                  </a:cubicBezTo>
                  <a:cubicBezTo>
                    <a:pt x="2124" y="1136"/>
                    <a:pt x="2124" y="1111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4" name="Google Shape;1594;p13"/>
            <p:cNvSpPr/>
            <p:nvPr/>
          </p:nvSpPr>
          <p:spPr>
            <a:xfrm>
              <a:off x="6344220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3" y="1210"/>
                    <a:pt x="2123" y="1161"/>
                  </a:cubicBezTo>
                  <a:cubicBezTo>
                    <a:pt x="2123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5" name="Google Shape;1595;p13"/>
            <p:cNvSpPr/>
            <p:nvPr/>
          </p:nvSpPr>
          <p:spPr>
            <a:xfrm>
              <a:off x="6228408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6" name="Google Shape;1596;p13"/>
            <p:cNvSpPr/>
            <p:nvPr/>
          </p:nvSpPr>
          <p:spPr>
            <a:xfrm>
              <a:off x="6112595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7" name="Google Shape;1597;p13"/>
            <p:cNvSpPr/>
            <p:nvPr/>
          </p:nvSpPr>
          <p:spPr>
            <a:xfrm>
              <a:off x="599708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23" y="1852"/>
                    <a:pt x="2123" y="1259"/>
                  </a:cubicBezTo>
                  <a:cubicBezTo>
                    <a:pt x="2123" y="1235"/>
                    <a:pt x="2123" y="1210"/>
                    <a:pt x="2123" y="1161"/>
                  </a:cubicBezTo>
                  <a:cubicBezTo>
                    <a:pt x="2123" y="1136"/>
                    <a:pt x="2123" y="1111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8" name="Google Shape;1598;p13"/>
            <p:cNvSpPr/>
            <p:nvPr/>
          </p:nvSpPr>
          <p:spPr>
            <a:xfrm>
              <a:off x="5881277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9" name="Google Shape;1599;p13"/>
            <p:cNvSpPr/>
            <p:nvPr/>
          </p:nvSpPr>
          <p:spPr>
            <a:xfrm>
              <a:off x="6691351" y="50039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0" name="Google Shape;1600;p13"/>
            <p:cNvSpPr/>
            <p:nvPr/>
          </p:nvSpPr>
          <p:spPr>
            <a:xfrm>
              <a:off x="6460020" y="50039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3" y="2149"/>
                  </a:cubicBezTo>
                  <a:cubicBezTo>
                    <a:pt x="1655" y="2149"/>
                    <a:pt x="2124" y="1680"/>
                    <a:pt x="2124" y="1087"/>
                  </a:cubicBezTo>
                  <a:cubicBezTo>
                    <a:pt x="2124" y="495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1" name="Google Shape;1601;p13"/>
            <p:cNvSpPr/>
            <p:nvPr/>
          </p:nvSpPr>
          <p:spPr>
            <a:xfrm>
              <a:off x="6228408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2" name="Google Shape;1602;p13"/>
            <p:cNvSpPr/>
            <p:nvPr/>
          </p:nvSpPr>
          <p:spPr>
            <a:xfrm>
              <a:off x="5997089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4" y="2149"/>
                    <a:pt x="2148" y="1680"/>
                    <a:pt x="2148" y="1087"/>
                  </a:cubicBezTo>
                  <a:cubicBezTo>
                    <a:pt x="2148" y="495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3" name="Google Shape;1603;p13"/>
            <p:cNvSpPr/>
            <p:nvPr/>
          </p:nvSpPr>
          <p:spPr>
            <a:xfrm>
              <a:off x="6691351" y="4883025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4" name="Google Shape;1604;p13"/>
            <p:cNvSpPr/>
            <p:nvPr/>
          </p:nvSpPr>
          <p:spPr>
            <a:xfrm>
              <a:off x="657553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5" name="Google Shape;1605;p13"/>
            <p:cNvSpPr/>
            <p:nvPr/>
          </p:nvSpPr>
          <p:spPr>
            <a:xfrm>
              <a:off x="6460020" y="488302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6" name="Google Shape;1606;p13"/>
            <p:cNvSpPr/>
            <p:nvPr/>
          </p:nvSpPr>
          <p:spPr>
            <a:xfrm>
              <a:off x="6344220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7" name="Google Shape;1607;p13"/>
            <p:cNvSpPr/>
            <p:nvPr/>
          </p:nvSpPr>
          <p:spPr>
            <a:xfrm>
              <a:off x="6228408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8" name="Google Shape;1608;p13"/>
            <p:cNvSpPr/>
            <p:nvPr/>
          </p:nvSpPr>
          <p:spPr>
            <a:xfrm>
              <a:off x="6112595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9" name="Google Shape;1609;p13"/>
            <p:cNvSpPr/>
            <p:nvPr/>
          </p:nvSpPr>
          <p:spPr>
            <a:xfrm>
              <a:off x="599708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0" name="Google Shape;1610;p13"/>
            <p:cNvSpPr/>
            <p:nvPr/>
          </p:nvSpPr>
          <p:spPr>
            <a:xfrm>
              <a:off x="5881277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1" name="Google Shape;1611;p13"/>
            <p:cNvSpPr/>
            <p:nvPr/>
          </p:nvSpPr>
          <p:spPr>
            <a:xfrm>
              <a:off x="6691351" y="47620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2" name="Google Shape;1612;p13"/>
            <p:cNvSpPr/>
            <p:nvPr/>
          </p:nvSpPr>
          <p:spPr>
            <a:xfrm>
              <a:off x="6460020" y="47620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3" y="2149"/>
                  </a:cubicBezTo>
                  <a:cubicBezTo>
                    <a:pt x="1655" y="2149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3" name="Google Shape;1613;p13"/>
            <p:cNvSpPr/>
            <p:nvPr/>
          </p:nvSpPr>
          <p:spPr>
            <a:xfrm>
              <a:off x="6227195" y="4762143"/>
              <a:ext cx="28733" cy="26173"/>
            </a:xfrm>
            <a:custGeom>
              <a:avLst/>
              <a:gdLst/>
              <a:ahLst/>
              <a:cxnLst/>
              <a:rect l="l" t="t" r="r" b="b"/>
              <a:pathLst>
                <a:path w="2346" h="2137" extrusionOk="0">
                  <a:moveTo>
                    <a:pt x="1173" y="1"/>
                  </a:moveTo>
                  <a:cubicBezTo>
                    <a:pt x="902" y="1"/>
                    <a:pt x="630" y="106"/>
                    <a:pt x="420" y="316"/>
                  </a:cubicBezTo>
                  <a:cubicBezTo>
                    <a:pt x="0" y="735"/>
                    <a:pt x="0" y="1402"/>
                    <a:pt x="420" y="1822"/>
                  </a:cubicBezTo>
                  <a:cubicBezTo>
                    <a:pt x="630" y="2031"/>
                    <a:pt x="902" y="2136"/>
                    <a:pt x="1173" y="2136"/>
                  </a:cubicBezTo>
                  <a:cubicBezTo>
                    <a:pt x="1445" y="2136"/>
                    <a:pt x="1716" y="2031"/>
                    <a:pt x="1926" y="1822"/>
                  </a:cubicBezTo>
                  <a:cubicBezTo>
                    <a:pt x="2346" y="1402"/>
                    <a:pt x="2346" y="735"/>
                    <a:pt x="1926" y="316"/>
                  </a:cubicBezTo>
                  <a:cubicBezTo>
                    <a:pt x="1716" y="106"/>
                    <a:pt x="1445" y="1"/>
                    <a:pt x="117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4" name="Google Shape;1614;p13"/>
            <p:cNvSpPr/>
            <p:nvPr/>
          </p:nvSpPr>
          <p:spPr>
            <a:xfrm>
              <a:off x="5997089" y="4762069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4" y="2149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5" name="Google Shape;1615;p13"/>
            <p:cNvSpPr/>
            <p:nvPr/>
          </p:nvSpPr>
          <p:spPr>
            <a:xfrm>
              <a:off x="6691351" y="4641125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6" name="Google Shape;1616;p13"/>
            <p:cNvSpPr/>
            <p:nvPr/>
          </p:nvSpPr>
          <p:spPr>
            <a:xfrm>
              <a:off x="657553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6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7" name="Google Shape;1617;p13"/>
            <p:cNvSpPr/>
            <p:nvPr/>
          </p:nvSpPr>
          <p:spPr>
            <a:xfrm>
              <a:off x="6460020" y="464112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3" y="2148"/>
                  </a:cubicBezTo>
                  <a:cubicBezTo>
                    <a:pt x="1655" y="2148"/>
                    <a:pt x="2124" y="1654"/>
                    <a:pt x="2124" y="1062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8" name="Google Shape;1618;p13"/>
            <p:cNvSpPr/>
            <p:nvPr/>
          </p:nvSpPr>
          <p:spPr>
            <a:xfrm>
              <a:off x="6344220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9" name="Google Shape;1619;p13"/>
            <p:cNvSpPr/>
            <p:nvPr/>
          </p:nvSpPr>
          <p:spPr>
            <a:xfrm>
              <a:off x="6228408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0" name="Google Shape;1620;p13"/>
            <p:cNvSpPr/>
            <p:nvPr/>
          </p:nvSpPr>
          <p:spPr>
            <a:xfrm>
              <a:off x="6112595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1" name="Google Shape;1621;p13"/>
            <p:cNvSpPr/>
            <p:nvPr/>
          </p:nvSpPr>
          <p:spPr>
            <a:xfrm>
              <a:off x="599708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2" name="Google Shape;1622;p13"/>
            <p:cNvSpPr/>
            <p:nvPr/>
          </p:nvSpPr>
          <p:spPr>
            <a:xfrm>
              <a:off x="5881277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3" name="Google Shape;1623;p13"/>
            <p:cNvSpPr/>
            <p:nvPr/>
          </p:nvSpPr>
          <p:spPr>
            <a:xfrm>
              <a:off x="6691351" y="45201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4" name="Google Shape;1624;p13"/>
            <p:cNvSpPr/>
            <p:nvPr/>
          </p:nvSpPr>
          <p:spPr>
            <a:xfrm>
              <a:off x="6460020" y="45201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8"/>
                    <a:pt x="1063" y="2148"/>
                  </a:cubicBezTo>
                  <a:cubicBezTo>
                    <a:pt x="1655" y="2148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5" name="Google Shape;1625;p13"/>
            <p:cNvSpPr/>
            <p:nvPr/>
          </p:nvSpPr>
          <p:spPr>
            <a:xfrm>
              <a:off x="6228408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87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6" name="Google Shape;1626;p13"/>
            <p:cNvSpPr/>
            <p:nvPr/>
          </p:nvSpPr>
          <p:spPr>
            <a:xfrm>
              <a:off x="5997089" y="4520169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54" y="2148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7" name="Google Shape;1627;p13"/>
            <p:cNvSpPr/>
            <p:nvPr/>
          </p:nvSpPr>
          <p:spPr>
            <a:xfrm>
              <a:off x="6691351" y="4398918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8" name="Google Shape;1628;p13"/>
            <p:cNvSpPr/>
            <p:nvPr/>
          </p:nvSpPr>
          <p:spPr>
            <a:xfrm>
              <a:off x="657553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9" name="Google Shape;1629;p13"/>
            <p:cNvSpPr/>
            <p:nvPr/>
          </p:nvSpPr>
          <p:spPr>
            <a:xfrm>
              <a:off x="6460020" y="4398918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0" name="Google Shape;1630;p13"/>
            <p:cNvSpPr/>
            <p:nvPr/>
          </p:nvSpPr>
          <p:spPr>
            <a:xfrm>
              <a:off x="6344220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1" name="Google Shape;1631;p13"/>
            <p:cNvSpPr/>
            <p:nvPr/>
          </p:nvSpPr>
          <p:spPr>
            <a:xfrm>
              <a:off x="6228408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2" name="Google Shape;1632;p13"/>
            <p:cNvSpPr/>
            <p:nvPr/>
          </p:nvSpPr>
          <p:spPr>
            <a:xfrm>
              <a:off x="6112595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3" name="Google Shape;1633;p13"/>
            <p:cNvSpPr/>
            <p:nvPr/>
          </p:nvSpPr>
          <p:spPr>
            <a:xfrm>
              <a:off x="599708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4" name="Google Shape;1634;p13"/>
            <p:cNvSpPr/>
            <p:nvPr/>
          </p:nvSpPr>
          <p:spPr>
            <a:xfrm>
              <a:off x="5881277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0"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14"/>
          <p:cNvSpPr txBox="1">
            <a:spLocks noGrp="1"/>
          </p:cNvSpPr>
          <p:nvPr>
            <p:ph type="title"/>
          </p:nvPr>
        </p:nvSpPr>
        <p:spPr>
          <a:xfrm>
            <a:off x="909500" y="3368938"/>
            <a:ext cx="4076700" cy="39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37" name="Google Shape;1637;p14"/>
          <p:cNvSpPr txBox="1">
            <a:spLocks noGrp="1"/>
          </p:cNvSpPr>
          <p:nvPr>
            <p:ph type="subTitle" idx="1"/>
          </p:nvPr>
        </p:nvSpPr>
        <p:spPr>
          <a:xfrm>
            <a:off x="909500" y="1380363"/>
            <a:ext cx="4076700" cy="17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grpSp>
        <p:nvGrpSpPr>
          <p:cNvPr id="1638" name="Google Shape;1638;p14"/>
          <p:cNvGrpSpPr/>
          <p:nvPr/>
        </p:nvGrpSpPr>
        <p:grpSpPr>
          <a:xfrm>
            <a:off x="-467250" y="48763"/>
            <a:ext cx="904875" cy="1974719"/>
            <a:chOff x="-467250" y="48763"/>
            <a:chExt cx="904875" cy="1974719"/>
          </a:xfrm>
        </p:grpSpPr>
        <p:grpSp>
          <p:nvGrpSpPr>
            <p:cNvPr id="1639" name="Google Shape;1639;p14"/>
            <p:cNvGrpSpPr/>
            <p:nvPr/>
          </p:nvGrpSpPr>
          <p:grpSpPr>
            <a:xfrm>
              <a:off x="-467250" y="48763"/>
              <a:ext cx="904875" cy="928325"/>
              <a:chOff x="1054075" y="2178525"/>
              <a:chExt cx="904875" cy="928325"/>
            </a:xfrm>
          </p:grpSpPr>
          <p:sp>
            <p:nvSpPr>
              <p:cNvPr id="1640" name="Google Shape;1640;p14"/>
              <p:cNvSpPr/>
              <p:nvPr/>
            </p:nvSpPr>
            <p:spPr>
              <a:xfrm>
                <a:off x="19330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5"/>
                      <a:pt x="248" y="1038"/>
                      <a:pt x="519" y="1038"/>
                    </a:cubicBezTo>
                    <a:cubicBezTo>
                      <a:pt x="816" y="1038"/>
                      <a:pt x="1038" y="815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1" name="Google Shape;1641;p14"/>
              <p:cNvSpPr/>
              <p:nvPr/>
            </p:nvSpPr>
            <p:spPr>
              <a:xfrm>
                <a:off x="19330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791"/>
                      <a:pt x="248" y="1038"/>
                      <a:pt x="519" y="1038"/>
                    </a:cubicBezTo>
                    <a:cubicBezTo>
                      <a:pt x="816" y="1038"/>
                      <a:pt x="1038" y="791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2" name="Google Shape;1642;p14"/>
              <p:cNvSpPr/>
              <p:nvPr/>
            </p:nvSpPr>
            <p:spPr>
              <a:xfrm>
                <a:off x="19330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48" y="0"/>
                      <a:pt x="1" y="247"/>
                      <a:pt x="1" y="519"/>
                    </a:cubicBezTo>
                    <a:cubicBezTo>
                      <a:pt x="1" y="815"/>
                      <a:pt x="248" y="1062"/>
                      <a:pt x="519" y="1062"/>
                    </a:cubicBezTo>
                    <a:cubicBezTo>
                      <a:pt x="816" y="1062"/>
                      <a:pt x="1038" y="815"/>
                      <a:pt x="1038" y="519"/>
                    </a:cubicBezTo>
                    <a:cubicBezTo>
                      <a:pt x="1038" y="247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3" name="Google Shape;1643;p14"/>
              <p:cNvSpPr/>
              <p:nvPr/>
            </p:nvSpPr>
            <p:spPr>
              <a:xfrm>
                <a:off x="19330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815"/>
                      <a:pt x="248" y="1037"/>
                      <a:pt x="519" y="1037"/>
                    </a:cubicBezTo>
                    <a:cubicBezTo>
                      <a:pt x="816" y="1037"/>
                      <a:pt x="1038" y="815"/>
                      <a:pt x="1038" y="519"/>
                    </a:cubicBezTo>
                    <a:cubicBezTo>
                      <a:pt x="1038" y="223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4" name="Google Shape;1644;p14"/>
              <p:cNvSpPr/>
              <p:nvPr/>
            </p:nvSpPr>
            <p:spPr>
              <a:xfrm>
                <a:off x="19330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790"/>
                      <a:pt x="248" y="1037"/>
                      <a:pt x="519" y="1037"/>
                    </a:cubicBezTo>
                    <a:cubicBezTo>
                      <a:pt x="816" y="1037"/>
                      <a:pt x="1038" y="790"/>
                      <a:pt x="1038" y="519"/>
                    </a:cubicBezTo>
                    <a:cubicBezTo>
                      <a:pt x="1038" y="223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5" name="Google Shape;1645;p14"/>
              <p:cNvSpPr/>
              <p:nvPr/>
            </p:nvSpPr>
            <p:spPr>
              <a:xfrm>
                <a:off x="19330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48" y="1"/>
                      <a:pt x="1" y="248"/>
                      <a:pt x="1" y="519"/>
                    </a:cubicBezTo>
                    <a:cubicBezTo>
                      <a:pt x="1" y="816"/>
                      <a:pt x="248" y="1062"/>
                      <a:pt x="519" y="1062"/>
                    </a:cubicBezTo>
                    <a:cubicBezTo>
                      <a:pt x="816" y="1062"/>
                      <a:pt x="1038" y="816"/>
                      <a:pt x="1038" y="519"/>
                    </a:cubicBezTo>
                    <a:cubicBezTo>
                      <a:pt x="1038" y="248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6" name="Google Shape;1646;p14"/>
              <p:cNvSpPr/>
              <p:nvPr/>
            </p:nvSpPr>
            <p:spPr>
              <a:xfrm>
                <a:off x="19330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6"/>
                      <a:pt x="248" y="1038"/>
                      <a:pt x="519" y="1038"/>
                    </a:cubicBezTo>
                    <a:cubicBezTo>
                      <a:pt x="816" y="1038"/>
                      <a:pt x="1038" y="816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7" name="Google Shape;1647;p14"/>
              <p:cNvSpPr/>
              <p:nvPr/>
            </p:nvSpPr>
            <p:spPr>
              <a:xfrm>
                <a:off x="1807725" y="2178525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815"/>
                      <a:pt x="222" y="1038"/>
                      <a:pt x="518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8" name="Google Shape;1648;p14"/>
              <p:cNvSpPr/>
              <p:nvPr/>
            </p:nvSpPr>
            <p:spPr>
              <a:xfrm>
                <a:off x="1807725" y="2329125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791"/>
                      <a:pt x="222" y="1038"/>
                      <a:pt x="518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9" name="Google Shape;1649;p14"/>
              <p:cNvSpPr/>
              <p:nvPr/>
            </p:nvSpPr>
            <p:spPr>
              <a:xfrm>
                <a:off x="1807725" y="2479125"/>
                <a:ext cx="259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62" extrusionOk="0">
                    <a:moveTo>
                      <a:pt x="518" y="0"/>
                    </a:moveTo>
                    <a:cubicBezTo>
                      <a:pt x="222" y="0"/>
                      <a:pt x="0" y="247"/>
                      <a:pt x="0" y="519"/>
                    </a:cubicBezTo>
                    <a:cubicBezTo>
                      <a:pt x="0" y="815"/>
                      <a:pt x="222" y="1062"/>
                      <a:pt x="518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0" name="Google Shape;1650;p14"/>
              <p:cNvSpPr/>
              <p:nvPr/>
            </p:nvSpPr>
            <p:spPr>
              <a:xfrm>
                <a:off x="1807725" y="2629725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0"/>
                    </a:moveTo>
                    <a:cubicBezTo>
                      <a:pt x="222" y="0"/>
                      <a:pt x="0" y="223"/>
                      <a:pt x="0" y="519"/>
                    </a:cubicBezTo>
                    <a:cubicBezTo>
                      <a:pt x="0" y="815"/>
                      <a:pt x="222" y="1037"/>
                      <a:pt x="518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1" name="Google Shape;1651;p14"/>
              <p:cNvSpPr/>
              <p:nvPr/>
            </p:nvSpPr>
            <p:spPr>
              <a:xfrm>
                <a:off x="1807725" y="2780325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0"/>
                    </a:moveTo>
                    <a:cubicBezTo>
                      <a:pt x="222" y="0"/>
                      <a:pt x="0" y="223"/>
                      <a:pt x="0" y="519"/>
                    </a:cubicBezTo>
                    <a:cubicBezTo>
                      <a:pt x="0" y="790"/>
                      <a:pt x="222" y="1037"/>
                      <a:pt x="518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2" name="Google Shape;1652;p14"/>
              <p:cNvSpPr/>
              <p:nvPr/>
            </p:nvSpPr>
            <p:spPr>
              <a:xfrm>
                <a:off x="1807725" y="2930300"/>
                <a:ext cx="2592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63" extrusionOk="0">
                    <a:moveTo>
                      <a:pt x="518" y="1"/>
                    </a:moveTo>
                    <a:cubicBezTo>
                      <a:pt x="222" y="1"/>
                      <a:pt x="0" y="248"/>
                      <a:pt x="0" y="519"/>
                    </a:cubicBezTo>
                    <a:cubicBezTo>
                      <a:pt x="0" y="816"/>
                      <a:pt x="222" y="1062"/>
                      <a:pt x="518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3" name="Google Shape;1653;p14"/>
              <p:cNvSpPr/>
              <p:nvPr/>
            </p:nvSpPr>
            <p:spPr>
              <a:xfrm>
                <a:off x="1807725" y="3080900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816"/>
                      <a:pt x="222" y="1038"/>
                      <a:pt x="518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4" name="Google Shape;1654;p14"/>
              <p:cNvSpPr/>
              <p:nvPr/>
            </p:nvSpPr>
            <p:spPr>
              <a:xfrm>
                <a:off x="1681800" y="21785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5"/>
                      <a:pt x="247" y="1038"/>
                      <a:pt x="519" y="1038"/>
                    </a:cubicBezTo>
                    <a:cubicBezTo>
                      <a:pt x="815" y="1038"/>
                      <a:pt x="1062" y="815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5" name="Google Shape;1655;p14"/>
              <p:cNvSpPr/>
              <p:nvPr/>
            </p:nvSpPr>
            <p:spPr>
              <a:xfrm>
                <a:off x="1681800" y="23291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791"/>
                      <a:pt x="247" y="1038"/>
                      <a:pt x="519" y="1038"/>
                    </a:cubicBezTo>
                    <a:cubicBezTo>
                      <a:pt x="815" y="1038"/>
                      <a:pt x="1062" y="791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6" name="Google Shape;1656;p14"/>
              <p:cNvSpPr/>
              <p:nvPr/>
            </p:nvSpPr>
            <p:spPr>
              <a:xfrm>
                <a:off x="1681800" y="2479125"/>
                <a:ext cx="265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2" extrusionOk="0">
                    <a:moveTo>
                      <a:pt x="519" y="0"/>
                    </a:moveTo>
                    <a:cubicBezTo>
                      <a:pt x="247" y="0"/>
                      <a:pt x="0" y="247"/>
                      <a:pt x="0" y="519"/>
                    </a:cubicBezTo>
                    <a:cubicBezTo>
                      <a:pt x="0" y="815"/>
                      <a:pt x="247" y="1062"/>
                      <a:pt x="519" y="1062"/>
                    </a:cubicBezTo>
                    <a:cubicBezTo>
                      <a:pt x="815" y="1062"/>
                      <a:pt x="1062" y="815"/>
                      <a:pt x="1062" y="519"/>
                    </a:cubicBezTo>
                    <a:cubicBezTo>
                      <a:pt x="1062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7" name="Google Shape;1657;p14"/>
              <p:cNvSpPr/>
              <p:nvPr/>
            </p:nvSpPr>
            <p:spPr>
              <a:xfrm>
                <a:off x="1681800" y="26297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815"/>
                      <a:pt x="247" y="1037"/>
                      <a:pt x="519" y="1037"/>
                    </a:cubicBezTo>
                    <a:cubicBezTo>
                      <a:pt x="815" y="1037"/>
                      <a:pt x="1062" y="815"/>
                      <a:pt x="1062" y="519"/>
                    </a:cubicBezTo>
                    <a:cubicBezTo>
                      <a:pt x="1062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8" name="Google Shape;1658;p14"/>
              <p:cNvSpPr/>
              <p:nvPr/>
            </p:nvSpPr>
            <p:spPr>
              <a:xfrm>
                <a:off x="1681800" y="27803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790"/>
                      <a:pt x="247" y="1037"/>
                      <a:pt x="519" y="1037"/>
                    </a:cubicBezTo>
                    <a:cubicBezTo>
                      <a:pt x="815" y="1037"/>
                      <a:pt x="1062" y="790"/>
                      <a:pt x="1062" y="519"/>
                    </a:cubicBezTo>
                    <a:cubicBezTo>
                      <a:pt x="1062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9" name="Google Shape;1659;p14"/>
              <p:cNvSpPr/>
              <p:nvPr/>
            </p:nvSpPr>
            <p:spPr>
              <a:xfrm>
                <a:off x="1681800" y="2930300"/>
                <a:ext cx="2657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3" extrusionOk="0">
                    <a:moveTo>
                      <a:pt x="519" y="1"/>
                    </a:moveTo>
                    <a:cubicBezTo>
                      <a:pt x="247" y="1"/>
                      <a:pt x="0" y="248"/>
                      <a:pt x="0" y="519"/>
                    </a:cubicBezTo>
                    <a:cubicBezTo>
                      <a:pt x="0" y="816"/>
                      <a:pt x="247" y="1062"/>
                      <a:pt x="519" y="1062"/>
                    </a:cubicBezTo>
                    <a:cubicBezTo>
                      <a:pt x="815" y="1062"/>
                      <a:pt x="1062" y="816"/>
                      <a:pt x="1062" y="519"/>
                    </a:cubicBezTo>
                    <a:cubicBezTo>
                      <a:pt x="1062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0" name="Google Shape;1660;p14"/>
              <p:cNvSpPr/>
              <p:nvPr/>
            </p:nvSpPr>
            <p:spPr>
              <a:xfrm>
                <a:off x="1681800" y="3080900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6"/>
                      <a:pt x="247" y="1038"/>
                      <a:pt x="519" y="1038"/>
                    </a:cubicBezTo>
                    <a:cubicBezTo>
                      <a:pt x="815" y="1038"/>
                      <a:pt x="1062" y="816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1" name="Google Shape;1661;p14"/>
              <p:cNvSpPr/>
              <p:nvPr/>
            </p:nvSpPr>
            <p:spPr>
              <a:xfrm>
                <a:off x="15565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5"/>
                      <a:pt x="223" y="1038"/>
                      <a:pt x="519" y="1038"/>
                    </a:cubicBezTo>
                    <a:cubicBezTo>
                      <a:pt x="815" y="1038"/>
                      <a:pt x="1038" y="815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2" name="Google Shape;1662;p14"/>
              <p:cNvSpPr/>
              <p:nvPr/>
            </p:nvSpPr>
            <p:spPr>
              <a:xfrm>
                <a:off x="15565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791"/>
                      <a:pt x="223" y="1038"/>
                      <a:pt x="519" y="1038"/>
                    </a:cubicBezTo>
                    <a:cubicBezTo>
                      <a:pt x="815" y="1038"/>
                      <a:pt x="1038" y="791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3" name="Google Shape;1663;p14"/>
              <p:cNvSpPr/>
              <p:nvPr/>
            </p:nvSpPr>
            <p:spPr>
              <a:xfrm>
                <a:off x="15565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1" y="247"/>
                      <a:pt x="1" y="519"/>
                    </a:cubicBezTo>
                    <a:cubicBezTo>
                      <a:pt x="1" y="815"/>
                      <a:pt x="223" y="1062"/>
                      <a:pt x="519" y="1062"/>
                    </a:cubicBezTo>
                    <a:cubicBezTo>
                      <a:pt x="815" y="1062"/>
                      <a:pt x="1038" y="815"/>
                      <a:pt x="1038" y="519"/>
                    </a:cubicBezTo>
                    <a:cubicBezTo>
                      <a:pt x="1038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4" name="Google Shape;1664;p14"/>
              <p:cNvSpPr/>
              <p:nvPr/>
            </p:nvSpPr>
            <p:spPr>
              <a:xfrm>
                <a:off x="15565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815"/>
                      <a:pt x="223" y="1037"/>
                      <a:pt x="519" y="1037"/>
                    </a:cubicBezTo>
                    <a:cubicBezTo>
                      <a:pt x="815" y="1037"/>
                      <a:pt x="1038" y="815"/>
                      <a:pt x="1038" y="519"/>
                    </a:cubicBezTo>
                    <a:cubicBezTo>
                      <a:pt x="1038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5" name="Google Shape;1665;p14"/>
              <p:cNvSpPr/>
              <p:nvPr/>
            </p:nvSpPr>
            <p:spPr>
              <a:xfrm>
                <a:off x="15565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790"/>
                      <a:pt x="223" y="1037"/>
                      <a:pt x="519" y="1037"/>
                    </a:cubicBezTo>
                    <a:cubicBezTo>
                      <a:pt x="815" y="1037"/>
                      <a:pt x="1038" y="790"/>
                      <a:pt x="1038" y="519"/>
                    </a:cubicBezTo>
                    <a:cubicBezTo>
                      <a:pt x="1038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6" name="Google Shape;1666;p14"/>
              <p:cNvSpPr/>
              <p:nvPr/>
            </p:nvSpPr>
            <p:spPr>
              <a:xfrm>
                <a:off x="15565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1" y="248"/>
                      <a:pt x="1" y="519"/>
                    </a:cubicBezTo>
                    <a:cubicBezTo>
                      <a:pt x="1" y="816"/>
                      <a:pt x="223" y="1062"/>
                      <a:pt x="519" y="1062"/>
                    </a:cubicBezTo>
                    <a:cubicBezTo>
                      <a:pt x="815" y="1062"/>
                      <a:pt x="1038" y="816"/>
                      <a:pt x="1038" y="519"/>
                    </a:cubicBezTo>
                    <a:cubicBezTo>
                      <a:pt x="1038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7" name="Google Shape;1667;p14"/>
              <p:cNvSpPr/>
              <p:nvPr/>
            </p:nvSpPr>
            <p:spPr>
              <a:xfrm>
                <a:off x="15565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6"/>
                      <a:pt x="223" y="1038"/>
                      <a:pt x="519" y="1038"/>
                    </a:cubicBezTo>
                    <a:cubicBezTo>
                      <a:pt x="815" y="1038"/>
                      <a:pt x="1038" y="816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8" name="Google Shape;1668;p14"/>
              <p:cNvSpPr/>
              <p:nvPr/>
            </p:nvSpPr>
            <p:spPr>
              <a:xfrm>
                <a:off x="14312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5"/>
                      <a:pt x="223" y="1038"/>
                      <a:pt x="519" y="1038"/>
                    </a:cubicBezTo>
                    <a:cubicBezTo>
                      <a:pt x="791" y="1038"/>
                      <a:pt x="1038" y="815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9" name="Google Shape;1669;p14"/>
              <p:cNvSpPr/>
              <p:nvPr/>
            </p:nvSpPr>
            <p:spPr>
              <a:xfrm>
                <a:off x="14312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791"/>
                      <a:pt x="223" y="1038"/>
                      <a:pt x="519" y="1038"/>
                    </a:cubicBezTo>
                    <a:cubicBezTo>
                      <a:pt x="791" y="1038"/>
                      <a:pt x="1038" y="791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0" name="Google Shape;1670;p14"/>
              <p:cNvSpPr/>
              <p:nvPr/>
            </p:nvSpPr>
            <p:spPr>
              <a:xfrm>
                <a:off x="14312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1" y="247"/>
                      <a:pt x="1" y="519"/>
                    </a:cubicBezTo>
                    <a:cubicBezTo>
                      <a:pt x="1" y="815"/>
                      <a:pt x="223" y="1062"/>
                      <a:pt x="519" y="1062"/>
                    </a:cubicBezTo>
                    <a:cubicBezTo>
                      <a:pt x="791" y="1062"/>
                      <a:pt x="1038" y="815"/>
                      <a:pt x="1038" y="519"/>
                    </a:cubicBezTo>
                    <a:cubicBezTo>
                      <a:pt x="1038" y="247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1" name="Google Shape;1671;p14"/>
              <p:cNvSpPr/>
              <p:nvPr/>
            </p:nvSpPr>
            <p:spPr>
              <a:xfrm>
                <a:off x="14312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815"/>
                      <a:pt x="223" y="1037"/>
                      <a:pt x="519" y="1037"/>
                    </a:cubicBezTo>
                    <a:cubicBezTo>
                      <a:pt x="791" y="1037"/>
                      <a:pt x="1038" y="815"/>
                      <a:pt x="1038" y="519"/>
                    </a:cubicBezTo>
                    <a:cubicBezTo>
                      <a:pt x="1038" y="223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2" name="Google Shape;1672;p14"/>
              <p:cNvSpPr/>
              <p:nvPr/>
            </p:nvSpPr>
            <p:spPr>
              <a:xfrm>
                <a:off x="14312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790"/>
                      <a:pt x="223" y="1037"/>
                      <a:pt x="519" y="1037"/>
                    </a:cubicBezTo>
                    <a:cubicBezTo>
                      <a:pt x="791" y="1037"/>
                      <a:pt x="1038" y="790"/>
                      <a:pt x="1038" y="519"/>
                    </a:cubicBezTo>
                    <a:cubicBezTo>
                      <a:pt x="1038" y="223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3" name="Google Shape;1673;p14"/>
              <p:cNvSpPr/>
              <p:nvPr/>
            </p:nvSpPr>
            <p:spPr>
              <a:xfrm>
                <a:off x="14312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1" y="248"/>
                      <a:pt x="1" y="519"/>
                    </a:cubicBezTo>
                    <a:cubicBezTo>
                      <a:pt x="1" y="816"/>
                      <a:pt x="223" y="1062"/>
                      <a:pt x="519" y="1062"/>
                    </a:cubicBezTo>
                    <a:cubicBezTo>
                      <a:pt x="791" y="1062"/>
                      <a:pt x="1038" y="816"/>
                      <a:pt x="1038" y="519"/>
                    </a:cubicBezTo>
                    <a:cubicBezTo>
                      <a:pt x="1038" y="248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4" name="Google Shape;1674;p14"/>
              <p:cNvSpPr/>
              <p:nvPr/>
            </p:nvSpPr>
            <p:spPr>
              <a:xfrm>
                <a:off x="14312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6"/>
                      <a:pt x="223" y="1038"/>
                      <a:pt x="519" y="1038"/>
                    </a:cubicBezTo>
                    <a:cubicBezTo>
                      <a:pt x="791" y="1038"/>
                      <a:pt x="1038" y="816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5" name="Google Shape;1675;p14"/>
              <p:cNvSpPr/>
              <p:nvPr/>
            </p:nvSpPr>
            <p:spPr>
              <a:xfrm>
                <a:off x="13053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5"/>
                      <a:pt x="247" y="1038"/>
                      <a:pt x="519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6" name="Google Shape;1676;p14"/>
              <p:cNvSpPr/>
              <p:nvPr/>
            </p:nvSpPr>
            <p:spPr>
              <a:xfrm>
                <a:off x="13053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791"/>
                      <a:pt x="247" y="1038"/>
                      <a:pt x="519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7" name="Google Shape;1677;p14"/>
              <p:cNvSpPr/>
              <p:nvPr/>
            </p:nvSpPr>
            <p:spPr>
              <a:xfrm>
                <a:off x="13053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47" y="0"/>
                      <a:pt x="0" y="247"/>
                      <a:pt x="0" y="519"/>
                    </a:cubicBezTo>
                    <a:cubicBezTo>
                      <a:pt x="0" y="815"/>
                      <a:pt x="247" y="1062"/>
                      <a:pt x="519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8" name="Google Shape;1678;p14"/>
              <p:cNvSpPr/>
              <p:nvPr/>
            </p:nvSpPr>
            <p:spPr>
              <a:xfrm>
                <a:off x="13053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815"/>
                      <a:pt x="247" y="1037"/>
                      <a:pt x="519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9" name="Google Shape;1679;p14"/>
              <p:cNvSpPr/>
              <p:nvPr/>
            </p:nvSpPr>
            <p:spPr>
              <a:xfrm>
                <a:off x="13053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790"/>
                      <a:pt x="247" y="1037"/>
                      <a:pt x="519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80" name="Google Shape;1680;p14"/>
              <p:cNvSpPr/>
              <p:nvPr/>
            </p:nvSpPr>
            <p:spPr>
              <a:xfrm>
                <a:off x="13053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47" y="1"/>
                      <a:pt x="0" y="248"/>
                      <a:pt x="0" y="519"/>
                    </a:cubicBezTo>
                    <a:cubicBezTo>
                      <a:pt x="0" y="816"/>
                      <a:pt x="247" y="1062"/>
                      <a:pt x="519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81" name="Google Shape;1681;p14"/>
              <p:cNvSpPr/>
              <p:nvPr/>
            </p:nvSpPr>
            <p:spPr>
              <a:xfrm>
                <a:off x="13053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6"/>
                      <a:pt x="247" y="1038"/>
                      <a:pt x="519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82" name="Google Shape;1682;p14"/>
              <p:cNvSpPr/>
              <p:nvPr/>
            </p:nvSpPr>
            <p:spPr>
              <a:xfrm>
                <a:off x="11800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815"/>
                      <a:pt x="223" y="1038"/>
                      <a:pt x="519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83" name="Google Shape;1683;p14"/>
              <p:cNvSpPr/>
              <p:nvPr/>
            </p:nvSpPr>
            <p:spPr>
              <a:xfrm>
                <a:off x="11800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791"/>
                      <a:pt x="223" y="1038"/>
                      <a:pt x="519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84" name="Google Shape;1684;p14"/>
              <p:cNvSpPr/>
              <p:nvPr/>
            </p:nvSpPr>
            <p:spPr>
              <a:xfrm>
                <a:off x="11800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0" y="247"/>
                      <a:pt x="0" y="519"/>
                    </a:cubicBezTo>
                    <a:cubicBezTo>
                      <a:pt x="0" y="815"/>
                      <a:pt x="223" y="1062"/>
                      <a:pt x="519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85" name="Google Shape;1685;p14"/>
              <p:cNvSpPr/>
              <p:nvPr/>
            </p:nvSpPr>
            <p:spPr>
              <a:xfrm>
                <a:off x="11800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0" y="223"/>
                      <a:pt x="0" y="519"/>
                    </a:cubicBezTo>
                    <a:cubicBezTo>
                      <a:pt x="0" y="815"/>
                      <a:pt x="223" y="1037"/>
                      <a:pt x="519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86" name="Google Shape;1686;p14"/>
              <p:cNvSpPr/>
              <p:nvPr/>
            </p:nvSpPr>
            <p:spPr>
              <a:xfrm>
                <a:off x="11800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0" y="223"/>
                      <a:pt x="0" y="519"/>
                    </a:cubicBezTo>
                    <a:cubicBezTo>
                      <a:pt x="0" y="790"/>
                      <a:pt x="223" y="1037"/>
                      <a:pt x="519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87" name="Google Shape;1687;p14"/>
              <p:cNvSpPr/>
              <p:nvPr/>
            </p:nvSpPr>
            <p:spPr>
              <a:xfrm>
                <a:off x="11800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0" y="248"/>
                      <a:pt x="0" y="519"/>
                    </a:cubicBezTo>
                    <a:cubicBezTo>
                      <a:pt x="0" y="816"/>
                      <a:pt x="223" y="1062"/>
                      <a:pt x="519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88" name="Google Shape;1688;p14"/>
              <p:cNvSpPr/>
              <p:nvPr/>
            </p:nvSpPr>
            <p:spPr>
              <a:xfrm>
                <a:off x="11800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816"/>
                      <a:pt x="223" y="1038"/>
                      <a:pt x="519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89" name="Google Shape;1689;p14"/>
              <p:cNvSpPr/>
              <p:nvPr/>
            </p:nvSpPr>
            <p:spPr>
              <a:xfrm>
                <a:off x="1054075" y="21785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5"/>
                      <a:pt x="248" y="1038"/>
                      <a:pt x="544" y="1038"/>
                    </a:cubicBezTo>
                    <a:cubicBezTo>
                      <a:pt x="816" y="1038"/>
                      <a:pt x="1062" y="815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90" name="Google Shape;1690;p14"/>
              <p:cNvSpPr/>
              <p:nvPr/>
            </p:nvSpPr>
            <p:spPr>
              <a:xfrm>
                <a:off x="1054075" y="23291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791"/>
                      <a:pt x="248" y="1038"/>
                      <a:pt x="544" y="1038"/>
                    </a:cubicBezTo>
                    <a:cubicBezTo>
                      <a:pt x="816" y="1038"/>
                      <a:pt x="1062" y="791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91" name="Google Shape;1691;p14"/>
              <p:cNvSpPr/>
              <p:nvPr/>
            </p:nvSpPr>
            <p:spPr>
              <a:xfrm>
                <a:off x="1054075" y="2479125"/>
                <a:ext cx="265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2" extrusionOk="0">
                    <a:moveTo>
                      <a:pt x="544" y="0"/>
                    </a:moveTo>
                    <a:cubicBezTo>
                      <a:pt x="248" y="0"/>
                      <a:pt x="1" y="247"/>
                      <a:pt x="1" y="519"/>
                    </a:cubicBezTo>
                    <a:cubicBezTo>
                      <a:pt x="1" y="815"/>
                      <a:pt x="248" y="1062"/>
                      <a:pt x="544" y="1062"/>
                    </a:cubicBezTo>
                    <a:cubicBezTo>
                      <a:pt x="816" y="1062"/>
                      <a:pt x="1062" y="815"/>
                      <a:pt x="1062" y="519"/>
                    </a:cubicBezTo>
                    <a:cubicBezTo>
                      <a:pt x="1062" y="247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92" name="Google Shape;1692;p14"/>
              <p:cNvSpPr/>
              <p:nvPr/>
            </p:nvSpPr>
            <p:spPr>
              <a:xfrm>
                <a:off x="1054075" y="26297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815"/>
                      <a:pt x="248" y="1037"/>
                      <a:pt x="544" y="1037"/>
                    </a:cubicBezTo>
                    <a:cubicBezTo>
                      <a:pt x="816" y="1037"/>
                      <a:pt x="1062" y="815"/>
                      <a:pt x="1062" y="519"/>
                    </a:cubicBezTo>
                    <a:cubicBezTo>
                      <a:pt x="1062" y="223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93" name="Google Shape;1693;p14"/>
              <p:cNvSpPr/>
              <p:nvPr/>
            </p:nvSpPr>
            <p:spPr>
              <a:xfrm>
                <a:off x="1054075" y="27803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790"/>
                      <a:pt x="248" y="1037"/>
                      <a:pt x="544" y="1037"/>
                    </a:cubicBezTo>
                    <a:cubicBezTo>
                      <a:pt x="816" y="1037"/>
                      <a:pt x="1062" y="790"/>
                      <a:pt x="1062" y="519"/>
                    </a:cubicBezTo>
                    <a:cubicBezTo>
                      <a:pt x="1062" y="223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94" name="Google Shape;1694;p14"/>
              <p:cNvSpPr/>
              <p:nvPr/>
            </p:nvSpPr>
            <p:spPr>
              <a:xfrm>
                <a:off x="1054075" y="2930300"/>
                <a:ext cx="2657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3" extrusionOk="0">
                    <a:moveTo>
                      <a:pt x="544" y="1"/>
                    </a:moveTo>
                    <a:cubicBezTo>
                      <a:pt x="248" y="1"/>
                      <a:pt x="1" y="248"/>
                      <a:pt x="1" y="519"/>
                    </a:cubicBezTo>
                    <a:cubicBezTo>
                      <a:pt x="1" y="816"/>
                      <a:pt x="248" y="1062"/>
                      <a:pt x="544" y="1062"/>
                    </a:cubicBezTo>
                    <a:cubicBezTo>
                      <a:pt x="816" y="1062"/>
                      <a:pt x="1062" y="816"/>
                      <a:pt x="1062" y="519"/>
                    </a:cubicBezTo>
                    <a:cubicBezTo>
                      <a:pt x="1062" y="248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95" name="Google Shape;1695;p14"/>
              <p:cNvSpPr/>
              <p:nvPr/>
            </p:nvSpPr>
            <p:spPr>
              <a:xfrm>
                <a:off x="1054075" y="3080900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6"/>
                      <a:pt x="248" y="1038"/>
                      <a:pt x="544" y="1038"/>
                    </a:cubicBezTo>
                    <a:cubicBezTo>
                      <a:pt x="816" y="1038"/>
                      <a:pt x="1062" y="816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96" name="Google Shape;1696;p14"/>
            <p:cNvGrpSpPr/>
            <p:nvPr/>
          </p:nvGrpSpPr>
          <p:grpSpPr>
            <a:xfrm>
              <a:off x="-467250" y="1095158"/>
              <a:ext cx="904875" cy="928325"/>
              <a:chOff x="1054075" y="2178525"/>
              <a:chExt cx="904875" cy="928325"/>
            </a:xfrm>
          </p:grpSpPr>
          <p:sp>
            <p:nvSpPr>
              <p:cNvPr id="1697" name="Google Shape;1697;p14"/>
              <p:cNvSpPr/>
              <p:nvPr/>
            </p:nvSpPr>
            <p:spPr>
              <a:xfrm>
                <a:off x="19330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5"/>
                      <a:pt x="248" y="1038"/>
                      <a:pt x="519" y="1038"/>
                    </a:cubicBezTo>
                    <a:cubicBezTo>
                      <a:pt x="816" y="1038"/>
                      <a:pt x="1038" y="815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98" name="Google Shape;1698;p14"/>
              <p:cNvSpPr/>
              <p:nvPr/>
            </p:nvSpPr>
            <p:spPr>
              <a:xfrm>
                <a:off x="19330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791"/>
                      <a:pt x="248" y="1038"/>
                      <a:pt x="519" y="1038"/>
                    </a:cubicBezTo>
                    <a:cubicBezTo>
                      <a:pt x="816" y="1038"/>
                      <a:pt x="1038" y="791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99" name="Google Shape;1699;p14"/>
              <p:cNvSpPr/>
              <p:nvPr/>
            </p:nvSpPr>
            <p:spPr>
              <a:xfrm>
                <a:off x="19330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48" y="0"/>
                      <a:pt x="1" y="247"/>
                      <a:pt x="1" y="519"/>
                    </a:cubicBezTo>
                    <a:cubicBezTo>
                      <a:pt x="1" y="815"/>
                      <a:pt x="248" y="1062"/>
                      <a:pt x="519" y="1062"/>
                    </a:cubicBezTo>
                    <a:cubicBezTo>
                      <a:pt x="816" y="1062"/>
                      <a:pt x="1038" y="815"/>
                      <a:pt x="1038" y="519"/>
                    </a:cubicBezTo>
                    <a:cubicBezTo>
                      <a:pt x="1038" y="247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0" name="Google Shape;1700;p14"/>
              <p:cNvSpPr/>
              <p:nvPr/>
            </p:nvSpPr>
            <p:spPr>
              <a:xfrm>
                <a:off x="19330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815"/>
                      <a:pt x="248" y="1037"/>
                      <a:pt x="519" y="1037"/>
                    </a:cubicBezTo>
                    <a:cubicBezTo>
                      <a:pt x="816" y="1037"/>
                      <a:pt x="1038" y="815"/>
                      <a:pt x="1038" y="519"/>
                    </a:cubicBezTo>
                    <a:cubicBezTo>
                      <a:pt x="1038" y="223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1" name="Google Shape;1701;p14"/>
              <p:cNvSpPr/>
              <p:nvPr/>
            </p:nvSpPr>
            <p:spPr>
              <a:xfrm>
                <a:off x="19330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790"/>
                      <a:pt x="248" y="1037"/>
                      <a:pt x="519" y="1037"/>
                    </a:cubicBezTo>
                    <a:cubicBezTo>
                      <a:pt x="816" y="1037"/>
                      <a:pt x="1038" y="790"/>
                      <a:pt x="1038" y="519"/>
                    </a:cubicBezTo>
                    <a:cubicBezTo>
                      <a:pt x="1038" y="223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2" name="Google Shape;1702;p14"/>
              <p:cNvSpPr/>
              <p:nvPr/>
            </p:nvSpPr>
            <p:spPr>
              <a:xfrm>
                <a:off x="19330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48" y="1"/>
                      <a:pt x="1" y="248"/>
                      <a:pt x="1" y="519"/>
                    </a:cubicBezTo>
                    <a:cubicBezTo>
                      <a:pt x="1" y="816"/>
                      <a:pt x="248" y="1062"/>
                      <a:pt x="519" y="1062"/>
                    </a:cubicBezTo>
                    <a:cubicBezTo>
                      <a:pt x="816" y="1062"/>
                      <a:pt x="1038" y="816"/>
                      <a:pt x="1038" y="519"/>
                    </a:cubicBezTo>
                    <a:cubicBezTo>
                      <a:pt x="1038" y="248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3" name="Google Shape;1703;p14"/>
              <p:cNvSpPr/>
              <p:nvPr/>
            </p:nvSpPr>
            <p:spPr>
              <a:xfrm>
                <a:off x="19330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6"/>
                      <a:pt x="248" y="1038"/>
                      <a:pt x="519" y="1038"/>
                    </a:cubicBezTo>
                    <a:cubicBezTo>
                      <a:pt x="816" y="1038"/>
                      <a:pt x="1038" y="816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4" name="Google Shape;1704;p14"/>
              <p:cNvSpPr/>
              <p:nvPr/>
            </p:nvSpPr>
            <p:spPr>
              <a:xfrm>
                <a:off x="1807725" y="2178525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815"/>
                      <a:pt x="222" y="1038"/>
                      <a:pt x="518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5" name="Google Shape;1705;p14"/>
              <p:cNvSpPr/>
              <p:nvPr/>
            </p:nvSpPr>
            <p:spPr>
              <a:xfrm>
                <a:off x="1807725" y="2329125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791"/>
                      <a:pt x="222" y="1038"/>
                      <a:pt x="518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6" name="Google Shape;1706;p14"/>
              <p:cNvSpPr/>
              <p:nvPr/>
            </p:nvSpPr>
            <p:spPr>
              <a:xfrm>
                <a:off x="1807725" y="2479125"/>
                <a:ext cx="259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62" extrusionOk="0">
                    <a:moveTo>
                      <a:pt x="518" y="0"/>
                    </a:moveTo>
                    <a:cubicBezTo>
                      <a:pt x="222" y="0"/>
                      <a:pt x="0" y="247"/>
                      <a:pt x="0" y="519"/>
                    </a:cubicBezTo>
                    <a:cubicBezTo>
                      <a:pt x="0" y="815"/>
                      <a:pt x="222" y="1062"/>
                      <a:pt x="518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7" name="Google Shape;1707;p14"/>
              <p:cNvSpPr/>
              <p:nvPr/>
            </p:nvSpPr>
            <p:spPr>
              <a:xfrm>
                <a:off x="1807725" y="2629725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0"/>
                    </a:moveTo>
                    <a:cubicBezTo>
                      <a:pt x="222" y="0"/>
                      <a:pt x="0" y="223"/>
                      <a:pt x="0" y="519"/>
                    </a:cubicBezTo>
                    <a:cubicBezTo>
                      <a:pt x="0" y="815"/>
                      <a:pt x="222" y="1037"/>
                      <a:pt x="518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8" name="Google Shape;1708;p14"/>
              <p:cNvSpPr/>
              <p:nvPr/>
            </p:nvSpPr>
            <p:spPr>
              <a:xfrm>
                <a:off x="1807725" y="2780325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0"/>
                    </a:moveTo>
                    <a:cubicBezTo>
                      <a:pt x="222" y="0"/>
                      <a:pt x="0" y="223"/>
                      <a:pt x="0" y="519"/>
                    </a:cubicBezTo>
                    <a:cubicBezTo>
                      <a:pt x="0" y="790"/>
                      <a:pt x="222" y="1037"/>
                      <a:pt x="518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09" name="Google Shape;1709;p14"/>
              <p:cNvSpPr/>
              <p:nvPr/>
            </p:nvSpPr>
            <p:spPr>
              <a:xfrm>
                <a:off x="1807725" y="2930300"/>
                <a:ext cx="2592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63" extrusionOk="0">
                    <a:moveTo>
                      <a:pt x="518" y="1"/>
                    </a:moveTo>
                    <a:cubicBezTo>
                      <a:pt x="222" y="1"/>
                      <a:pt x="0" y="248"/>
                      <a:pt x="0" y="519"/>
                    </a:cubicBezTo>
                    <a:cubicBezTo>
                      <a:pt x="0" y="816"/>
                      <a:pt x="222" y="1062"/>
                      <a:pt x="518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10" name="Google Shape;1710;p14"/>
              <p:cNvSpPr/>
              <p:nvPr/>
            </p:nvSpPr>
            <p:spPr>
              <a:xfrm>
                <a:off x="1807725" y="3080900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816"/>
                      <a:pt x="222" y="1038"/>
                      <a:pt x="518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11" name="Google Shape;1711;p14"/>
              <p:cNvSpPr/>
              <p:nvPr/>
            </p:nvSpPr>
            <p:spPr>
              <a:xfrm>
                <a:off x="1681800" y="21785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5"/>
                      <a:pt x="247" y="1038"/>
                      <a:pt x="519" y="1038"/>
                    </a:cubicBezTo>
                    <a:cubicBezTo>
                      <a:pt x="815" y="1038"/>
                      <a:pt x="1062" y="815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12" name="Google Shape;1712;p14"/>
              <p:cNvSpPr/>
              <p:nvPr/>
            </p:nvSpPr>
            <p:spPr>
              <a:xfrm>
                <a:off x="1681800" y="23291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791"/>
                      <a:pt x="247" y="1038"/>
                      <a:pt x="519" y="1038"/>
                    </a:cubicBezTo>
                    <a:cubicBezTo>
                      <a:pt x="815" y="1038"/>
                      <a:pt x="1062" y="791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13" name="Google Shape;1713;p14"/>
              <p:cNvSpPr/>
              <p:nvPr/>
            </p:nvSpPr>
            <p:spPr>
              <a:xfrm>
                <a:off x="1681800" y="2479125"/>
                <a:ext cx="265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2" extrusionOk="0">
                    <a:moveTo>
                      <a:pt x="519" y="0"/>
                    </a:moveTo>
                    <a:cubicBezTo>
                      <a:pt x="247" y="0"/>
                      <a:pt x="0" y="247"/>
                      <a:pt x="0" y="519"/>
                    </a:cubicBezTo>
                    <a:cubicBezTo>
                      <a:pt x="0" y="815"/>
                      <a:pt x="247" y="1062"/>
                      <a:pt x="519" y="1062"/>
                    </a:cubicBezTo>
                    <a:cubicBezTo>
                      <a:pt x="815" y="1062"/>
                      <a:pt x="1062" y="815"/>
                      <a:pt x="1062" y="519"/>
                    </a:cubicBezTo>
                    <a:cubicBezTo>
                      <a:pt x="1062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14" name="Google Shape;1714;p14"/>
              <p:cNvSpPr/>
              <p:nvPr/>
            </p:nvSpPr>
            <p:spPr>
              <a:xfrm>
                <a:off x="1681800" y="26297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815"/>
                      <a:pt x="247" y="1037"/>
                      <a:pt x="519" y="1037"/>
                    </a:cubicBezTo>
                    <a:cubicBezTo>
                      <a:pt x="815" y="1037"/>
                      <a:pt x="1062" y="815"/>
                      <a:pt x="1062" y="519"/>
                    </a:cubicBezTo>
                    <a:cubicBezTo>
                      <a:pt x="1062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15" name="Google Shape;1715;p14"/>
              <p:cNvSpPr/>
              <p:nvPr/>
            </p:nvSpPr>
            <p:spPr>
              <a:xfrm>
                <a:off x="1681800" y="27803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790"/>
                      <a:pt x="247" y="1037"/>
                      <a:pt x="519" y="1037"/>
                    </a:cubicBezTo>
                    <a:cubicBezTo>
                      <a:pt x="815" y="1037"/>
                      <a:pt x="1062" y="790"/>
                      <a:pt x="1062" y="519"/>
                    </a:cubicBezTo>
                    <a:cubicBezTo>
                      <a:pt x="1062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16" name="Google Shape;1716;p14"/>
              <p:cNvSpPr/>
              <p:nvPr/>
            </p:nvSpPr>
            <p:spPr>
              <a:xfrm>
                <a:off x="1681800" y="2930300"/>
                <a:ext cx="2657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3" extrusionOk="0">
                    <a:moveTo>
                      <a:pt x="519" y="1"/>
                    </a:moveTo>
                    <a:cubicBezTo>
                      <a:pt x="247" y="1"/>
                      <a:pt x="0" y="248"/>
                      <a:pt x="0" y="519"/>
                    </a:cubicBezTo>
                    <a:cubicBezTo>
                      <a:pt x="0" y="816"/>
                      <a:pt x="247" y="1062"/>
                      <a:pt x="519" y="1062"/>
                    </a:cubicBezTo>
                    <a:cubicBezTo>
                      <a:pt x="815" y="1062"/>
                      <a:pt x="1062" y="816"/>
                      <a:pt x="1062" y="519"/>
                    </a:cubicBezTo>
                    <a:cubicBezTo>
                      <a:pt x="1062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17" name="Google Shape;1717;p14"/>
              <p:cNvSpPr/>
              <p:nvPr/>
            </p:nvSpPr>
            <p:spPr>
              <a:xfrm>
                <a:off x="1681800" y="3080900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6"/>
                      <a:pt x="247" y="1038"/>
                      <a:pt x="519" y="1038"/>
                    </a:cubicBezTo>
                    <a:cubicBezTo>
                      <a:pt x="815" y="1038"/>
                      <a:pt x="1062" y="816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18" name="Google Shape;1718;p14"/>
              <p:cNvSpPr/>
              <p:nvPr/>
            </p:nvSpPr>
            <p:spPr>
              <a:xfrm>
                <a:off x="15565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5"/>
                      <a:pt x="223" y="1038"/>
                      <a:pt x="519" y="1038"/>
                    </a:cubicBezTo>
                    <a:cubicBezTo>
                      <a:pt x="815" y="1038"/>
                      <a:pt x="1038" y="815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19" name="Google Shape;1719;p14"/>
              <p:cNvSpPr/>
              <p:nvPr/>
            </p:nvSpPr>
            <p:spPr>
              <a:xfrm>
                <a:off x="15565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791"/>
                      <a:pt x="223" y="1038"/>
                      <a:pt x="519" y="1038"/>
                    </a:cubicBezTo>
                    <a:cubicBezTo>
                      <a:pt x="815" y="1038"/>
                      <a:pt x="1038" y="791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0" name="Google Shape;1720;p14"/>
              <p:cNvSpPr/>
              <p:nvPr/>
            </p:nvSpPr>
            <p:spPr>
              <a:xfrm>
                <a:off x="15565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1" y="247"/>
                      <a:pt x="1" y="519"/>
                    </a:cubicBezTo>
                    <a:cubicBezTo>
                      <a:pt x="1" y="815"/>
                      <a:pt x="223" y="1062"/>
                      <a:pt x="519" y="1062"/>
                    </a:cubicBezTo>
                    <a:cubicBezTo>
                      <a:pt x="815" y="1062"/>
                      <a:pt x="1038" y="815"/>
                      <a:pt x="1038" y="519"/>
                    </a:cubicBezTo>
                    <a:cubicBezTo>
                      <a:pt x="1038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1" name="Google Shape;1721;p14"/>
              <p:cNvSpPr/>
              <p:nvPr/>
            </p:nvSpPr>
            <p:spPr>
              <a:xfrm>
                <a:off x="15565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815"/>
                      <a:pt x="223" y="1037"/>
                      <a:pt x="519" y="1037"/>
                    </a:cubicBezTo>
                    <a:cubicBezTo>
                      <a:pt x="815" y="1037"/>
                      <a:pt x="1038" y="815"/>
                      <a:pt x="1038" y="519"/>
                    </a:cubicBezTo>
                    <a:cubicBezTo>
                      <a:pt x="1038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2" name="Google Shape;1722;p14"/>
              <p:cNvSpPr/>
              <p:nvPr/>
            </p:nvSpPr>
            <p:spPr>
              <a:xfrm>
                <a:off x="15565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790"/>
                      <a:pt x="223" y="1037"/>
                      <a:pt x="519" y="1037"/>
                    </a:cubicBezTo>
                    <a:cubicBezTo>
                      <a:pt x="815" y="1037"/>
                      <a:pt x="1038" y="790"/>
                      <a:pt x="1038" y="519"/>
                    </a:cubicBezTo>
                    <a:cubicBezTo>
                      <a:pt x="1038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3" name="Google Shape;1723;p14"/>
              <p:cNvSpPr/>
              <p:nvPr/>
            </p:nvSpPr>
            <p:spPr>
              <a:xfrm>
                <a:off x="15565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1" y="248"/>
                      <a:pt x="1" y="519"/>
                    </a:cubicBezTo>
                    <a:cubicBezTo>
                      <a:pt x="1" y="816"/>
                      <a:pt x="223" y="1062"/>
                      <a:pt x="519" y="1062"/>
                    </a:cubicBezTo>
                    <a:cubicBezTo>
                      <a:pt x="815" y="1062"/>
                      <a:pt x="1038" y="816"/>
                      <a:pt x="1038" y="519"/>
                    </a:cubicBezTo>
                    <a:cubicBezTo>
                      <a:pt x="1038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4" name="Google Shape;1724;p14"/>
              <p:cNvSpPr/>
              <p:nvPr/>
            </p:nvSpPr>
            <p:spPr>
              <a:xfrm>
                <a:off x="15565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6"/>
                      <a:pt x="223" y="1038"/>
                      <a:pt x="519" y="1038"/>
                    </a:cubicBezTo>
                    <a:cubicBezTo>
                      <a:pt x="815" y="1038"/>
                      <a:pt x="1038" y="816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5" name="Google Shape;1725;p14"/>
              <p:cNvSpPr/>
              <p:nvPr/>
            </p:nvSpPr>
            <p:spPr>
              <a:xfrm>
                <a:off x="14312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5"/>
                      <a:pt x="223" y="1038"/>
                      <a:pt x="519" y="1038"/>
                    </a:cubicBezTo>
                    <a:cubicBezTo>
                      <a:pt x="791" y="1038"/>
                      <a:pt x="1038" y="815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6" name="Google Shape;1726;p14"/>
              <p:cNvSpPr/>
              <p:nvPr/>
            </p:nvSpPr>
            <p:spPr>
              <a:xfrm>
                <a:off x="14312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791"/>
                      <a:pt x="223" y="1038"/>
                      <a:pt x="519" y="1038"/>
                    </a:cubicBezTo>
                    <a:cubicBezTo>
                      <a:pt x="791" y="1038"/>
                      <a:pt x="1038" y="791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7" name="Google Shape;1727;p14"/>
              <p:cNvSpPr/>
              <p:nvPr/>
            </p:nvSpPr>
            <p:spPr>
              <a:xfrm>
                <a:off x="14312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1" y="247"/>
                      <a:pt x="1" y="519"/>
                    </a:cubicBezTo>
                    <a:cubicBezTo>
                      <a:pt x="1" y="815"/>
                      <a:pt x="223" y="1062"/>
                      <a:pt x="519" y="1062"/>
                    </a:cubicBezTo>
                    <a:cubicBezTo>
                      <a:pt x="791" y="1062"/>
                      <a:pt x="1038" y="815"/>
                      <a:pt x="1038" y="519"/>
                    </a:cubicBezTo>
                    <a:cubicBezTo>
                      <a:pt x="1038" y="247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8" name="Google Shape;1728;p14"/>
              <p:cNvSpPr/>
              <p:nvPr/>
            </p:nvSpPr>
            <p:spPr>
              <a:xfrm>
                <a:off x="14312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815"/>
                      <a:pt x="223" y="1037"/>
                      <a:pt x="519" y="1037"/>
                    </a:cubicBezTo>
                    <a:cubicBezTo>
                      <a:pt x="791" y="1037"/>
                      <a:pt x="1038" y="815"/>
                      <a:pt x="1038" y="519"/>
                    </a:cubicBezTo>
                    <a:cubicBezTo>
                      <a:pt x="1038" y="223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9" name="Google Shape;1729;p14"/>
              <p:cNvSpPr/>
              <p:nvPr/>
            </p:nvSpPr>
            <p:spPr>
              <a:xfrm>
                <a:off x="14312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790"/>
                      <a:pt x="223" y="1037"/>
                      <a:pt x="519" y="1037"/>
                    </a:cubicBezTo>
                    <a:cubicBezTo>
                      <a:pt x="791" y="1037"/>
                      <a:pt x="1038" y="790"/>
                      <a:pt x="1038" y="519"/>
                    </a:cubicBezTo>
                    <a:cubicBezTo>
                      <a:pt x="1038" y="223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0" name="Google Shape;1730;p14"/>
              <p:cNvSpPr/>
              <p:nvPr/>
            </p:nvSpPr>
            <p:spPr>
              <a:xfrm>
                <a:off x="14312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1" y="248"/>
                      <a:pt x="1" y="519"/>
                    </a:cubicBezTo>
                    <a:cubicBezTo>
                      <a:pt x="1" y="816"/>
                      <a:pt x="223" y="1062"/>
                      <a:pt x="519" y="1062"/>
                    </a:cubicBezTo>
                    <a:cubicBezTo>
                      <a:pt x="791" y="1062"/>
                      <a:pt x="1038" y="816"/>
                      <a:pt x="1038" y="519"/>
                    </a:cubicBezTo>
                    <a:cubicBezTo>
                      <a:pt x="1038" y="248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1" name="Google Shape;1731;p14"/>
              <p:cNvSpPr/>
              <p:nvPr/>
            </p:nvSpPr>
            <p:spPr>
              <a:xfrm>
                <a:off x="14312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6"/>
                      <a:pt x="223" y="1038"/>
                      <a:pt x="519" y="1038"/>
                    </a:cubicBezTo>
                    <a:cubicBezTo>
                      <a:pt x="791" y="1038"/>
                      <a:pt x="1038" y="816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2" name="Google Shape;1732;p14"/>
              <p:cNvSpPr/>
              <p:nvPr/>
            </p:nvSpPr>
            <p:spPr>
              <a:xfrm>
                <a:off x="13053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5"/>
                      <a:pt x="247" y="1038"/>
                      <a:pt x="519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3" name="Google Shape;1733;p14"/>
              <p:cNvSpPr/>
              <p:nvPr/>
            </p:nvSpPr>
            <p:spPr>
              <a:xfrm>
                <a:off x="13053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791"/>
                      <a:pt x="247" y="1038"/>
                      <a:pt x="519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4" name="Google Shape;1734;p14"/>
              <p:cNvSpPr/>
              <p:nvPr/>
            </p:nvSpPr>
            <p:spPr>
              <a:xfrm>
                <a:off x="13053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47" y="0"/>
                      <a:pt x="0" y="247"/>
                      <a:pt x="0" y="519"/>
                    </a:cubicBezTo>
                    <a:cubicBezTo>
                      <a:pt x="0" y="815"/>
                      <a:pt x="247" y="1062"/>
                      <a:pt x="519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5" name="Google Shape;1735;p14"/>
              <p:cNvSpPr/>
              <p:nvPr/>
            </p:nvSpPr>
            <p:spPr>
              <a:xfrm>
                <a:off x="13053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815"/>
                      <a:pt x="247" y="1037"/>
                      <a:pt x="519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6" name="Google Shape;1736;p14"/>
              <p:cNvSpPr/>
              <p:nvPr/>
            </p:nvSpPr>
            <p:spPr>
              <a:xfrm>
                <a:off x="13053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790"/>
                      <a:pt x="247" y="1037"/>
                      <a:pt x="519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7" name="Google Shape;1737;p14"/>
              <p:cNvSpPr/>
              <p:nvPr/>
            </p:nvSpPr>
            <p:spPr>
              <a:xfrm>
                <a:off x="13053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47" y="1"/>
                      <a:pt x="0" y="248"/>
                      <a:pt x="0" y="519"/>
                    </a:cubicBezTo>
                    <a:cubicBezTo>
                      <a:pt x="0" y="816"/>
                      <a:pt x="247" y="1062"/>
                      <a:pt x="519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8" name="Google Shape;1738;p14"/>
              <p:cNvSpPr/>
              <p:nvPr/>
            </p:nvSpPr>
            <p:spPr>
              <a:xfrm>
                <a:off x="13053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6"/>
                      <a:pt x="247" y="1038"/>
                      <a:pt x="519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9" name="Google Shape;1739;p14"/>
              <p:cNvSpPr/>
              <p:nvPr/>
            </p:nvSpPr>
            <p:spPr>
              <a:xfrm>
                <a:off x="11800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815"/>
                      <a:pt x="223" y="1038"/>
                      <a:pt x="519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40" name="Google Shape;1740;p14"/>
              <p:cNvSpPr/>
              <p:nvPr/>
            </p:nvSpPr>
            <p:spPr>
              <a:xfrm>
                <a:off x="11800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791"/>
                      <a:pt x="223" y="1038"/>
                      <a:pt x="519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41" name="Google Shape;1741;p14"/>
              <p:cNvSpPr/>
              <p:nvPr/>
            </p:nvSpPr>
            <p:spPr>
              <a:xfrm>
                <a:off x="11800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0" y="247"/>
                      <a:pt x="0" y="519"/>
                    </a:cubicBezTo>
                    <a:cubicBezTo>
                      <a:pt x="0" y="815"/>
                      <a:pt x="223" y="1062"/>
                      <a:pt x="519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42" name="Google Shape;1742;p14"/>
              <p:cNvSpPr/>
              <p:nvPr/>
            </p:nvSpPr>
            <p:spPr>
              <a:xfrm>
                <a:off x="11800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0" y="223"/>
                      <a:pt x="0" y="519"/>
                    </a:cubicBezTo>
                    <a:cubicBezTo>
                      <a:pt x="0" y="815"/>
                      <a:pt x="223" y="1037"/>
                      <a:pt x="519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43" name="Google Shape;1743;p14"/>
              <p:cNvSpPr/>
              <p:nvPr/>
            </p:nvSpPr>
            <p:spPr>
              <a:xfrm>
                <a:off x="11800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0" y="223"/>
                      <a:pt x="0" y="519"/>
                    </a:cubicBezTo>
                    <a:cubicBezTo>
                      <a:pt x="0" y="790"/>
                      <a:pt x="223" y="1037"/>
                      <a:pt x="519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44" name="Google Shape;1744;p14"/>
              <p:cNvSpPr/>
              <p:nvPr/>
            </p:nvSpPr>
            <p:spPr>
              <a:xfrm>
                <a:off x="11800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0" y="248"/>
                      <a:pt x="0" y="519"/>
                    </a:cubicBezTo>
                    <a:cubicBezTo>
                      <a:pt x="0" y="816"/>
                      <a:pt x="223" y="1062"/>
                      <a:pt x="519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45" name="Google Shape;1745;p14"/>
              <p:cNvSpPr/>
              <p:nvPr/>
            </p:nvSpPr>
            <p:spPr>
              <a:xfrm>
                <a:off x="11800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816"/>
                      <a:pt x="223" y="1038"/>
                      <a:pt x="519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46" name="Google Shape;1746;p14"/>
              <p:cNvSpPr/>
              <p:nvPr/>
            </p:nvSpPr>
            <p:spPr>
              <a:xfrm>
                <a:off x="1054075" y="21785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5"/>
                      <a:pt x="248" y="1038"/>
                      <a:pt x="544" y="1038"/>
                    </a:cubicBezTo>
                    <a:cubicBezTo>
                      <a:pt x="816" y="1038"/>
                      <a:pt x="1062" y="815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47" name="Google Shape;1747;p14"/>
              <p:cNvSpPr/>
              <p:nvPr/>
            </p:nvSpPr>
            <p:spPr>
              <a:xfrm>
                <a:off x="1054075" y="23291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791"/>
                      <a:pt x="248" y="1038"/>
                      <a:pt x="544" y="1038"/>
                    </a:cubicBezTo>
                    <a:cubicBezTo>
                      <a:pt x="816" y="1038"/>
                      <a:pt x="1062" y="791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48" name="Google Shape;1748;p14"/>
              <p:cNvSpPr/>
              <p:nvPr/>
            </p:nvSpPr>
            <p:spPr>
              <a:xfrm>
                <a:off x="1054075" y="2479125"/>
                <a:ext cx="265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2" extrusionOk="0">
                    <a:moveTo>
                      <a:pt x="544" y="0"/>
                    </a:moveTo>
                    <a:cubicBezTo>
                      <a:pt x="248" y="0"/>
                      <a:pt x="1" y="247"/>
                      <a:pt x="1" y="519"/>
                    </a:cubicBezTo>
                    <a:cubicBezTo>
                      <a:pt x="1" y="815"/>
                      <a:pt x="248" y="1062"/>
                      <a:pt x="544" y="1062"/>
                    </a:cubicBezTo>
                    <a:cubicBezTo>
                      <a:pt x="816" y="1062"/>
                      <a:pt x="1062" y="815"/>
                      <a:pt x="1062" y="519"/>
                    </a:cubicBezTo>
                    <a:cubicBezTo>
                      <a:pt x="1062" y="247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49" name="Google Shape;1749;p14"/>
              <p:cNvSpPr/>
              <p:nvPr/>
            </p:nvSpPr>
            <p:spPr>
              <a:xfrm>
                <a:off x="1054075" y="26297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815"/>
                      <a:pt x="248" y="1037"/>
                      <a:pt x="544" y="1037"/>
                    </a:cubicBezTo>
                    <a:cubicBezTo>
                      <a:pt x="816" y="1037"/>
                      <a:pt x="1062" y="815"/>
                      <a:pt x="1062" y="519"/>
                    </a:cubicBezTo>
                    <a:cubicBezTo>
                      <a:pt x="1062" y="223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50" name="Google Shape;1750;p14"/>
              <p:cNvSpPr/>
              <p:nvPr/>
            </p:nvSpPr>
            <p:spPr>
              <a:xfrm>
                <a:off x="1054075" y="27803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790"/>
                      <a:pt x="248" y="1037"/>
                      <a:pt x="544" y="1037"/>
                    </a:cubicBezTo>
                    <a:cubicBezTo>
                      <a:pt x="816" y="1037"/>
                      <a:pt x="1062" y="790"/>
                      <a:pt x="1062" y="519"/>
                    </a:cubicBezTo>
                    <a:cubicBezTo>
                      <a:pt x="1062" y="223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51" name="Google Shape;1751;p14"/>
              <p:cNvSpPr/>
              <p:nvPr/>
            </p:nvSpPr>
            <p:spPr>
              <a:xfrm>
                <a:off x="1054075" y="2930300"/>
                <a:ext cx="2657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3" extrusionOk="0">
                    <a:moveTo>
                      <a:pt x="544" y="1"/>
                    </a:moveTo>
                    <a:cubicBezTo>
                      <a:pt x="248" y="1"/>
                      <a:pt x="1" y="248"/>
                      <a:pt x="1" y="519"/>
                    </a:cubicBezTo>
                    <a:cubicBezTo>
                      <a:pt x="1" y="816"/>
                      <a:pt x="248" y="1062"/>
                      <a:pt x="544" y="1062"/>
                    </a:cubicBezTo>
                    <a:cubicBezTo>
                      <a:pt x="816" y="1062"/>
                      <a:pt x="1062" y="816"/>
                      <a:pt x="1062" y="519"/>
                    </a:cubicBezTo>
                    <a:cubicBezTo>
                      <a:pt x="1062" y="248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52" name="Google Shape;1752;p14"/>
              <p:cNvSpPr/>
              <p:nvPr/>
            </p:nvSpPr>
            <p:spPr>
              <a:xfrm>
                <a:off x="1054075" y="3080900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6"/>
                      <a:pt x="248" y="1038"/>
                      <a:pt x="544" y="1038"/>
                    </a:cubicBezTo>
                    <a:cubicBezTo>
                      <a:pt x="816" y="1038"/>
                      <a:pt x="1062" y="816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753" name="Google Shape;1753;p14"/>
          <p:cNvGrpSpPr/>
          <p:nvPr/>
        </p:nvGrpSpPr>
        <p:grpSpPr>
          <a:xfrm>
            <a:off x="282400" y="3991925"/>
            <a:ext cx="861400" cy="885325"/>
            <a:chOff x="7920525" y="305450"/>
            <a:chExt cx="861400" cy="885325"/>
          </a:xfrm>
        </p:grpSpPr>
        <p:sp>
          <p:nvSpPr>
            <p:cNvPr id="1754" name="Google Shape;1754;p14"/>
            <p:cNvSpPr/>
            <p:nvPr/>
          </p:nvSpPr>
          <p:spPr>
            <a:xfrm>
              <a:off x="7920525" y="442275"/>
              <a:ext cx="748500" cy="7485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5" name="Google Shape;1755;p14"/>
            <p:cNvSpPr/>
            <p:nvPr/>
          </p:nvSpPr>
          <p:spPr>
            <a:xfrm>
              <a:off x="8331025" y="305450"/>
              <a:ext cx="450900" cy="450900"/>
            </a:xfrm>
            <a:prstGeom prst="ellipse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BLANK_5">
    <p:spTree>
      <p:nvGrpSpPr>
        <p:cNvPr id="1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p15"/>
          <p:cNvSpPr txBox="1">
            <a:spLocks noGrp="1"/>
          </p:cNvSpPr>
          <p:nvPr>
            <p:ph type="body" idx="1"/>
          </p:nvPr>
        </p:nvSpPr>
        <p:spPr>
          <a:xfrm>
            <a:off x="713100" y="1392150"/>
            <a:ext cx="3784800" cy="25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58" name="Google Shape;1758;p15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59" name="Google Shape;1759;p15"/>
          <p:cNvSpPr txBox="1">
            <a:spLocks noGrp="1"/>
          </p:cNvSpPr>
          <p:nvPr>
            <p:ph type="body" idx="2"/>
          </p:nvPr>
        </p:nvSpPr>
        <p:spPr>
          <a:xfrm>
            <a:off x="4646100" y="1392150"/>
            <a:ext cx="3784800" cy="25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760" name="Google Shape;1760;p15"/>
          <p:cNvGrpSpPr/>
          <p:nvPr/>
        </p:nvGrpSpPr>
        <p:grpSpPr>
          <a:xfrm>
            <a:off x="8105575" y="162299"/>
            <a:ext cx="893400" cy="885575"/>
            <a:chOff x="7775625" y="442275"/>
            <a:chExt cx="893400" cy="885575"/>
          </a:xfrm>
        </p:grpSpPr>
        <p:sp>
          <p:nvSpPr>
            <p:cNvPr id="1761" name="Google Shape;1761;p15"/>
            <p:cNvSpPr/>
            <p:nvPr/>
          </p:nvSpPr>
          <p:spPr>
            <a:xfrm>
              <a:off x="7920525" y="442275"/>
              <a:ext cx="748500" cy="7485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2" name="Google Shape;1762;p15"/>
            <p:cNvSpPr/>
            <p:nvPr/>
          </p:nvSpPr>
          <p:spPr>
            <a:xfrm>
              <a:off x="7775625" y="876950"/>
              <a:ext cx="450900" cy="450900"/>
            </a:xfrm>
            <a:prstGeom prst="ellipse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63" name="Google Shape;1763;p15"/>
          <p:cNvGrpSpPr/>
          <p:nvPr/>
        </p:nvGrpSpPr>
        <p:grpSpPr>
          <a:xfrm>
            <a:off x="-514979" y="4342680"/>
            <a:ext cx="1665379" cy="1378500"/>
            <a:chOff x="-514979" y="4342680"/>
            <a:chExt cx="1665379" cy="1378500"/>
          </a:xfrm>
        </p:grpSpPr>
        <p:sp>
          <p:nvSpPr>
            <p:cNvPr id="1764" name="Google Shape;1764;p15"/>
            <p:cNvSpPr/>
            <p:nvPr/>
          </p:nvSpPr>
          <p:spPr>
            <a:xfrm>
              <a:off x="-514979" y="4342680"/>
              <a:ext cx="1378500" cy="1378500"/>
            </a:xfrm>
            <a:prstGeom prst="donut">
              <a:avLst>
                <a:gd name="adj" fmla="val 29191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5" name="Google Shape;1765;p15"/>
            <p:cNvSpPr/>
            <p:nvPr/>
          </p:nvSpPr>
          <p:spPr>
            <a:xfrm>
              <a:off x="624200" y="4668500"/>
              <a:ext cx="526200" cy="5262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66" name="Google Shape;1766;p15"/>
          <p:cNvGrpSpPr/>
          <p:nvPr/>
        </p:nvGrpSpPr>
        <p:grpSpPr>
          <a:xfrm rot="-5400000">
            <a:off x="8139400" y="3617133"/>
            <a:ext cx="1646456" cy="754740"/>
            <a:chOff x="5071203" y="4398918"/>
            <a:chExt cx="1646456" cy="754740"/>
          </a:xfrm>
        </p:grpSpPr>
        <p:sp>
          <p:nvSpPr>
            <p:cNvPr id="1767" name="Google Shape;1767;p15"/>
            <p:cNvSpPr/>
            <p:nvPr/>
          </p:nvSpPr>
          <p:spPr>
            <a:xfrm>
              <a:off x="5071203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8" name="Google Shape;1768;p15"/>
            <p:cNvSpPr/>
            <p:nvPr/>
          </p:nvSpPr>
          <p:spPr>
            <a:xfrm>
              <a:off x="518670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9" name="Google Shape;1769;p15"/>
            <p:cNvSpPr/>
            <p:nvPr/>
          </p:nvSpPr>
          <p:spPr>
            <a:xfrm>
              <a:off x="5302521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0" name="Google Shape;1770;p15"/>
            <p:cNvSpPr/>
            <p:nvPr/>
          </p:nvSpPr>
          <p:spPr>
            <a:xfrm>
              <a:off x="5418334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1" name="Google Shape;1771;p15"/>
            <p:cNvSpPr/>
            <p:nvPr/>
          </p:nvSpPr>
          <p:spPr>
            <a:xfrm>
              <a:off x="5534146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2" name="Google Shape;1772;p15"/>
            <p:cNvSpPr/>
            <p:nvPr/>
          </p:nvSpPr>
          <p:spPr>
            <a:xfrm>
              <a:off x="5649652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3" name="Google Shape;1773;p15"/>
            <p:cNvSpPr/>
            <p:nvPr/>
          </p:nvSpPr>
          <p:spPr>
            <a:xfrm>
              <a:off x="5765465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4" name="Google Shape;1774;p15"/>
            <p:cNvSpPr/>
            <p:nvPr/>
          </p:nvSpPr>
          <p:spPr>
            <a:xfrm>
              <a:off x="5071203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8"/>
                    <a:pt x="1062" y="2148"/>
                  </a:cubicBezTo>
                  <a:cubicBezTo>
                    <a:pt x="1655" y="2148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5" name="Google Shape;1775;p15"/>
            <p:cNvSpPr/>
            <p:nvPr/>
          </p:nvSpPr>
          <p:spPr>
            <a:xfrm>
              <a:off x="5302521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94" y="2148"/>
                    <a:pt x="1087" y="2148"/>
                  </a:cubicBezTo>
                  <a:cubicBezTo>
                    <a:pt x="1679" y="2148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6" name="Google Shape;1776;p15"/>
            <p:cNvSpPr/>
            <p:nvPr/>
          </p:nvSpPr>
          <p:spPr>
            <a:xfrm>
              <a:off x="5534146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55" y="2148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7" name="Google Shape;1777;p15"/>
            <p:cNvSpPr/>
            <p:nvPr/>
          </p:nvSpPr>
          <p:spPr>
            <a:xfrm>
              <a:off x="5765465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8"/>
                    <a:pt x="1087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8" name="Google Shape;1778;p15"/>
            <p:cNvSpPr/>
            <p:nvPr/>
          </p:nvSpPr>
          <p:spPr>
            <a:xfrm>
              <a:off x="5071203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2" y="2148"/>
                  </a:cubicBezTo>
                  <a:cubicBezTo>
                    <a:pt x="1655" y="2148"/>
                    <a:pt x="2149" y="1654"/>
                    <a:pt x="2149" y="1062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9" name="Google Shape;1779;p15"/>
            <p:cNvSpPr/>
            <p:nvPr/>
          </p:nvSpPr>
          <p:spPr>
            <a:xfrm>
              <a:off x="518670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62"/>
                  </a:cubicBezTo>
                  <a:cubicBezTo>
                    <a:pt x="1" y="1654"/>
                    <a:pt x="495" y="2148"/>
                    <a:pt x="1087" y="2148"/>
                  </a:cubicBezTo>
                  <a:cubicBezTo>
                    <a:pt x="1680" y="2148"/>
                    <a:pt x="2149" y="1654"/>
                    <a:pt x="2149" y="1062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0" name="Google Shape;1780;p15"/>
            <p:cNvSpPr/>
            <p:nvPr/>
          </p:nvSpPr>
          <p:spPr>
            <a:xfrm>
              <a:off x="5302521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9" y="1654"/>
                    <a:pt x="2149" y="1062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1" name="Google Shape;1781;p15"/>
            <p:cNvSpPr/>
            <p:nvPr/>
          </p:nvSpPr>
          <p:spPr>
            <a:xfrm>
              <a:off x="5418334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2" name="Google Shape;1782;p15"/>
            <p:cNvSpPr/>
            <p:nvPr/>
          </p:nvSpPr>
          <p:spPr>
            <a:xfrm>
              <a:off x="5534146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3" name="Google Shape;1783;p15"/>
            <p:cNvSpPr/>
            <p:nvPr/>
          </p:nvSpPr>
          <p:spPr>
            <a:xfrm>
              <a:off x="5649652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4" name="Google Shape;1784;p15"/>
            <p:cNvSpPr/>
            <p:nvPr/>
          </p:nvSpPr>
          <p:spPr>
            <a:xfrm>
              <a:off x="5765465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5" name="Google Shape;1785;p15"/>
            <p:cNvSpPr/>
            <p:nvPr/>
          </p:nvSpPr>
          <p:spPr>
            <a:xfrm>
              <a:off x="5071203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2" y="2149"/>
                  </a:cubicBezTo>
                  <a:cubicBezTo>
                    <a:pt x="1655" y="2149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6" name="Google Shape;1786;p15"/>
            <p:cNvSpPr/>
            <p:nvPr/>
          </p:nvSpPr>
          <p:spPr>
            <a:xfrm>
              <a:off x="5302521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87" y="2149"/>
                  </a:cubicBezTo>
                  <a:cubicBezTo>
                    <a:pt x="1679" y="2149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7" name="Google Shape;1787;p15"/>
            <p:cNvSpPr/>
            <p:nvPr/>
          </p:nvSpPr>
          <p:spPr>
            <a:xfrm>
              <a:off x="5534146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5" y="2149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8" name="Google Shape;1788;p15"/>
            <p:cNvSpPr/>
            <p:nvPr/>
          </p:nvSpPr>
          <p:spPr>
            <a:xfrm>
              <a:off x="5765465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9"/>
                    <a:pt x="1087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9" name="Google Shape;1789;p15"/>
            <p:cNvSpPr/>
            <p:nvPr/>
          </p:nvSpPr>
          <p:spPr>
            <a:xfrm>
              <a:off x="5071203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0" name="Google Shape;1790;p15"/>
            <p:cNvSpPr/>
            <p:nvPr/>
          </p:nvSpPr>
          <p:spPr>
            <a:xfrm>
              <a:off x="518670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1" name="Google Shape;1791;p15"/>
            <p:cNvSpPr/>
            <p:nvPr/>
          </p:nvSpPr>
          <p:spPr>
            <a:xfrm>
              <a:off x="5302521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2" name="Google Shape;1792;p15"/>
            <p:cNvSpPr/>
            <p:nvPr/>
          </p:nvSpPr>
          <p:spPr>
            <a:xfrm>
              <a:off x="5418334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3" name="Google Shape;1793;p15"/>
            <p:cNvSpPr/>
            <p:nvPr/>
          </p:nvSpPr>
          <p:spPr>
            <a:xfrm>
              <a:off x="5534146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4" name="Google Shape;1794;p15"/>
            <p:cNvSpPr/>
            <p:nvPr/>
          </p:nvSpPr>
          <p:spPr>
            <a:xfrm>
              <a:off x="5649652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5" name="Google Shape;1795;p15"/>
            <p:cNvSpPr/>
            <p:nvPr/>
          </p:nvSpPr>
          <p:spPr>
            <a:xfrm>
              <a:off x="5765465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6" name="Google Shape;1796;p15"/>
            <p:cNvSpPr/>
            <p:nvPr/>
          </p:nvSpPr>
          <p:spPr>
            <a:xfrm>
              <a:off x="5071203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2" y="2149"/>
                  </a:cubicBezTo>
                  <a:cubicBezTo>
                    <a:pt x="1655" y="2149"/>
                    <a:pt x="2149" y="1680"/>
                    <a:pt x="2149" y="1087"/>
                  </a:cubicBezTo>
                  <a:cubicBezTo>
                    <a:pt x="2149" y="495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7" name="Google Shape;1797;p15"/>
            <p:cNvSpPr/>
            <p:nvPr/>
          </p:nvSpPr>
          <p:spPr>
            <a:xfrm>
              <a:off x="5302521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94" y="2149"/>
                    <a:pt x="1087" y="2149"/>
                  </a:cubicBezTo>
                  <a:cubicBezTo>
                    <a:pt x="1679" y="2149"/>
                    <a:pt x="2149" y="1680"/>
                    <a:pt x="2149" y="1087"/>
                  </a:cubicBezTo>
                  <a:cubicBezTo>
                    <a:pt x="2149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8" name="Google Shape;1798;p15"/>
            <p:cNvSpPr/>
            <p:nvPr/>
          </p:nvSpPr>
          <p:spPr>
            <a:xfrm>
              <a:off x="5534146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5" y="2149"/>
                    <a:pt x="2148" y="1680"/>
                    <a:pt x="2148" y="1087"/>
                  </a:cubicBezTo>
                  <a:cubicBezTo>
                    <a:pt x="2148" y="495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9" name="Google Shape;1799;p15"/>
            <p:cNvSpPr/>
            <p:nvPr/>
          </p:nvSpPr>
          <p:spPr>
            <a:xfrm>
              <a:off x="5765465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95"/>
                    <a:pt x="0" y="1087"/>
                  </a:cubicBezTo>
                  <a:cubicBezTo>
                    <a:pt x="0" y="1680"/>
                    <a:pt x="470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0" name="Google Shape;1800;p15"/>
            <p:cNvSpPr/>
            <p:nvPr/>
          </p:nvSpPr>
          <p:spPr>
            <a:xfrm>
              <a:off x="5071203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2" y="2346"/>
                  </a:cubicBezTo>
                  <a:cubicBezTo>
                    <a:pt x="1655" y="2346"/>
                    <a:pt x="2149" y="1852"/>
                    <a:pt x="2149" y="1259"/>
                  </a:cubicBezTo>
                  <a:cubicBezTo>
                    <a:pt x="2149" y="1235"/>
                    <a:pt x="2124" y="1210"/>
                    <a:pt x="2124" y="1161"/>
                  </a:cubicBezTo>
                  <a:cubicBezTo>
                    <a:pt x="2124" y="1136"/>
                    <a:pt x="2149" y="1111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1" name="Google Shape;1801;p15"/>
            <p:cNvSpPr/>
            <p:nvPr/>
          </p:nvSpPr>
          <p:spPr>
            <a:xfrm>
              <a:off x="518670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5" y="2346"/>
                    <a:pt x="1087" y="2346"/>
                  </a:cubicBezTo>
                  <a:cubicBezTo>
                    <a:pt x="1680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2" name="Google Shape;1802;p15"/>
            <p:cNvSpPr/>
            <p:nvPr/>
          </p:nvSpPr>
          <p:spPr>
            <a:xfrm>
              <a:off x="5302521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87" y="2346"/>
                  </a:cubicBezTo>
                  <a:cubicBezTo>
                    <a:pt x="1679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3" name="Google Shape;1803;p15"/>
            <p:cNvSpPr/>
            <p:nvPr/>
          </p:nvSpPr>
          <p:spPr>
            <a:xfrm>
              <a:off x="5418334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4" name="Google Shape;1804;p15"/>
            <p:cNvSpPr/>
            <p:nvPr/>
          </p:nvSpPr>
          <p:spPr>
            <a:xfrm>
              <a:off x="5534146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5" name="Google Shape;1805;p15"/>
            <p:cNvSpPr/>
            <p:nvPr/>
          </p:nvSpPr>
          <p:spPr>
            <a:xfrm>
              <a:off x="5649652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6" name="Google Shape;1806;p15"/>
            <p:cNvSpPr/>
            <p:nvPr/>
          </p:nvSpPr>
          <p:spPr>
            <a:xfrm>
              <a:off x="5765465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7" name="Google Shape;1807;p15"/>
            <p:cNvSpPr/>
            <p:nvPr/>
          </p:nvSpPr>
          <p:spPr>
            <a:xfrm>
              <a:off x="6691351" y="5124926"/>
              <a:ext cx="26308" cy="28733"/>
            </a:xfrm>
            <a:custGeom>
              <a:avLst/>
              <a:gdLst/>
              <a:ahLst/>
              <a:cxnLst/>
              <a:rect l="l" t="t" r="r" b="b"/>
              <a:pathLst>
                <a:path w="2148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8" name="Google Shape;1808;p15"/>
            <p:cNvSpPr/>
            <p:nvPr/>
          </p:nvSpPr>
          <p:spPr>
            <a:xfrm>
              <a:off x="657553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6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9" name="Google Shape;1809;p15"/>
            <p:cNvSpPr/>
            <p:nvPr/>
          </p:nvSpPr>
          <p:spPr>
            <a:xfrm>
              <a:off x="6460020" y="5124926"/>
              <a:ext cx="26026" cy="28733"/>
            </a:xfrm>
            <a:custGeom>
              <a:avLst/>
              <a:gdLst/>
              <a:ahLst/>
              <a:cxnLst/>
              <a:rect l="l" t="t" r="r" b="b"/>
              <a:pathLst>
                <a:path w="2125" h="2346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3" y="2346"/>
                  </a:cubicBezTo>
                  <a:cubicBezTo>
                    <a:pt x="1655" y="2346"/>
                    <a:pt x="2124" y="1852"/>
                    <a:pt x="2124" y="1259"/>
                  </a:cubicBezTo>
                  <a:cubicBezTo>
                    <a:pt x="2124" y="1235"/>
                    <a:pt x="2124" y="1210"/>
                    <a:pt x="2124" y="1161"/>
                  </a:cubicBezTo>
                  <a:cubicBezTo>
                    <a:pt x="2124" y="1136"/>
                    <a:pt x="2124" y="1111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0" name="Google Shape;1810;p15"/>
            <p:cNvSpPr/>
            <p:nvPr/>
          </p:nvSpPr>
          <p:spPr>
            <a:xfrm>
              <a:off x="6344220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3" y="1210"/>
                    <a:pt x="2123" y="1161"/>
                  </a:cubicBezTo>
                  <a:cubicBezTo>
                    <a:pt x="2123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1" name="Google Shape;1811;p15"/>
            <p:cNvSpPr/>
            <p:nvPr/>
          </p:nvSpPr>
          <p:spPr>
            <a:xfrm>
              <a:off x="6228408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2" name="Google Shape;1812;p15"/>
            <p:cNvSpPr/>
            <p:nvPr/>
          </p:nvSpPr>
          <p:spPr>
            <a:xfrm>
              <a:off x="6112595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3" name="Google Shape;1813;p15"/>
            <p:cNvSpPr/>
            <p:nvPr/>
          </p:nvSpPr>
          <p:spPr>
            <a:xfrm>
              <a:off x="599708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23" y="1852"/>
                    <a:pt x="2123" y="1259"/>
                  </a:cubicBezTo>
                  <a:cubicBezTo>
                    <a:pt x="2123" y="1235"/>
                    <a:pt x="2123" y="1210"/>
                    <a:pt x="2123" y="1161"/>
                  </a:cubicBezTo>
                  <a:cubicBezTo>
                    <a:pt x="2123" y="1136"/>
                    <a:pt x="2123" y="1111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4" name="Google Shape;1814;p15"/>
            <p:cNvSpPr/>
            <p:nvPr/>
          </p:nvSpPr>
          <p:spPr>
            <a:xfrm>
              <a:off x="5881277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5" name="Google Shape;1815;p15"/>
            <p:cNvSpPr/>
            <p:nvPr/>
          </p:nvSpPr>
          <p:spPr>
            <a:xfrm>
              <a:off x="6691351" y="50039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6" name="Google Shape;1816;p15"/>
            <p:cNvSpPr/>
            <p:nvPr/>
          </p:nvSpPr>
          <p:spPr>
            <a:xfrm>
              <a:off x="6460020" y="50039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3" y="2149"/>
                  </a:cubicBezTo>
                  <a:cubicBezTo>
                    <a:pt x="1655" y="2149"/>
                    <a:pt x="2124" y="1680"/>
                    <a:pt x="2124" y="1087"/>
                  </a:cubicBezTo>
                  <a:cubicBezTo>
                    <a:pt x="2124" y="495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7" name="Google Shape;1817;p15"/>
            <p:cNvSpPr/>
            <p:nvPr/>
          </p:nvSpPr>
          <p:spPr>
            <a:xfrm>
              <a:off x="6228408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8" name="Google Shape;1818;p15"/>
            <p:cNvSpPr/>
            <p:nvPr/>
          </p:nvSpPr>
          <p:spPr>
            <a:xfrm>
              <a:off x="5997089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4" y="2149"/>
                    <a:pt x="2148" y="1680"/>
                    <a:pt x="2148" y="1087"/>
                  </a:cubicBezTo>
                  <a:cubicBezTo>
                    <a:pt x="2148" y="495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9" name="Google Shape;1819;p15"/>
            <p:cNvSpPr/>
            <p:nvPr/>
          </p:nvSpPr>
          <p:spPr>
            <a:xfrm>
              <a:off x="6691351" y="4883025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0" name="Google Shape;1820;p15"/>
            <p:cNvSpPr/>
            <p:nvPr/>
          </p:nvSpPr>
          <p:spPr>
            <a:xfrm>
              <a:off x="657553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1" name="Google Shape;1821;p15"/>
            <p:cNvSpPr/>
            <p:nvPr/>
          </p:nvSpPr>
          <p:spPr>
            <a:xfrm>
              <a:off x="6460020" y="488302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2" name="Google Shape;1822;p15"/>
            <p:cNvSpPr/>
            <p:nvPr/>
          </p:nvSpPr>
          <p:spPr>
            <a:xfrm>
              <a:off x="6344220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3" name="Google Shape;1823;p15"/>
            <p:cNvSpPr/>
            <p:nvPr/>
          </p:nvSpPr>
          <p:spPr>
            <a:xfrm>
              <a:off x="6228408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4" name="Google Shape;1824;p15"/>
            <p:cNvSpPr/>
            <p:nvPr/>
          </p:nvSpPr>
          <p:spPr>
            <a:xfrm>
              <a:off x="6112595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5" name="Google Shape;1825;p15"/>
            <p:cNvSpPr/>
            <p:nvPr/>
          </p:nvSpPr>
          <p:spPr>
            <a:xfrm>
              <a:off x="599708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6" name="Google Shape;1826;p15"/>
            <p:cNvSpPr/>
            <p:nvPr/>
          </p:nvSpPr>
          <p:spPr>
            <a:xfrm>
              <a:off x="5881277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7" name="Google Shape;1827;p15"/>
            <p:cNvSpPr/>
            <p:nvPr/>
          </p:nvSpPr>
          <p:spPr>
            <a:xfrm>
              <a:off x="6691351" y="47620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8" name="Google Shape;1828;p15"/>
            <p:cNvSpPr/>
            <p:nvPr/>
          </p:nvSpPr>
          <p:spPr>
            <a:xfrm>
              <a:off x="6460020" y="47620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3" y="2149"/>
                  </a:cubicBezTo>
                  <a:cubicBezTo>
                    <a:pt x="1655" y="2149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9" name="Google Shape;1829;p15"/>
            <p:cNvSpPr/>
            <p:nvPr/>
          </p:nvSpPr>
          <p:spPr>
            <a:xfrm>
              <a:off x="6227195" y="4762143"/>
              <a:ext cx="28733" cy="26173"/>
            </a:xfrm>
            <a:custGeom>
              <a:avLst/>
              <a:gdLst/>
              <a:ahLst/>
              <a:cxnLst/>
              <a:rect l="l" t="t" r="r" b="b"/>
              <a:pathLst>
                <a:path w="2346" h="2137" extrusionOk="0">
                  <a:moveTo>
                    <a:pt x="1173" y="1"/>
                  </a:moveTo>
                  <a:cubicBezTo>
                    <a:pt x="902" y="1"/>
                    <a:pt x="630" y="106"/>
                    <a:pt x="420" y="316"/>
                  </a:cubicBezTo>
                  <a:cubicBezTo>
                    <a:pt x="0" y="735"/>
                    <a:pt x="0" y="1402"/>
                    <a:pt x="420" y="1822"/>
                  </a:cubicBezTo>
                  <a:cubicBezTo>
                    <a:pt x="630" y="2031"/>
                    <a:pt x="902" y="2136"/>
                    <a:pt x="1173" y="2136"/>
                  </a:cubicBezTo>
                  <a:cubicBezTo>
                    <a:pt x="1445" y="2136"/>
                    <a:pt x="1716" y="2031"/>
                    <a:pt x="1926" y="1822"/>
                  </a:cubicBezTo>
                  <a:cubicBezTo>
                    <a:pt x="2346" y="1402"/>
                    <a:pt x="2346" y="735"/>
                    <a:pt x="1926" y="316"/>
                  </a:cubicBezTo>
                  <a:cubicBezTo>
                    <a:pt x="1716" y="106"/>
                    <a:pt x="1445" y="1"/>
                    <a:pt x="117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0" name="Google Shape;1830;p15"/>
            <p:cNvSpPr/>
            <p:nvPr/>
          </p:nvSpPr>
          <p:spPr>
            <a:xfrm>
              <a:off x="5997089" y="4762069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4" y="2149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1" name="Google Shape;1831;p15"/>
            <p:cNvSpPr/>
            <p:nvPr/>
          </p:nvSpPr>
          <p:spPr>
            <a:xfrm>
              <a:off x="6691351" y="4641125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2" name="Google Shape;1832;p15"/>
            <p:cNvSpPr/>
            <p:nvPr/>
          </p:nvSpPr>
          <p:spPr>
            <a:xfrm>
              <a:off x="657553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6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3" name="Google Shape;1833;p15"/>
            <p:cNvSpPr/>
            <p:nvPr/>
          </p:nvSpPr>
          <p:spPr>
            <a:xfrm>
              <a:off x="6460020" y="464112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3" y="2148"/>
                  </a:cubicBezTo>
                  <a:cubicBezTo>
                    <a:pt x="1655" y="2148"/>
                    <a:pt x="2124" y="1654"/>
                    <a:pt x="2124" y="1062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4" name="Google Shape;1834;p15"/>
            <p:cNvSpPr/>
            <p:nvPr/>
          </p:nvSpPr>
          <p:spPr>
            <a:xfrm>
              <a:off x="6344220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5" name="Google Shape;1835;p15"/>
            <p:cNvSpPr/>
            <p:nvPr/>
          </p:nvSpPr>
          <p:spPr>
            <a:xfrm>
              <a:off x="6228408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6" name="Google Shape;1836;p15"/>
            <p:cNvSpPr/>
            <p:nvPr/>
          </p:nvSpPr>
          <p:spPr>
            <a:xfrm>
              <a:off x="6112595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7" name="Google Shape;1837;p15"/>
            <p:cNvSpPr/>
            <p:nvPr/>
          </p:nvSpPr>
          <p:spPr>
            <a:xfrm>
              <a:off x="599708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8" name="Google Shape;1838;p15"/>
            <p:cNvSpPr/>
            <p:nvPr/>
          </p:nvSpPr>
          <p:spPr>
            <a:xfrm>
              <a:off x="5881277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9" name="Google Shape;1839;p15"/>
            <p:cNvSpPr/>
            <p:nvPr/>
          </p:nvSpPr>
          <p:spPr>
            <a:xfrm>
              <a:off x="6691351" y="45201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0" name="Google Shape;1840;p15"/>
            <p:cNvSpPr/>
            <p:nvPr/>
          </p:nvSpPr>
          <p:spPr>
            <a:xfrm>
              <a:off x="6460020" y="45201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8"/>
                    <a:pt x="1063" y="2148"/>
                  </a:cubicBezTo>
                  <a:cubicBezTo>
                    <a:pt x="1655" y="2148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1" name="Google Shape;1841;p15"/>
            <p:cNvSpPr/>
            <p:nvPr/>
          </p:nvSpPr>
          <p:spPr>
            <a:xfrm>
              <a:off x="6228408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87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2" name="Google Shape;1842;p15"/>
            <p:cNvSpPr/>
            <p:nvPr/>
          </p:nvSpPr>
          <p:spPr>
            <a:xfrm>
              <a:off x="5997089" y="4520169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54" y="2148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3" name="Google Shape;1843;p15"/>
            <p:cNvSpPr/>
            <p:nvPr/>
          </p:nvSpPr>
          <p:spPr>
            <a:xfrm>
              <a:off x="6691351" y="4398918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4" name="Google Shape;1844;p15"/>
            <p:cNvSpPr/>
            <p:nvPr/>
          </p:nvSpPr>
          <p:spPr>
            <a:xfrm>
              <a:off x="657553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5" name="Google Shape;1845;p15"/>
            <p:cNvSpPr/>
            <p:nvPr/>
          </p:nvSpPr>
          <p:spPr>
            <a:xfrm>
              <a:off x="6460020" y="4398918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6" name="Google Shape;1846;p15"/>
            <p:cNvSpPr/>
            <p:nvPr/>
          </p:nvSpPr>
          <p:spPr>
            <a:xfrm>
              <a:off x="6344220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7" name="Google Shape;1847;p15"/>
            <p:cNvSpPr/>
            <p:nvPr/>
          </p:nvSpPr>
          <p:spPr>
            <a:xfrm>
              <a:off x="6228408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8" name="Google Shape;1848;p15"/>
            <p:cNvSpPr/>
            <p:nvPr/>
          </p:nvSpPr>
          <p:spPr>
            <a:xfrm>
              <a:off x="6112595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9" name="Google Shape;1849;p15"/>
            <p:cNvSpPr/>
            <p:nvPr/>
          </p:nvSpPr>
          <p:spPr>
            <a:xfrm>
              <a:off x="599708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0" name="Google Shape;1850;p15"/>
            <p:cNvSpPr/>
            <p:nvPr/>
          </p:nvSpPr>
          <p:spPr>
            <a:xfrm>
              <a:off x="5881277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BLANK_12">
    <p:spTree>
      <p:nvGrpSpPr>
        <p:cNvPr id="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16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448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53" name="Google Shape;1853;p16"/>
          <p:cNvSpPr txBox="1">
            <a:spLocks noGrp="1"/>
          </p:cNvSpPr>
          <p:nvPr>
            <p:ph type="subTitle" idx="1"/>
          </p:nvPr>
        </p:nvSpPr>
        <p:spPr>
          <a:xfrm>
            <a:off x="2208725" y="1622323"/>
            <a:ext cx="2841300" cy="4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54" name="Google Shape;1854;p16"/>
          <p:cNvSpPr txBox="1">
            <a:spLocks noGrp="1"/>
          </p:cNvSpPr>
          <p:nvPr>
            <p:ph type="subTitle" idx="2"/>
          </p:nvPr>
        </p:nvSpPr>
        <p:spPr>
          <a:xfrm>
            <a:off x="2208725" y="2102323"/>
            <a:ext cx="2841300" cy="7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5" name="Google Shape;1855;p16"/>
          <p:cNvSpPr txBox="1">
            <a:spLocks noGrp="1"/>
          </p:cNvSpPr>
          <p:nvPr>
            <p:ph type="subTitle" idx="3"/>
          </p:nvPr>
        </p:nvSpPr>
        <p:spPr>
          <a:xfrm>
            <a:off x="2208725" y="3052175"/>
            <a:ext cx="2841300" cy="4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56" name="Google Shape;1856;p16"/>
          <p:cNvSpPr txBox="1">
            <a:spLocks noGrp="1"/>
          </p:cNvSpPr>
          <p:nvPr>
            <p:ph type="subTitle" idx="4"/>
          </p:nvPr>
        </p:nvSpPr>
        <p:spPr>
          <a:xfrm>
            <a:off x="2208725" y="3532175"/>
            <a:ext cx="2841300" cy="7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57" name="Google Shape;1857;p16"/>
          <p:cNvGrpSpPr/>
          <p:nvPr/>
        </p:nvGrpSpPr>
        <p:grpSpPr>
          <a:xfrm rot="-5400000">
            <a:off x="-661023" y="125583"/>
            <a:ext cx="1646456" cy="754740"/>
            <a:chOff x="5071203" y="4398918"/>
            <a:chExt cx="1646456" cy="754740"/>
          </a:xfrm>
        </p:grpSpPr>
        <p:sp>
          <p:nvSpPr>
            <p:cNvPr id="1858" name="Google Shape;1858;p16"/>
            <p:cNvSpPr/>
            <p:nvPr/>
          </p:nvSpPr>
          <p:spPr>
            <a:xfrm>
              <a:off x="5071203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9" name="Google Shape;1859;p16"/>
            <p:cNvSpPr/>
            <p:nvPr/>
          </p:nvSpPr>
          <p:spPr>
            <a:xfrm>
              <a:off x="518670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0" name="Google Shape;1860;p16"/>
            <p:cNvSpPr/>
            <p:nvPr/>
          </p:nvSpPr>
          <p:spPr>
            <a:xfrm>
              <a:off x="5302521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1" name="Google Shape;1861;p16"/>
            <p:cNvSpPr/>
            <p:nvPr/>
          </p:nvSpPr>
          <p:spPr>
            <a:xfrm>
              <a:off x="5418334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2" name="Google Shape;1862;p16"/>
            <p:cNvSpPr/>
            <p:nvPr/>
          </p:nvSpPr>
          <p:spPr>
            <a:xfrm>
              <a:off x="5534146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3" name="Google Shape;1863;p16"/>
            <p:cNvSpPr/>
            <p:nvPr/>
          </p:nvSpPr>
          <p:spPr>
            <a:xfrm>
              <a:off x="5649652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4" name="Google Shape;1864;p16"/>
            <p:cNvSpPr/>
            <p:nvPr/>
          </p:nvSpPr>
          <p:spPr>
            <a:xfrm>
              <a:off x="5765465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5" name="Google Shape;1865;p16"/>
            <p:cNvSpPr/>
            <p:nvPr/>
          </p:nvSpPr>
          <p:spPr>
            <a:xfrm>
              <a:off x="5071203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8"/>
                    <a:pt x="1062" y="2148"/>
                  </a:cubicBezTo>
                  <a:cubicBezTo>
                    <a:pt x="1655" y="2148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6" name="Google Shape;1866;p16"/>
            <p:cNvSpPr/>
            <p:nvPr/>
          </p:nvSpPr>
          <p:spPr>
            <a:xfrm>
              <a:off x="5302521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94" y="2148"/>
                    <a:pt x="1087" y="2148"/>
                  </a:cubicBezTo>
                  <a:cubicBezTo>
                    <a:pt x="1679" y="2148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7" name="Google Shape;1867;p16"/>
            <p:cNvSpPr/>
            <p:nvPr/>
          </p:nvSpPr>
          <p:spPr>
            <a:xfrm>
              <a:off x="5534146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55" y="2148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8" name="Google Shape;1868;p16"/>
            <p:cNvSpPr/>
            <p:nvPr/>
          </p:nvSpPr>
          <p:spPr>
            <a:xfrm>
              <a:off x="5765465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8"/>
                    <a:pt x="1087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9" name="Google Shape;1869;p16"/>
            <p:cNvSpPr/>
            <p:nvPr/>
          </p:nvSpPr>
          <p:spPr>
            <a:xfrm>
              <a:off x="5071203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2" y="2148"/>
                  </a:cubicBezTo>
                  <a:cubicBezTo>
                    <a:pt x="1655" y="2148"/>
                    <a:pt x="2149" y="1654"/>
                    <a:pt x="2149" y="1062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0" name="Google Shape;1870;p16"/>
            <p:cNvSpPr/>
            <p:nvPr/>
          </p:nvSpPr>
          <p:spPr>
            <a:xfrm>
              <a:off x="518670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62"/>
                  </a:cubicBezTo>
                  <a:cubicBezTo>
                    <a:pt x="1" y="1654"/>
                    <a:pt x="495" y="2148"/>
                    <a:pt x="1087" y="2148"/>
                  </a:cubicBezTo>
                  <a:cubicBezTo>
                    <a:pt x="1680" y="2148"/>
                    <a:pt x="2149" y="1654"/>
                    <a:pt x="2149" y="1062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1" name="Google Shape;1871;p16"/>
            <p:cNvSpPr/>
            <p:nvPr/>
          </p:nvSpPr>
          <p:spPr>
            <a:xfrm>
              <a:off x="5302521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9" y="1654"/>
                    <a:pt x="2149" y="1062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2" name="Google Shape;1872;p16"/>
            <p:cNvSpPr/>
            <p:nvPr/>
          </p:nvSpPr>
          <p:spPr>
            <a:xfrm>
              <a:off x="5418334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3" name="Google Shape;1873;p16"/>
            <p:cNvSpPr/>
            <p:nvPr/>
          </p:nvSpPr>
          <p:spPr>
            <a:xfrm>
              <a:off x="5534146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4" name="Google Shape;1874;p16"/>
            <p:cNvSpPr/>
            <p:nvPr/>
          </p:nvSpPr>
          <p:spPr>
            <a:xfrm>
              <a:off x="5649652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5" name="Google Shape;1875;p16"/>
            <p:cNvSpPr/>
            <p:nvPr/>
          </p:nvSpPr>
          <p:spPr>
            <a:xfrm>
              <a:off x="5765465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6" name="Google Shape;1876;p16"/>
            <p:cNvSpPr/>
            <p:nvPr/>
          </p:nvSpPr>
          <p:spPr>
            <a:xfrm>
              <a:off x="5071203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2" y="2149"/>
                  </a:cubicBezTo>
                  <a:cubicBezTo>
                    <a:pt x="1655" y="2149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7" name="Google Shape;1877;p16"/>
            <p:cNvSpPr/>
            <p:nvPr/>
          </p:nvSpPr>
          <p:spPr>
            <a:xfrm>
              <a:off x="5302521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87" y="2149"/>
                  </a:cubicBezTo>
                  <a:cubicBezTo>
                    <a:pt x="1679" y="2149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8" name="Google Shape;1878;p16"/>
            <p:cNvSpPr/>
            <p:nvPr/>
          </p:nvSpPr>
          <p:spPr>
            <a:xfrm>
              <a:off x="5534146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5" y="2149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9" name="Google Shape;1879;p16"/>
            <p:cNvSpPr/>
            <p:nvPr/>
          </p:nvSpPr>
          <p:spPr>
            <a:xfrm>
              <a:off x="5765465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9"/>
                    <a:pt x="1087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0" name="Google Shape;1880;p16"/>
            <p:cNvSpPr/>
            <p:nvPr/>
          </p:nvSpPr>
          <p:spPr>
            <a:xfrm>
              <a:off x="5071203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1" name="Google Shape;1881;p16"/>
            <p:cNvSpPr/>
            <p:nvPr/>
          </p:nvSpPr>
          <p:spPr>
            <a:xfrm>
              <a:off x="518670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2" name="Google Shape;1882;p16"/>
            <p:cNvSpPr/>
            <p:nvPr/>
          </p:nvSpPr>
          <p:spPr>
            <a:xfrm>
              <a:off x="5302521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3" name="Google Shape;1883;p16"/>
            <p:cNvSpPr/>
            <p:nvPr/>
          </p:nvSpPr>
          <p:spPr>
            <a:xfrm>
              <a:off x="5418334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4" name="Google Shape;1884;p16"/>
            <p:cNvSpPr/>
            <p:nvPr/>
          </p:nvSpPr>
          <p:spPr>
            <a:xfrm>
              <a:off x="5534146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5" name="Google Shape;1885;p16"/>
            <p:cNvSpPr/>
            <p:nvPr/>
          </p:nvSpPr>
          <p:spPr>
            <a:xfrm>
              <a:off x="5649652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6" name="Google Shape;1886;p16"/>
            <p:cNvSpPr/>
            <p:nvPr/>
          </p:nvSpPr>
          <p:spPr>
            <a:xfrm>
              <a:off x="5765465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7" name="Google Shape;1887;p16"/>
            <p:cNvSpPr/>
            <p:nvPr/>
          </p:nvSpPr>
          <p:spPr>
            <a:xfrm>
              <a:off x="5071203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2" y="2149"/>
                  </a:cubicBezTo>
                  <a:cubicBezTo>
                    <a:pt x="1655" y="2149"/>
                    <a:pt x="2149" y="1680"/>
                    <a:pt x="2149" y="1087"/>
                  </a:cubicBezTo>
                  <a:cubicBezTo>
                    <a:pt x="2149" y="495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8" name="Google Shape;1888;p16"/>
            <p:cNvSpPr/>
            <p:nvPr/>
          </p:nvSpPr>
          <p:spPr>
            <a:xfrm>
              <a:off x="5302521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94" y="2149"/>
                    <a:pt x="1087" y="2149"/>
                  </a:cubicBezTo>
                  <a:cubicBezTo>
                    <a:pt x="1679" y="2149"/>
                    <a:pt x="2149" y="1680"/>
                    <a:pt x="2149" y="1087"/>
                  </a:cubicBezTo>
                  <a:cubicBezTo>
                    <a:pt x="2149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9" name="Google Shape;1889;p16"/>
            <p:cNvSpPr/>
            <p:nvPr/>
          </p:nvSpPr>
          <p:spPr>
            <a:xfrm>
              <a:off x="5534146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5" y="2149"/>
                    <a:pt x="2148" y="1680"/>
                    <a:pt x="2148" y="1087"/>
                  </a:cubicBezTo>
                  <a:cubicBezTo>
                    <a:pt x="2148" y="495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0" name="Google Shape;1890;p16"/>
            <p:cNvSpPr/>
            <p:nvPr/>
          </p:nvSpPr>
          <p:spPr>
            <a:xfrm>
              <a:off x="5765465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95"/>
                    <a:pt x="0" y="1087"/>
                  </a:cubicBezTo>
                  <a:cubicBezTo>
                    <a:pt x="0" y="1680"/>
                    <a:pt x="470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1" name="Google Shape;1891;p16"/>
            <p:cNvSpPr/>
            <p:nvPr/>
          </p:nvSpPr>
          <p:spPr>
            <a:xfrm>
              <a:off x="5071203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2" y="2346"/>
                  </a:cubicBezTo>
                  <a:cubicBezTo>
                    <a:pt x="1655" y="2346"/>
                    <a:pt x="2149" y="1852"/>
                    <a:pt x="2149" y="1259"/>
                  </a:cubicBezTo>
                  <a:cubicBezTo>
                    <a:pt x="2149" y="1235"/>
                    <a:pt x="2124" y="1210"/>
                    <a:pt x="2124" y="1161"/>
                  </a:cubicBezTo>
                  <a:cubicBezTo>
                    <a:pt x="2124" y="1136"/>
                    <a:pt x="2149" y="1111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2" name="Google Shape;1892;p16"/>
            <p:cNvSpPr/>
            <p:nvPr/>
          </p:nvSpPr>
          <p:spPr>
            <a:xfrm>
              <a:off x="518670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5" y="2346"/>
                    <a:pt x="1087" y="2346"/>
                  </a:cubicBezTo>
                  <a:cubicBezTo>
                    <a:pt x="1680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3" name="Google Shape;1893;p16"/>
            <p:cNvSpPr/>
            <p:nvPr/>
          </p:nvSpPr>
          <p:spPr>
            <a:xfrm>
              <a:off x="5302521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87" y="2346"/>
                  </a:cubicBezTo>
                  <a:cubicBezTo>
                    <a:pt x="1679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4" name="Google Shape;1894;p16"/>
            <p:cNvSpPr/>
            <p:nvPr/>
          </p:nvSpPr>
          <p:spPr>
            <a:xfrm>
              <a:off x="5418334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5" name="Google Shape;1895;p16"/>
            <p:cNvSpPr/>
            <p:nvPr/>
          </p:nvSpPr>
          <p:spPr>
            <a:xfrm>
              <a:off x="5534146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6" name="Google Shape;1896;p16"/>
            <p:cNvSpPr/>
            <p:nvPr/>
          </p:nvSpPr>
          <p:spPr>
            <a:xfrm>
              <a:off x="5649652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7" name="Google Shape;1897;p16"/>
            <p:cNvSpPr/>
            <p:nvPr/>
          </p:nvSpPr>
          <p:spPr>
            <a:xfrm>
              <a:off x="5765465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8" name="Google Shape;1898;p16"/>
            <p:cNvSpPr/>
            <p:nvPr/>
          </p:nvSpPr>
          <p:spPr>
            <a:xfrm>
              <a:off x="6691351" y="5124926"/>
              <a:ext cx="26308" cy="28733"/>
            </a:xfrm>
            <a:custGeom>
              <a:avLst/>
              <a:gdLst/>
              <a:ahLst/>
              <a:cxnLst/>
              <a:rect l="l" t="t" r="r" b="b"/>
              <a:pathLst>
                <a:path w="2148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9" name="Google Shape;1899;p16"/>
            <p:cNvSpPr/>
            <p:nvPr/>
          </p:nvSpPr>
          <p:spPr>
            <a:xfrm>
              <a:off x="657553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6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0" name="Google Shape;1900;p16"/>
            <p:cNvSpPr/>
            <p:nvPr/>
          </p:nvSpPr>
          <p:spPr>
            <a:xfrm>
              <a:off x="6460020" y="5124926"/>
              <a:ext cx="26026" cy="28733"/>
            </a:xfrm>
            <a:custGeom>
              <a:avLst/>
              <a:gdLst/>
              <a:ahLst/>
              <a:cxnLst/>
              <a:rect l="l" t="t" r="r" b="b"/>
              <a:pathLst>
                <a:path w="2125" h="2346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3" y="2346"/>
                  </a:cubicBezTo>
                  <a:cubicBezTo>
                    <a:pt x="1655" y="2346"/>
                    <a:pt x="2124" y="1852"/>
                    <a:pt x="2124" y="1259"/>
                  </a:cubicBezTo>
                  <a:cubicBezTo>
                    <a:pt x="2124" y="1235"/>
                    <a:pt x="2124" y="1210"/>
                    <a:pt x="2124" y="1161"/>
                  </a:cubicBezTo>
                  <a:cubicBezTo>
                    <a:pt x="2124" y="1136"/>
                    <a:pt x="2124" y="1111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1" name="Google Shape;1901;p16"/>
            <p:cNvSpPr/>
            <p:nvPr/>
          </p:nvSpPr>
          <p:spPr>
            <a:xfrm>
              <a:off x="6344220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3" y="1210"/>
                    <a:pt x="2123" y="1161"/>
                  </a:cubicBezTo>
                  <a:cubicBezTo>
                    <a:pt x="2123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2" name="Google Shape;1902;p16"/>
            <p:cNvSpPr/>
            <p:nvPr/>
          </p:nvSpPr>
          <p:spPr>
            <a:xfrm>
              <a:off x="6228408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3" name="Google Shape;1903;p16"/>
            <p:cNvSpPr/>
            <p:nvPr/>
          </p:nvSpPr>
          <p:spPr>
            <a:xfrm>
              <a:off x="6112595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4" name="Google Shape;1904;p16"/>
            <p:cNvSpPr/>
            <p:nvPr/>
          </p:nvSpPr>
          <p:spPr>
            <a:xfrm>
              <a:off x="599708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23" y="1852"/>
                    <a:pt x="2123" y="1259"/>
                  </a:cubicBezTo>
                  <a:cubicBezTo>
                    <a:pt x="2123" y="1235"/>
                    <a:pt x="2123" y="1210"/>
                    <a:pt x="2123" y="1161"/>
                  </a:cubicBezTo>
                  <a:cubicBezTo>
                    <a:pt x="2123" y="1136"/>
                    <a:pt x="2123" y="1111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5" name="Google Shape;1905;p16"/>
            <p:cNvSpPr/>
            <p:nvPr/>
          </p:nvSpPr>
          <p:spPr>
            <a:xfrm>
              <a:off x="5881277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6" name="Google Shape;1906;p16"/>
            <p:cNvSpPr/>
            <p:nvPr/>
          </p:nvSpPr>
          <p:spPr>
            <a:xfrm>
              <a:off x="6691351" y="50039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7" name="Google Shape;1907;p16"/>
            <p:cNvSpPr/>
            <p:nvPr/>
          </p:nvSpPr>
          <p:spPr>
            <a:xfrm>
              <a:off x="6460020" y="50039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3" y="2149"/>
                  </a:cubicBezTo>
                  <a:cubicBezTo>
                    <a:pt x="1655" y="2149"/>
                    <a:pt x="2124" y="1680"/>
                    <a:pt x="2124" y="1087"/>
                  </a:cubicBezTo>
                  <a:cubicBezTo>
                    <a:pt x="2124" y="495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8" name="Google Shape;1908;p16"/>
            <p:cNvSpPr/>
            <p:nvPr/>
          </p:nvSpPr>
          <p:spPr>
            <a:xfrm>
              <a:off x="6228408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9" name="Google Shape;1909;p16"/>
            <p:cNvSpPr/>
            <p:nvPr/>
          </p:nvSpPr>
          <p:spPr>
            <a:xfrm>
              <a:off x="5997089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4" y="2149"/>
                    <a:pt x="2148" y="1680"/>
                    <a:pt x="2148" y="1087"/>
                  </a:cubicBezTo>
                  <a:cubicBezTo>
                    <a:pt x="2148" y="495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0" name="Google Shape;1910;p16"/>
            <p:cNvSpPr/>
            <p:nvPr/>
          </p:nvSpPr>
          <p:spPr>
            <a:xfrm>
              <a:off x="6691351" y="4883025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1" name="Google Shape;1911;p16"/>
            <p:cNvSpPr/>
            <p:nvPr/>
          </p:nvSpPr>
          <p:spPr>
            <a:xfrm>
              <a:off x="657553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2" name="Google Shape;1912;p16"/>
            <p:cNvSpPr/>
            <p:nvPr/>
          </p:nvSpPr>
          <p:spPr>
            <a:xfrm>
              <a:off x="6460020" y="488302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3" name="Google Shape;1913;p16"/>
            <p:cNvSpPr/>
            <p:nvPr/>
          </p:nvSpPr>
          <p:spPr>
            <a:xfrm>
              <a:off x="6344220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4" name="Google Shape;1914;p16"/>
            <p:cNvSpPr/>
            <p:nvPr/>
          </p:nvSpPr>
          <p:spPr>
            <a:xfrm>
              <a:off x="6228408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5" name="Google Shape;1915;p16"/>
            <p:cNvSpPr/>
            <p:nvPr/>
          </p:nvSpPr>
          <p:spPr>
            <a:xfrm>
              <a:off x="6112595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6" name="Google Shape;1916;p16"/>
            <p:cNvSpPr/>
            <p:nvPr/>
          </p:nvSpPr>
          <p:spPr>
            <a:xfrm>
              <a:off x="599708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7" name="Google Shape;1917;p16"/>
            <p:cNvSpPr/>
            <p:nvPr/>
          </p:nvSpPr>
          <p:spPr>
            <a:xfrm>
              <a:off x="5881277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8" name="Google Shape;1918;p16"/>
            <p:cNvSpPr/>
            <p:nvPr/>
          </p:nvSpPr>
          <p:spPr>
            <a:xfrm>
              <a:off x="6691351" y="47620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9" name="Google Shape;1919;p16"/>
            <p:cNvSpPr/>
            <p:nvPr/>
          </p:nvSpPr>
          <p:spPr>
            <a:xfrm>
              <a:off x="6460020" y="47620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3" y="2149"/>
                  </a:cubicBezTo>
                  <a:cubicBezTo>
                    <a:pt x="1655" y="2149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0" name="Google Shape;1920;p16"/>
            <p:cNvSpPr/>
            <p:nvPr/>
          </p:nvSpPr>
          <p:spPr>
            <a:xfrm>
              <a:off x="6227195" y="4762143"/>
              <a:ext cx="28733" cy="26173"/>
            </a:xfrm>
            <a:custGeom>
              <a:avLst/>
              <a:gdLst/>
              <a:ahLst/>
              <a:cxnLst/>
              <a:rect l="l" t="t" r="r" b="b"/>
              <a:pathLst>
                <a:path w="2346" h="2137" extrusionOk="0">
                  <a:moveTo>
                    <a:pt x="1173" y="1"/>
                  </a:moveTo>
                  <a:cubicBezTo>
                    <a:pt x="902" y="1"/>
                    <a:pt x="630" y="106"/>
                    <a:pt x="420" y="316"/>
                  </a:cubicBezTo>
                  <a:cubicBezTo>
                    <a:pt x="0" y="735"/>
                    <a:pt x="0" y="1402"/>
                    <a:pt x="420" y="1822"/>
                  </a:cubicBezTo>
                  <a:cubicBezTo>
                    <a:pt x="630" y="2031"/>
                    <a:pt x="902" y="2136"/>
                    <a:pt x="1173" y="2136"/>
                  </a:cubicBezTo>
                  <a:cubicBezTo>
                    <a:pt x="1445" y="2136"/>
                    <a:pt x="1716" y="2031"/>
                    <a:pt x="1926" y="1822"/>
                  </a:cubicBezTo>
                  <a:cubicBezTo>
                    <a:pt x="2346" y="1402"/>
                    <a:pt x="2346" y="735"/>
                    <a:pt x="1926" y="316"/>
                  </a:cubicBezTo>
                  <a:cubicBezTo>
                    <a:pt x="1716" y="106"/>
                    <a:pt x="1445" y="1"/>
                    <a:pt x="117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1" name="Google Shape;1921;p16"/>
            <p:cNvSpPr/>
            <p:nvPr/>
          </p:nvSpPr>
          <p:spPr>
            <a:xfrm>
              <a:off x="5997089" y="4762069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4" y="2149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2" name="Google Shape;1922;p16"/>
            <p:cNvSpPr/>
            <p:nvPr/>
          </p:nvSpPr>
          <p:spPr>
            <a:xfrm>
              <a:off x="6691351" y="4641125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3" name="Google Shape;1923;p16"/>
            <p:cNvSpPr/>
            <p:nvPr/>
          </p:nvSpPr>
          <p:spPr>
            <a:xfrm>
              <a:off x="657553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6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4" name="Google Shape;1924;p16"/>
            <p:cNvSpPr/>
            <p:nvPr/>
          </p:nvSpPr>
          <p:spPr>
            <a:xfrm>
              <a:off x="6460020" y="464112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3" y="2148"/>
                  </a:cubicBezTo>
                  <a:cubicBezTo>
                    <a:pt x="1655" y="2148"/>
                    <a:pt x="2124" y="1654"/>
                    <a:pt x="2124" y="1062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5" name="Google Shape;1925;p16"/>
            <p:cNvSpPr/>
            <p:nvPr/>
          </p:nvSpPr>
          <p:spPr>
            <a:xfrm>
              <a:off x="6344220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6" name="Google Shape;1926;p16"/>
            <p:cNvSpPr/>
            <p:nvPr/>
          </p:nvSpPr>
          <p:spPr>
            <a:xfrm>
              <a:off x="6228408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7" name="Google Shape;1927;p16"/>
            <p:cNvSpPr/>
            <p:nvPr/>
          </p:nvSpPr>
          <p:spPr>
            <a:xfrm>
              <a:off x="6112595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8" name="Google Shape;1928;p16"/>
            <p:cNvSpPr/>
            <p:nvPr/>
          </p:nvSpPr>
          <p:spPr>
            <a:xfrm>
              <a:off x="599708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9" name="Google Shape;1929;p16"/>
            <p:cNvSpPr/>
            <p:nvPr/>
          </p:nvSpPr>
          <p:spPr>
            <a:xfrm>
              <a:off x="5881277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0" name="Google Shape;1930;p16"/>
            <p:cNvSpPr/>
            <p:nvPr/>
          </p:nvSpPr>
          <p:spPr>
            <a:xfrm>
              <a:off x="6691351" y="45201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1" name="Google Shape;1931;p16"/>
            <p:cNvSpPr/>
            <p:nvPr/>
          </p:nvSpPr>
          <p:spPr>
            <a:xfrm>
              <a:off x="6460020" y="45201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8"/>
                    <a:pt x="1063" y="2148"/>
                  </a:cubicBezTo>
                  <a:cubicBezTo>
                    <a:pt x="1655" y="2148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2" name="Google Shape;1932;p16"/>
            <p:cNvSpPr/>
            <p:nvPr/>
          </p:nvSpPr>
          <p:spPr>
            <a:xfrm>
              <a:off x="6228408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87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3" name="Google Shape;1933;p16"/>
            <p:cNvSpPr/>
            <p:nvPr/>
          </p:nvSpPr>
          <p:spPr>
            <a:xfrm>
              <a:off x="5997089" y="4520169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54" y="2148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4" name="Google Shape;1934;p16"/>
            <p:cNvSpPr/>
            <p:nvPr/>
          </p:nvSpPr>
          <p:spPr>
            <a:xfrm>
              <a:off x="6691351" y="4398918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5" name="Google Shape;1935;p16"/>
            <p:cNvSpPr/>
            <p:nvPr/>
          </p:nvSpPr>
          <p:spPr>
            <a:xfrm>
              <a:off x="657553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6" name="Google Shape;1936;p16"/>
            <p:cNvSpPr/>
            <p:nvPr/>
          </p:nvSpPr>
          <p:spPr>
            <a:xfrm>
              <a:off x="6460020" y="4398918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7" name="Google Shape;1937;p16"/>
            <p:cNvSpPr/>
            <p:nvPr/>
          </p:nvSpPr>
          <p:spPr>
            <a:xfrm>
              <a:off x="6344220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8" name="Google Shape;1938;p16"/>
            <p:cNvSpPr/>
            <p:nvPr/>
          </p:nvSpPr>
          <p:spPr>
            <a:xfrm>
              <a:off x="6228408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9" name="Google Shape;1939;p16"/>
            <p:cNvSpPr/>
            <p:nvPr/>
          </p:nvSpPr>
          <p:spPr>
            <a:xfrm>
              <a:off x="6112595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0" name="Google Shape;1940;p16"/>
            <p:cNvSpPr/>
            <p:nvPr/>
          </p:nvSpPr>
          <p:spPr>
            <a:xfrm>
              <a:off x="599708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1" name="Google Shape;1941;p16"/>
            <p:cNvSpPr/>
            <p:nvPr/>
          </p:nvSpPr>
          <p:spPr>
            <a:xfrm>
              <a:off x="5881277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942" name="Google Shape;1942;p16"/>
          <p:cNvSpPr/>
          <p:nvPr/>
        </p:nvSpPr>
        <p:spPr>
          <a:xfrm>
            <a:off x="-514979" y="4342680"/>
            <a:ext cx="1378500" cy="1378500"/>
          </a:xfrm>
          <a:prstGeom prst="donut">
            <a:avLst>
              <a:gd name="adj" fmla="val 29191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43" name="Google Shape;1943;p16"/>
          <p:cNvSpPr/>
          <p:nvPr/>
        </p:nvSpPr>
        <p:spPr>
          <a:xfrm>
            <a:off x="539575" y="4486050"/>
            <a:ext cx="526200" cy="526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9">
    <p:spTree>
      <p:nvGrpSpPr>
        <p:cNvPr id="1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p17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46" name="Google Shape;1946;p17"/>
          <p:cNvSpPr txBox="1">
            <a:spLocks noGrp="1"/>
          </p:cNvSpPr>
          <p:nvPr>
            <p:ph type="subTitle" idx="1"/>
          </p:nvPr>
        </p:nvSpPr>
        <p:spPr>
          <a:xfrm>
            <a:off x="790450" y="2683725"/>
            <a:ext cx="2361900" cy="4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47" name="Google Shape;1947;p17"/>
          <p:cNvSpPr txBox="1">
            <a:spLocks noGrp="1"/>
          </p:cNvSpPr>
          <p:nvPr>
            <p:ph type="subTitle" idx="2"/>
          </p:nvPr>
        </p:nvSpPr>
        <p:spPr>
          <a:xfrm>
            <a:off x="790450" y="3163725"/>
            <a:ext cx="2361900" cy="11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48" name="Google Shape;1948;p17"/>
          <p:cNvSpPr txBox="1">
            <a:spLocks noGrp="1"/>
          </p:cNvSpPr>
          <p:nvPr>
            <p:ph type="subTitle" idx="3"/>
          </p:nvPr>
        </p:nvSpPr>
        <p:spPr>
          <a:xfrm>
            <a:off x="3391050" y="2683725"/>
            <a:ext cx="2361900" cy="4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49" name="Google Shape;1949;p17"/>
          <p:cNvSpPr txBox="1">
            <a:spLocks noGrp="1"/>
          </p:cNvSpPr>
          <p:nvPr>
            <p:ph type="subTitle" idx="4"/>
          </p:nvPr>
        </p:nvSpPr>
        <p:spPr>
          <a:xfrm>
            <a:off x="3391050" y="3163725"/>
            <a:ext cx="2361900" cy="11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50" name="Google Shape;1950;p17"/>
          <p:cNvSpPr txBox="1">
            <a:spLocks noGrp="1"/>
          </p:cNvSpPr>
          <p:nvPr>
            <p:ph type="subTitle" idx="5"/>
          </p:nvPr>
        </p:nvSpPr>
        <p:spPr>
          <a:xfrm>
            <a:off x="5991650" y="2683725"/>
            <a:ext cx="2361900" cy="4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51" name="Google Shape;1951;p17"/>
          <p:cNvSpPr txBox="1">
            <a:spLocks noGrp="1"/>
          </p:cNvSpPr>
          <p:nvPr>
            <p:ph type="subTitle" idx="6"/>
          </p:nvPr>
        </p:nvSpPr>
        <p:spPr>
          <a:xfrm>
            <a:off x="5991650" y="3163725"/>
            <a:ext cx="2361900" cy="11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952" name="Google Shape;1952;p17"/>
          <p:cNvGrpSpPr/>
          <p:nvPr/>
        </p:nvGrpSpPr>
        <p:grpSpPr>
          <a:xfrm rot="-5400000">
            <a:off x="-661023" y="125583"/>
            <a:ext cx="1646456" cy="754740"/>
            <a:chOff x="5071203" y="4398918"/>
            <a:chExt cx="1646456" cy="754740"/>
          </a:xfrm>
        </p:grpSpPr>
        <p:sp>
          <p:nvSpPr>
            <p:cNvPr id="1953" name="Google Shape;1953;p17"/>
            <p:cNvSpPr/>
            <p:nvPr/>
          </p:nvSpPr>
          <p:spPr>
            <a:xfrm>
              <a:off x="5071203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4" name="Google Shape;1954;p17"/>
            <p:cNvSpPr/>
            <p:nvPr/>
          </p:nvSpPr>
          <p:spPr>
            <a:xfrm>
              <a:off x="518670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5" name="Google Shape;1955;p17"/>
            <p:cNvSpPr/>
            <p:nvPr/>
          </p:nvSpPr>
          <p:spPr>
            <a:xfrm>
              <a:off x="5302521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6" name="Google Shape;1956;p17"/>
            <p:cNvSpPr/>
            <p:nvPr/>
          </p:nvSpPr>
          <p:spPr>
            <a:xfrm>
              <a:off x="5418334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7" name="Google Shape;1957;p17"/>
            <p:cNvSpPr/>
            <p:nvPr/>
          </p:nvSpPr>
          <p:spPr>
            <a:xfrm>
              <a:off x="5534146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8" name="Google Shape;1958;p17"/>
            <p:cNvSpPr/>
            <p:nvPr/>
          </p:nvSpPr>
          <p:spPr>
            <a:xfrm>
              <a:off x="5649652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9" name="Google Shape;1959;p17"/>
            <p:cNvSpPr/>
            <p:nvPr/>
          </p:nvSpPr>
          <p:spPr>
            <a:xfrm>
              <a:off x="5765465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0" name="Google Shape;1960;p17"/>
            <p:cNvSpPr/>
            <p:nvPr/>
          </p:nvSpPr>
          <p:spPr>
            <a:xfrm>
              <a:off x="5071203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8"/>
                    <a:pt x="1062" y="2148"/>
                  </a:cubicBezTo>
                  <a:cubicBezTo>
                    <a:pt x="1655" y="2148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1" name="Google Shape;1961;p17"/>
            <p:cNvSpPr/>
            <p:nvPr/>
          </p:nvSpPr>
          <p:spPr>
            <a:xfrm>
              <a:off x="5302521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94" y="2148"/>
                    <a:pt x="1087" y="2148"/>
                  </a:cubicBezTo>
                  <a:cubicBezTo>
                    <a:pt x="1679" y="2148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2" name="Google Shape;1962;p17"/>
            <p:cNvSpPr/>
            <p:nvPr/>
          </p:nvSpPr>
          <p:spPr>
            <a:xfrm>
              <a:off x="5534146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55" y="2148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3" name="Google Shape;1963;p17"/>
            <p:cNvSpPr/>
            <p:nvPr/>
          </p:nvSpPr>
          <p:spPr>
            <a:xfrm>
              <a:off x="5765465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8"/>
                    <a:pt x="1087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4" name="Google Shape;1964;p17"/>
            <p:cNvSpPr/>
            <p:nvPr/>
          </p:nvSpPr>
          <p:spPr>
            <a:xfrm>
              <a:off x="5071203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2" y="2148"/>
                  </a:cubicBezTo>
                  <a:cubicBezTo>
                    <a:pt x="1655" y="2148"/>
                    <a:pt x="2149" y="1654"/>
                    <a:pt x="2149" y="1062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5" name="Google Shape;1965;p17"/>
            <p:cNvSpPr/>
            <p:nvPr/>
          </p:nvSpPr>
          <p:spPr>
            <a:xfrm>
              <a:off x="518670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62"/>
                  </a:cubicBezTo>
                  <a:cubicBezTo>
                    <a:pt x="1" y="1654"/>
                    <a:pt x="495" y="2148"/>
                    <a:pt x="1087" y="2148"/>
                  </a:cubicBezTo>
                  <a:cubicBezTo>
                    <a:pt x="1680" y="2148"/>
                    <a:pt x="2149" y="1654"/>
                    <a:pt x="2149" y="1062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6" name="Google Shape;1966;p17"/>
            <p:cNvSpPr/>
            <p:nvPr/>
          </p:nvSpPr>
          <p:spPr>
            <a:xfrm>
              <a:off x="5302521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9" y="1654"/>
                    <a:pt x="2149" y="1062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7" name="Google Shape;1967;p17"/>
            <p:cNvSpPr/>
            <p:nvPr/>
          </p:nvSpPr>
          <p:spPr>
            <a:xfrm>
              <a:off x="5418334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8" name="Google Shape;1968;p17"/>
            <p:cNvSpPr/>
            <p:nvPr/>
          </p:nvSpPr>
          <p:spPr>
            <a:xfrm>
              <a:off x="5534146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9" name="Google Shape;1969;p17"/>
            <p:cNvSpPr/>
            <p:nvPr/>
          </p:nvSpPr>
          <p:spPr>
            <a:xfrm>
              <a:off x="5649652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0" name="Google Shape;1970;p17"/>
            <p:cNvSpPr/>
            <p:nvPr/>
          </p:nvSpPr>
          <p:spPr>
            <a:xfrm>
              <a:off x="5765465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1" name="Google Shape;1971;p17"/>
            <p:cNvSpPr/>
            <p:nvPr/>
          </p:nvSpPr>
          <p:spPr>
            <a:xfrm>
              <a:off x="5071203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2" y="2149"/>
                  </a:cubicBezTo>
                  <a:cubicBezTo>
                    <a:pt x="1655" y="2149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2" name="Google Shape;1972;p17"/>
            <p:cNvSpPr/>
            <p:nvPr/>
          </p:nvSpPr>
          <p:spPr>
            <a:xfrm>
              <a:off x="5302521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87" y="2149"/>
                  </a:cubicBezTo>
                  <a:cubicBezTo>
                    <a:pt x="1679" y="2149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3" name="Google Shape;1973;p17"/>
            <p:cNvSpPr/>
            <p:nvPr/>
          </p:nvSpPr>
          <p:spPr>
            <a:xfrm>
              <a:off x="5534146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5" y="2149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4" name="Google Shape;1974;p17"/>
            <p:cNvSpPr/>
            <p:nvPr/>
          </p:nvSpPr>
          <p:spPr>
            <a:xfrm>
              <a:off x="5765465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9"/>
                    <a:pt x="1087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5" name="Google Shape;1975;p17"/>
            <p:cNvSpPr/>
            <p:nvPr/>
          </p:nvSpPr>
          <p:spPr>
            <a:xfrm>
              <a:off x="5071203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6" name="Google Shape;1976;p17"/>
            <p:cNvSpPr/>
            <p:nvPr/>
          </p:nvSpPr>
          <p:spPr>
            <a:xfrm>
              <a:off x="518670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7" name="Google Shape;1977;p17"/>
            <p:cNvSpPr/>
            <p:nvPr/>
          </p:nvSpPr>
          <p:spPr>
            <a:xfrm>
              <a:off x="5302521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8" name="Google Shape;1978;p17"/>
            <p:cNvSpPr/>
            <p:nvPr/>
          </p:nvSpPr>
          <p:spPr>
            <a:xfrm>
              <a:off x="5418334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9" name="Google Shape;1979;p17"/>
            <p:cNvSpPr/>
            <p:nvPr/>
          </p:nvSpPr>
          <p:spPr>
            <a:xfrm>
              <a:off x="5534146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0" name="Google Shape;1980;p17"/>
            <p:cNvSpPr/>
            <p:nvPr/>
          </p:nvSpPr>
          <p:spPr>
            <a:xfrm>
              <a:off x="5649652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1" name="Google Shape;1981;p17"/>
            <p:cNvSpPr/>
            <p:nvPr/>
          </p:nvSpPr>
          <p:spPr>
            <a:xfrm>
              <a:off x="5765465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2" name="Google Shape;1982;p17"/>
            <p:cNvSpPr/>
            <p:nvPr/>
          </p:nvSpPr>
          <p:spPr>
            <a:xfrm>
              <a:off x="5071203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2" y="2149"/>
                  </a:cubicBezTo>
                  <a:cubicBezTo>
                    <a:pt x="1655" y="2149"/>
                    <a:pt x="2149" y="1680"/>
                    <a:pt x="2149" y="1087"/>
                  </a:cubicBezTo>
                  <a:cubicBezTo>
                    <a:pt x="2149" y="495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3" name="Google Shape;1983;p17"/>
            <p:cNvSpPr/>
            <p:nvPr/>
          </p:nvSpPr>
          <p:spPr>
            <a:xfrm>
              <a:off x="5302521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94" y="2149"/>
                    <a:pt x="1087" y="2149"/>
                  </a:cubicBezTo>
                  <a:cubicBezTo>
                    <a:pt x="1679" y="2149"/>
                    <a:pt x="2149" y="1680"/>
                    <a:pt x="2149" y="1087"/>
                  </a:cubicBezTo>
                  <a:cubicBezTo>
                    <a:pt x="2149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4" name="Google Shape;1984;p17"/>
            <p:cNvSpPr/>
            <p:nvPr/>
          </p:nvSpPr>
          <p:spPr>
            <a:xfrm>
              <a:off x="5534146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5" y="2149"/>
                    <a:pt x="2148" y="1680"/>
                    <a:pt x="2148" y="1087"/>
                  </a:cubicBezTo>
                  <a:cubicBezTo>
                    <a:pt x="2148" y="495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5" name="Google Shape;1985;p17"/>
            <p:cNvSpPr/>
            <p:nvPr/>
          </p:nvSpPr>
          <p:spPr>
            <a:xfrm>
              <a:off x="5765465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95"/>
                    <a:pt x="0" y="1087"/>
                  </a:cubicBezTo>
                  <a:cubicBezTo>
                    <a:pt x="0" y="1680"/>
                    <a:pt x="470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6" name="Google Shape;1986;p17"/>
            <p:cNvSpPr/>
            <p:nvPr/>
          </p:nvSpPr>
          <p:spPr>
            <a:xfrm>
              <a:off x="5071203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2" y="2346"/>
                  </a:cubicBezTo>
                  <a:cubicBezTo>
                    <a:pt x="1655" y="2346"/>
                    <a:pt x="2149" y="1852"/>
                    <a:pt x="2149" y="1259"/>
                  </a:cubicBezTo>
                  <a:cubicBezTo>
                    <a:pt x="2149" y="1235"/>
                    <a:pt x="2124" y="1210"/>
                    <a:pt x="2124" y="1161"/>
                  </a:cubicBezTo>
                  <a:cubicBezTo>
                    <a:pt x="2124" y="1136"/>
                    <a:pt x="2149" y="1111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7" name="Google Shape;1987;p17"/>
            <p:cNvSpPr/>
            <p:nvPr/>
          </p:nvSpPr>
          <p:spPr>
            <a:xfrm>
              <a:off x="518670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5" y="2346"/>
                    <a:pt x="1087" y="2346"/>
                  </a:cubicBezTo>
                  <a:cubicBezTo>
                    <a:pt x="1680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8" name="Google Shape;1988;p17"/>
            <p:cNvSpPr/>
            <p:nvPr/>
          </p:nvSpPr>
          <p:spPr>
            <a:xfrm>
              <a:off x="5302521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87" y="2346"/>
                  </a:cubicBezTo>
                  <a:cubicBezTo>
                    <a:pt x="1679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9" name="Google Shape;1989;p17"/>
            <p:cNvSpPr/>
            <p:nvPr/>
          </p:nvSpPr>
          <p:spPr>
            <a:xfrm>
              <a:off x="5418334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0" name="Google Shape;1990;p17"/>
            <p:cNvSpPr/>
            <p:nvPr/>
          </p:nvSpPr>
          <p:spPr>
            <a:xfrm>
              <a:off x="5534146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1" name="Google Shape;1991;p17"/>
            <p:cNvSpPr/>
            <p:nvPr/>
          </p:nvSpPr>
          <p:spPr>
            <a:xfrm>
              <a:off x="5649652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2" name="Google Shape;1992;p17"/>
            <p:cNvSpPr/>
            <p:nvPr/>
          </p:nvSpPr>
          <p:spPr>
            <a:xfrm>
              <a:off x="5765465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3" name="Google Shape;1993;p17"/>
            <p:cNvSpPr/>
            <p:nvPr/>
          </p:nvSpPr>
          <p:spPr>
            <a:xfrm>
              <a:off x="6691351" y="5124926"/>
              <a:ext cx="26308" cy="28733"/>
            </a:xfrm>
            <a:custGeom>
              <a:avLst/>
              <a:gdLst/>
              <a:ahLst/>
              <a:cxnLst/>
              <a:rect l="l" t="t" r="r" b="b"/>
              <a:pathLst>
                <a:path w="2148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4" name="Google Shape;1994;p17"/>
            <p:cNvSpPr/>
            <p:nvPr/>
          </p:nvSpPr>
          <p:spPr>
            <a:xfrm>
              <a:off x="657553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6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5" name="Google Shape;1995;p17"/>
            <p:cNvSpPr/>
            <p:nvPr/>
          </p:nvSpPr>
          <p:spPr>
            <a:xfrm>
              <a:off x="6460020" y="5124926"/>
              <a:ext cx="26026" cy="28733"/>
            </a:xfrm>
            <a:custGeom>
              <a:avLst/>
              <a:gdLst/>
              <a:ahLst/>
              <a:cxnLst/>
              <a:rect l="l" t="t" r="r" b="b"/>
              <a:pathLst>
                <a:path w="2125" h="2346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3" y="2346"/>
                  </a:cubicBezTo>
                  <a:cubicBezTo>
                    <a:pt x="1655" y="2346"/>
                    <a:pt x="2124" y="1852"/>
                    <a:pt x="2124" y="1259"/>
                  </a:cubicBezTo>
                  <a:cubicBezTo>
                    <a:pt x="2124" y="1235"/>
                    <a:pt x="2124" y="1210"/>
                    <a:pt x="2124" y="1161"/>
                  </a:cubicBezTo>
                  <a:cubicBezTo>
                    <a:pt x="2124" y="1136"/>
                    <a:pt x="2124" y="1111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6" name="Google Shape;1996;p17"/>
            <p:cNvSpPr/>
            <p:nvPr/>
          </p:nvSpPr>
          <p:spPr>
            <a:xfrm>
              <a:off x="6344220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3" y="1210"/>
                    <a:pt x="2123" y="1161"/>
                  </a:cubicBezTo>
                  <a:cubicBezTo>
                    <a:pt x="2123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7" name="Google Shape;1997;p17"/>
            <p:cNvSpPr/>
            <p:nvPr/>
          </p:nvSpPr>
          <p:spPr>
            <a:xfrm>
              <a:off x="6228408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8" name="Google Shape;1998;p17"/>
            <p:cNvSpPr/>
            <p:nvPr/>
          </p:nvSpPr>
          <p:spPr>
            <a:xfrm>
              <a:off x="6112595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9" name="Google Shape;1999;p17"/>
            <p:cNvSpPr/>
            <p:nvPr/>
          </p:nvSpPr>
          <p:spPr>
            <a:xfrm>
              <a:off x="599708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23" y="1852"/>
                    <a:pt x="2123" y="1259"/>
                  </a:cubicBezTo>
                  <a:cubicBezTo>
                    <a:pt x="2123" y="1235"/>
                    <a:pt x="2123" y="1210"/>
                    <a:pt x="2123" y="1161"/>
                  </a:cubicBezTo>
                  <a:cubicBezTo>
                    <a:pt x="2123" y="1136"/>
                    <a:pt x="2123" y="1111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0" name="Google Shape;2000;p17"/>
            <p:cNvSpPr/>
            <p:nvPr/>
          </p:nvSpPr>
          <p:spPr>
            <a:xfrm>
              <a:off x="5881277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1" name="Google Shape;2001;p17"/>
            <p:cNvSpPr/>
            <p:nvPr/>
          </p:nvSpPr>
          <p:spPr>
            <a:xfrm>
              <a:off x="6691351" y="50039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2" name="Google Shape;2002;p17"/>
            <p:cNvSpPr/>
            <p:nvPr/>
          </p:nvSpPr>
          <p:spPr>
            <a:xfrm>
              <a:off x="6460020" y="50039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3" y="2149"/>
                  </a:cubicBezTo>
                  <a:cubicBezTo>
                    <a:pt x="1655" y="2149"/>
                    <a:pt x="2124" y="1680"/>
                    <a:pt x="2124" y="1087"/>
                  </a:cubicBezTo>
                  <a:cubicBezTo>
                    <a:pt x="2124" y="495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3" name="Google Shape;2003;p17"/>
            <p:cNvSpPr/>
            <p:nvPr/>
          </p:nvSpPr>
          <p:spPr>
            <a:xfrm>
              <a:off x="6228408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4" name="Google Shape;2004;p17"/>
            <p:cNvSpPr/>
            <p:nvPr/>
          </p:nvSpPr>
          <p:spPr>
            <a:xfrm>
              <a:off x="5997089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4" y="2149"/>
                    <a:pt x="2148" y="1680"/>
                    <a:pt x="2148" y="1087"/>
                  </a:cubicBezTo>
                  <a:cubicBezTo>
                    <a:pt x="2148" y="495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5" name="Google Shape;2005;p17"/>
            <p:cNvSpPr/>
            <p:nvPr/>
          </p:nvSpPr>
          <p:spPr>
            <a:xfrm>
              <a:off x="6691351" y="4883025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6" name="Google Shape;2006;p17"/>
            <p:cNvSpPr/>
            <p:nvPr/>
          </p:nvSpPr>
          <p:spPr>
            <a:xfrm>
              <a:off x="657553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7" name="Google Shape;2007;p17"/>
            <p:cNvSpPr/>
            <p:nvPr/>
          </p:nvSpPr>
          <p:spPr>
            <a:xfrm>
              <a:off x="6460020" y="488302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8" name="Google Shape;2008;p17"/>
            <p:cNvSpPr/>
            <p:nvPr/>
          </p:nvSpPr>
          <p:spPr>
            <a:xfrm>
              <a:off x="6344220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9" name="Google Shape;2009;p17"/>
            <p:cNvSpPr/>
            <p:nvPr/>
          </p:nvSpPr>
          <p:spPr>
            <a:xfrm>
              <a:off x="6228408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0" name="Google Shape;2010;p17"/>
            <p:cNvSpPr/>
            <p:nvPr/>
          </p:nvSpPr>
          <p:spPr>
            <a:xfrm>
              <a:off x="6112595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1" name="Google Shape;2011;p17"/>
            <p:cNvSpPr/>
            <p:nvPr/>
          </p:nvSpPr>
          <p:spPr>
            <a:xfrm>
              <a:off x="599708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2" name="Google Shape;2012;p17"/>
            <p:cNvSpPr/>
            <p:nvPr/>
          </p:nvSpPr>
          <p:spPr>
            <a:xfrm>
              <a:off x="5881277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3" name="Google Shape;2013;p17"/>
            <p:cNvSpPr/>
            <p:nvPr/>
          </p:nvSpPr>
          <p:spPr>
            <a:xfrm>
              <a:off x="6691351" y="47620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4" name="Google Shape;2014;p17"/>
            <p:cNvSpPr/>
            <p:nvPr/>
          </p:nvSpPr>
          <p:spPr>
            <a:xfrm>
              <a:off x="6460020" y="47620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3" y="2149"/>
                  </a:cubicBezTo>
                  <a:cubicBezTo>
                    <a:pt x="1655" y="2149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5" name="Google Shape;2015;p17"/>
            <p:cNvSpPr/>
            <p:nvPr/>
          </p:nvSpPr>
          <p:spPr>
            <a:xfrm>
              <a:off x="6227195" y="4762143"/>
              <a:ext cx="28733" cy="26173"/>
            </a:xfrm>
            <a:custGeom>
              <a:avLst/>
              <a:gdLst/>
              <a:ahLst/>
              <a:cxnLst/>
              <a:rect l="l" t="t" r="r" b="b"/>
              <a:pathLst>
                <a:path w="2346" h="2137" extrusionOk="0">
                  <a:moveTo>
                    <a:pt x="1173" y="1"/>
                  </a:moveTo>
                  <a:cubicBezTo>
                    <a:pt x="902" y="1"/>
                    <a:pt x="630" y="106"/>
                    <a:pt x="420" y="316"/>
                  </a:cubicBezTo>
                  <a:cubicBezTo>
                    <a:pt x="0" y="735"/>
                    <a:pt x="0" y="1402"/>
                    <a:pt x="420" y="1822"/>
                  </a:cubicBezTo>
                  <a:cubicBezTo>
                    <a:pt x="630" y="2031"/>
                    <a:pt x="902" y="2136"/>
                    <a:pt x="1173" y="2136"/>
                  </a:cubicBezTo>
                  <a:cubicBezTo>
                    <a:pt x="1445" y="2136"/>
                    <a:pt x="1716" y="2031"/>
                    <a:pt x="1926" y="1822"/>
                  </a:cubicBezTo>
                  <a:cubicBezTo>
                    <a:pt x="2346" y="1402"/>
                    <a:pt x="2346" y="735"/>
                    <a:pt x="1926" y="316"/>
                  </a:cubicBezTo>
                  <a:cubicBezTo>
                    <a:pt x="1716" y="106"/>
                    <a:pt x="1445" y="1"/>
                    <a:pt x="117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6" name="Google Shape;2016;p17"/>
            <p:cNvSpPr/>
            <p:nvPr/>
          </p:nvSpPr>
          <p:spPr>
            <a:xfrm>
              <a:off x="5997089" y="4762069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4" y="2149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7" name="Google Shape;2017;p17"/>
            <p:cNvSpPr/>
            <p:nvPr/>
          </p:nvSpPr>
          <p:spPr>
            <a:xfrm>
              <a:off x="6691351" y="4641125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8" name="Google Shape;2018;p17"/>
            <p:cNvSpPr/>
            <p:nvPr/>
          </p:nvSpPr>
          <p:spPr>
            <a:xfrm>
              <a:off x="657553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6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9" name="Google Shape;2019;p17"/>
            <p:cNvSpPr/>
            <p:nvPr/>
          </p:nvSpPr>
          <p:spPr>
            <a:xfrm>
              <a:off x="6460020" y="464112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3" y="2148"/>
                  </a:cubicBezTo>
                  <a:cubicBezTo>
                    <a:pt x="1655" y="2148"/>
                    <a:pt x="2124" y="1654"/>
                    <a:pt x="2124" y="1062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0" name="Google Shape;2020;p17"/>
            <p:cNvSpPr/>
            <p:nvPr/>
          </p:nvSpPr>
          <p:spPr>
            <a:xfrm>
              <a:off x="6344220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1" name="Google Shape;2021;p17"/>
            <p:cNvSpPr/>
            <p:nvPr/>
          </p:nvSpPr>
          <p:spPr>
            <a:xfrm>
              <a:off x="6228408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2" name="Google Shape;2022;p17"/>
            <p:cNvSpPr/>
            <p:nvPr/>
          </p:nvSpPr>
          <p:spPr>
            <a:xfrm>
              <a:off x="6112595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3" name="Google Shape;2023;p17"/>
            <p:cNvSpPr/>
            <p:nvPr/>
          </p:nvSpPr>
          <p:spPr>
            <a:xfrm>
              <a:off x="599708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4" name="Google Shape;2024;p17"/>
            <p:cNvSpPr/>
            <p:nvPr/>
          </p:nvSpPr>
          <p:spPr>
            <a:xfrm>
              <a:off x="5881277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5" name="Google Shape;2025;p17"/>
            <p:cNvSpPr/>
            <p:nvPr/>
          </p:nvSpPr>
          <p:spPr>
            <a:xfrm>
              <a:off x="6691351" y="45201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6" name="Google Shape;2026;p17"/>
            <p:cNvSpPr/>
            <p:nvPr/>
          </p:nvSpPr>
          <p:spPr>
            <a:xfrm>
              <a:off x="6460020" y="45201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8"/>
                    <a:pt x="1063" y="2148"/>
                  </a:cubicBezTo>
                  <a:cubicBezTo>
                    <a:pt x="1655" y="2148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7" name="Google Shape;2027;p17"/>
            <p:cNvSpPr/>
            <p:nvPr/>
          </p:nvSpPr>
          <p:spPr>
            <a:xfrm>
              <a:off x="6228408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87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8" name="Google Shape;2028;p17"/>
            <p:cNvSpPr/>
            <p:nvPr/>
          </p:nvSpPr>
          <p:spPr>
            <a:xfrm>
              <a:off x="5997089" y="4520169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54" y="2148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9" name="Google Shape;2029;p17"/>
            <p:cNvSpPr/>
            <p:nvPr/>
          </p:nvSpPr>
          <p:spPr>
            <a:xfrm>
              <a:off x="6691351" y="4398918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0" name="Google Shape;2030;p17"/>
            <p:cNvSpPr/>
            <p:nvPr/>
          </p:nvSpPr>
          <p:spPr>
            <a:xfrm>
              <a:off x="657553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1" name="Google Shape;2031;p17"/>
            <p:cNvSpPr/>
            <p:nvPr/>
          </p:nvSpPr>
          <p:spPr>
            <a:xfrm>
              <a:off x="6460020" y="4398918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2" name="Google Shape;2032;p17"/>
            <p:cNvSpPr/>
            <p:nvPr/>
          </p:nvSpPr>
          <p:spPr>
            <a:xfrm>
              <a:off x="6344220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3" name="Google Shape;2033;p17"/>
            <p:cNvSpPr/>
            <p:nvPr/>
          </p:nvSpPr>
          <p:spPr>
            <a:xfrm>
              <a:off x="6228408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4" name="Google Shape;2034;p17"/>
            <p:cNvSpPr/>
            <p:nvPr/>
          </p:nvSpPr>
          <p:spPr>
            <a:xfrm>
              <a:off x="6112595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5" name="Google Shape;2035;p17"/>
            <p:cNvSpPr/>
            <p:nvPr/>
          </p:nvSpPr>
          <p:spPr>
            <a:xfrm>
              <a:off x="599708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6" name="Google Shape;2036;p17"/>
            <p:cNvSpPr/>
            <p:nvPr/>
          </p:nvSpPr>
          <p:spPr>
            <a:xfrm>
              <a:off x="5881277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037" name="Google Shape;2037;p17"/>
          <p:cNvSpPr/>
          <p:nvPr/>
        </p:nvSpPr>
        <p:spPr>
          <a:xfrm>
            <a:off x="-514979" y="4342680"/>
            <a:ext cx="1378500" cy="1378500"/>
          </a:xfrm>
          <a:prstGeom prst="donut">
            <a:avLst>
              <a:gd name="adj" fmla="val 29191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38" name="Google Shape;2038;p17"/>
          <p:cNvSpPr/>
          <p:nvPr/>
        </p:nvSpPr>
        <p:spPr>
          <a:xfrm>
            <a:off x="624200" y="4668500"/>
            <a:ext cx="526200" cy="526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039" name="Google Shape;2039;p17"/>
          <p:cNvGrpSpPr/>
          <p:nvPr/>
        </p:nvGrpSpPr>
        <p:grpSpPr>
          <a:xfrm>
            <a:off x="7988511" y="-984299"/>
            <a:ext cx="2087100" cy="2392899"/>
            <a:chOff x="7988511" y="-984299"/>
            <a:chExt cx="2087100" cy="2392899"/>
          </a:xfrm>
        </p:grpSpPr>
        <p:sp>
          <p:nvSpPr>
            <p:cNvPr id="2040" name="Google Shape;2040;p17"/>
            <p:cNvSpPr/>
            <p:nvPr/>
          </p:nvSpPr>
          <p:spPr>
            <a:xfrm flipH="1">
              <a:off x="7988511" y="-984299"/>
              <a:ext cx="2087100" cy="2087100"/>
            </a:xfrm>
            <a:prstGeom prst="donut">
              <a:avLst>
                <a:gd name="adj" fmla="val 29191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1" name="Google Shape;2041;p17"/>
            <p:cNvSpPr/>
            <p:nvPr/>
          </p:nvSpPr>
          <p:spPr>
            <a:xfrm>
              <a:off x="8272450" y="693700"/>
              <a:ext cx="714900" cy="7149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42" name="Google Shape;2042;p17"/>
          <p:cNvGrpSpPr/>
          <p:nvPr/>
        </p:nvGrpSpPr>
        <p:grpSpPr>
          <a:xfrm>
            <a:off x="8579621" y="3912963"/>
            <a:ext cx="904875" cy="928325"/>
            <a:chOff x="1054075" y="2178525"/>
            <a:chExt cx="904875" cy="928325"/>
          </a:xfrm>
        </p:grpSpPr>
        <p:sp>
          <p:nvSpPr>
            <p:cNvPr id="2043" name="Google Shape;2043;p17"/>
            <p:cNvSpPr/>
            <p:nvPr/>
          </p:nvSpPr>
          <p:spPr>
            <a:xfrm>
              <a:off x="19330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19" y="1038"/>
                  </a:cubicBezTo>
                  <a:cubicBezTo>
                    <a:pt x="816" y="1038"/>
                    <a:pt x="1038" y="815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4" name="Google Shape;2044;p17"/>
            <p:cNvSpPr/>
            <p:nvPr/>
          </p:nvSpPr>
          <p:spPr>
            <a:xfrm>
              <a:off x="19330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19" y="1038"/>
                  </a:cubicBezTo>
                  <a:cubicBezTo>
                    <a:pt x="816" y="1038"/>
                    <a:pt x="1038" y="791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5" name="Google Shape;2045;p17"/>
            <p:cNvSpPr/>
            <p:nvPr/>
          </p:nvSpPr>
          <p:spPr>
            <a:xfrm>
              <a:off x="19330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19" y="1062"/>
                  </a:cubicBezTo>
                  <a:cubicBezTo>
                    <a:pt x="816" y="1062"/>
                    <a:pt x="1038" y="815"/>
                    <a:pt x="1038" y="519"/>
                  </a:cubicBezTo>
                  <a:cubicBezTo>
                    <a:pt x="1038" y="247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6" name="Google Shape;2046;p17"/>
            <p:cNvSpPr/>
            <p:nvPr/>
          </p:nvSpPr>
          <p:spPr>
            <a:xfrm>
              <a:off x="19330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19" y="1037"/>
                  </a:cubicBezTo>
                  <a:cubicBezTo>
                    <a:pt x="816" y="1037"/>
                    <a:pt x="1038" y="815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7" name="Google Shape;2047;p17"/>
            <p:cNvSpPr/>
            <p:nvPr/>
          </p:nvSpPr>
          <p:spPr>
            <a:xfrm>
              <a:off x="19330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19" y="1037"/>
                  </a:cubicBezTo>
                  <a:cubicBezTo>
                    <a:pt x="816" y="1037"/>
                    <a:pt x="1038" y="790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8" name="Google Shape;2048;p17"/>
            <p:cNvSpPr/>
            <p:nvPr/>
          </p:nvSpPr>
          <p:spPr>
            <a:xfrm>
              <a:off x="19330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19" y="1062"/>
                  </a:cubicBezTo>
                  <a:cubicBezTo>
                    <a:pt x="816" y="1062"/>
                    <a:pt x="1038" y="816"/>
                    <a:pt x="1038" y="519"/>
                  </a:cubicBezTo>
                  <a:cubicBezTo>
                    <a:pt x="1038" y="248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9" name="Google Shape;2049;p17"/>
            <p:cNvSpPr/>
            <p:nvPr/>
          </p:nvSpPr>
          <p:spPr>
            <a:xfrm>
              <a:off x="19330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19" y="1038"/>
                  </a:cubicBezTo>
                  <a:cubicBezTo>
                    <a:pt x="816" y="1038"/>
                    <a:pt x="1038" y="816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0" name="Google Shape;2050;p17"/>
            <p:cNvSpPr/>
            <p:nvPr/>
          </p:nvSpPr>
          <p:spPr>
            <a:xfrm>
              <a:off x="1807725" y="21785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5"/>
                    <a:pt x="222" y="1038"/>
                    <a:pt x="518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1" name="Google Shape;2051;p17"/>
            <p:cNvSpPr/>
            <p:nvPr/>
          </p:nvSpPr>
          <p:spPr>
            <a:xfrm>
              <a:off x="1807725" y="23291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791"/>
                    <a:pt x="222" y="1038"/>
                    <a:pt x="518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2" name="Google Shape;2052;p17"/>
            <p:cNvSpPr/>
            <p:nvPr/>
          </p:nvSpPr>
          <p:spPr>
            <a:xfrm>
              <a:off x="1807725" y="2479125"/>
              <a:ext cx="25925" cy="26550"/>
            </a:xfrm>
            <a:custGeom>
              <a:avLst/>
              <a:gdLst/>
              <a:ahLst/>
              <a:cxnLst/>
              <a:rect l="l" t="t" r="r" b="b"/>
              <a:pathLst>
                <a:path w="1037" h="1062" extrusionOk="0">
                  <a:moveTo>
                    <a:pt x="518" y="0"/>
                  </a:moveTo>
                  <a:cubicBezTo>
                    <a:pt x="222" y="0"/>
                    <a:pt x="0" y="247"/>
                    <a:pt x="0" y="519"/>
                  </a:cubicBezTo>
                  <a:cubicBezTo>
                    <a:pt x="0" y="815"/>
                    <a:pt x="222" y="1062"/>
                    <a:pt x="518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3" name="Google Shape;2053;p17"/>
            <p:cNvSpPr/>
            <p:nvPr/>
          </p:nvSpPr>
          <p:spPr>
            <a:xfrm>
              <a:off x="1807725" y="26297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815"/>
                    <a:pt x="222" y="1037"/>
                    <a:pt x="518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4" name="Google Shape;2054;p17"/>
            <p:cNvSpPr/>
            <p:nvPr/>
          </p:nvSpPr>
          <p:spPr>
            <a:xfrm>
              <a:off x="1807725" y="27803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790"/>
                    <a:pt x="222" y="1037"/>
                    <a:pt x="518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5" name="Google Shape;2055;p17"/>
            <p:cNvSpPr/>
            <p:nvPr/>
          </p:nvSpPr>
          <p:spPr>
            <a:xfrm>
              <a:off x="1807725" y="2930300"/>
              <a:ext cx="25925" cy="26575"/>
            </a:xfrm>
            <a:custGeom>
              <a:avLst/>
              <a:gdLst/>
              <a:ahLst/>
              <a:cxnLst/>
              <a:rect l="l" t="t" r="r" b="b"/>
              <a:pathLst>
                <a:path w="1037" h="1063" extrusionOk="0">
                  <a:moveTo>
                    <a:pt x="518" y="1"/>
                  </a:moveTo>
                  <a:cubicBezTo>
                    <a:pt x="222" y="1"/>
                    <a:pt x="0" y="248"/>
                    <a:pt x="0" y="519"/>
                  </a:cubicBezTo>
                  <a:cubicBezTo>
                    <a:pt x="0" y="816"/>
                    <a:pt x="222" y="1062"/>
                    <a:pt x="518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6" name="Google Shape;2056;p17"/>
            <p:cNvSpPr/>
            <p:nvPr/>
          </p:nvSpPr>
          <p:spPr>
            <a:xfrm>
              <a:off x="1807725" y="3080900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6"/>
                    <a:pt x="222" y="1038"/>
                    <a:pt x="518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7" name="Google Shape;2057;p17"/>
            <p:cNvSpPr/>
            <p:nvPr/>
          </p:nvSpPr>
          <p:spPr>
            <a:xfrm>
              <a:off x="1681800" y="21785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62" y="815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8" name="Google Shape;2058;p17"/>
            <p:cNvSpPr/>
            <p:nvPr/>
          </p:nvSpPr>
          <p:spPr>
            <a:xfrm>
              <a:off x="1681800" y="23291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62" y="791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9" name="Google Shape;2059;p17"/>
            <p:cNvSpPr/>
            <p:nvPr/>
          </p:nvSpPr>
          <p:spPr>
            <a:xfrm>
              <a:off x="1681800" y="2479125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62" y="815"/>
                    <a:pt x="1062" y="519"/>
                  </a:cubicBezTo>
                  <a:cubicBezTo>
                    <a:pt x="1062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0" name="Google Shape;2060;p17"/>
            <p:cNvSpPr/>
            <p:nvPr/>
          </p:nvSpPr>
          <p:spPr>
            <a:xfrm>
              <a:off x="1681800" y="26297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62" y="815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1" name="Google Shape;2061;p17"/>
            <p:cNvSpPr/>
            <p:nvPr/>
          </p:nvSpPr>
          <p:spPr>
            <a:xfrm>
              <a:off x="1681800" y="27803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62" y="790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2" name="Google Shape;2062;p17"/>
            <p:cNvSpPr/>
            <p:nvPr/>
          </p:nvSpPr>
          <p:spPr>
            <a:xfrm>
              <a:off x="1681800" y="2930300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62" y="816"/>
                    <a:pt x="1062" y="519"/>
                  </a:cubicBezTo>
                  <a:cubicBezTo>
                    <a:pt x="1062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3" name="Google Shape;2063;p17"/>
            <p:cNvSpPr/>
            <p:nvPr/>
          </p:nvSpPr>
          <p:spPr>
            <a:xfrm>
              <a:off x="1681800" y="308090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62" y="816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4" name="Google Shape;2064;p17"/>
            <p:cNvSpPr/>
            <p:nvPr/>
          </p:nvSpPr>
          <p:spPr>
            <a:xfrm>
              <a:off x="15565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815" y="1038"/>
                    <a:pt x="1038" y="815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5" name="Google Shape;2065;p17"/>
            <p:cNvSpPr/>
            <p:nvPr/>
          </p:nvSpPr>
          <p:spPr>
            <a:xfrm>
              <a:off x="15565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815" y="1038"/>
                    <a:pt x="1038" y="791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6" name="Google Shape;2066;p17"/>
            <p:cNvSpPr/>
            <p:nvPr/>
          </p:nvSpPr>
          <p:spPr>
            <a:xfrm>
              <a:off x="15565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815" y="1062"/>
                    <a:pt x="1038" y="815"/>
                    <a:pt x="1038" y="519"/>
                  </a:cubicBezTo>
                  <a:cubicBezTo>
                    <a:pt x="1038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7" name="Google Shape;2067;p17"/>
            <p:cNvSpPr/>
            <p:nvPr/>
          </p:nvSpPr>
          <p:spPr>
            <a:xfrm>
              <a:off x="15565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815" y="1037"/>
                    <a:pt x="1038" y="815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8" name="Google Shape;2068;p17"/>
            <p:cNvSpPr/>
            <p:nvPr/>
          </p:nvSpPr>
          <p:spPr>
            <a:xfrm>
              <a:off x="15565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815" y="1037"/>
                    <a:pt x="1038" y="790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9" name="Google Shape;2069;p17"/>
            <p:cNvSpPr/>
            <p:nvPr/>
          </p:nvSpPr>
          <p:spPr>
            <a:xfrm>
              <a:off x="15565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815" y="1062"/>
                    <a:pt x="1038" y="816"/>
                    <a:pt x="1038" y="519"/>
                  </a:cubicBezTo>
                  <a:cubicBezTo>
                    <a:pt x="1038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0" name="Google Shape;2070;p17"/>
            <p:cNvSpPr/>
            <p:nvPr/>
          </p:nvSpPr>
          <p:spPr>
            <a:xfrm>
              <a:off x="15565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815" y="1038"/>
                    <a:pt x="1038" y="816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1" name="Google Shape;2071;p17"/>
            <p:cNvSpPr/>
            <p:nvPr/>
          </p:nvSpPr>
          <p:spPr>
            <a:xfrm>
              <a:off x="14312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791" y="1038"/>
                    <a:pt x="1038" y="815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2" name="Google Shape;2072;p17"/>
            <p:cNvSpPr/>
            <p:nvPr/>
          </p:nvSpPr>
          <p:spPr>
            <a:xfrm>
              <a:off x="14312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791" y="1038"/>
                    <a:pt x="1038" y="791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3" name="Google Shape;2073;p17"/>
            <p:cNvSpPr/>
            <p:nvPr/>
          </p:nvSpPr>
          <p:spPr>
            <a:xfrm>
              <a:off x="14312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791" y="1062"/>
                    <a:pt x="1038" y="815"/>
                    <a:pt x="1038" y="519"/>
                  </a:cubicBezTo>
                  <a:cubicBezTo>
                    <a:pt x="1038" y="247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4" name="Google Shape;2074;p17"/>
            <p:cNvSpPr/>
            <p:nvPr/>
          </p:nvSpPr>
          <p:spPr>
            <a:xfrm>
              <a:off x="14312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791" y="1037"/>
                    <a:pt x="1038" y="815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5" name="Google Shape;2075;p17"/>
            <p:cNvSpPr/>
            <p:nvPr/>
          </p:nvSpPr>
          <p:spPr>
            <a:xfrm>
              <a:off x="14312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791" y="1037"/>
                    <a:pt x="1038" y="790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6" name="Google Shape;2076;p17"/>
            <p:cNvSpPr/>
            <p:nvPr/>
          </p:nvSpPr>
          <p:spPr>
            <a:xfrm>
              <a:off x="14312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791" y="1062"/>
                    <a:pt x="1038" y="816"/>
                    <a:pt x="1038" y="519"/>
                  </a:cubicBezTo>
                  <a:cubicBezTo>
                    <a:pt x="1038" y="248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7" name="Google Shape;2077;p17"/>
            <p:cNvSpPr/>
            <p:nvPr/>
          </p:nvSpPr>
          <p:spPr>
            <a:xfrm>
              <a:off x="14312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791" y="1038"/>
                    <a:pt x="1038" y="816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8" name="Google Shape;2078;p17"/>
            <p:cNvSpPr/>
            <p:nvPr/>
          </p:nvSpPr>
          <p:spPr>
            <a:xfrm>
              <a:off x="13053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9" name="Google Shape;2079;p17"/>
            <p:cNvSpPr/>
            <p:nvPr/>
          </p:nvSpPr>
          <p:spPr>
            <a:xfrm>
              <a:off x="13053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0" name="Google Shape;2080;p17"/>
            <p:cNvSpPr/>
            <p:nvPr/>
          </p:nvSpPr>
          <p:spPr>
            <a:xfrm>
              <a:off x="13053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1" name="Google Shape;2081;p17"/>
            <p:cNvSpPr/>
            <p:nvPr/>
          </p:nvSpPr>
          <p:spPr>
            <a:xfrm>
              <a:off x="13053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2" name="Google Shape;2082;p17"/>
            <p:cNvSpPr/>
            <p:nvPr/>
          </p:nvSpPr>
          <p:spPr>
            <a:xfrm>
              <a:off x="13053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3" name="Google Shape;2083;p17"/>
            <p:cNvSpPr/>
            <p:nvPr/>
          </p:nvSpPr>
          <p:spPr>
            <a:xfrm>
              <a:off x="13053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4" name="Google Shape;2084;p17"/>
            <p:cNvSpPr/>
            <p:nvPr/>
          </p:nvSpPr>
          <p:spPr>
            <a:xfrm>
              <a:off x="13053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5" name="Google Shape;2085;p17"/>
            <p:cNvSpPr/>
            <p:nvPr/>
          </p:nvSpPr>
          <p:spPr>
            <a:xfrm>
              <a:off x="11800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5"/>
                    <a:pt x="223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6" name="Google Shape;2086;p17"/>
            <p:cNvSpPr/>
            <p:nvPr/>
          </p:nvSpPr>
          <p:spPr>
            <a:xfrm>
              <a:off x="11800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791"/>
                    <a:pt x="223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7" name="Google Shape;2087;p17"/>
            <p:cNvSpPr/>
            <p:nvPr/>
          </p:nvSpPr>
          <p:spPr>
            <a:xfrm>
              <a:off x="11800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0" y="247"/>
                    <a:pt x="0" y="519"/>
                  </a:cubicBezTo>
                  <a:cubicBezTo>
                    <a:pt x="0" y="815"/>
                    <a:pt x="223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8" name="Google Shape;2088;p17"/>
            <p:cNvSpPr/>
            <p:nvPr/>
          </p:nvSpPr>
          <p:spPr>
            <a:xfrm>
              <a:off x="11800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815"/>
                    <a:pt x="223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9" name="Google Shape;2089;p17"/>
            <p:cNvSpPr/>
            <p:nvPr/>
          </p:nvSpPr>
          <p:spPr>
            <a:xfrm>
              <a:off x="11800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790"/>
                    <a:pt x="223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0" name="Google Shape;2090;p17"/>
            <p:cNvSpPr/>
            <p:nvPr/>
          </p:nvSpPr>
          <p:spPr>
            <a:xfrm>
              <a:off x="11800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0" y="248"/>
                    <a:pt x="0" y="519"/>
                  </a:cubicBezTo>
                  <a:cubicBezTo>
                    <a:pt x="0" y="816"/>
                    <a:pt x="223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1" name="Google Shape;2091;p17"/>
            <p:cNvSpPr/>
            <p:nvPr/>
          </p:nvSpPr>
          <p:spPr>
            <a:xfrm>
              <a:off x="11800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6"/>
                    <a:pt x="223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2" name="Google Shape;2092;p17"/>
            <p:cNvSpPr/>
            <p:nvPr/>
          </p:nvSpPr>
          <p:spPr>
            <a:xfrm>
              <a:off x="1054075" y="21785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44" y="1038"/>
                  </a:cubicBezTo>
                  <a:cubicBezTo>
                    <a:pt x="816" y="1038"/>
                    <a:pt x="1062" y="815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3" name="Google Shape;2093;p17"/>
            <p:cNvSpPr/>
            <p:nvPr/>
          </p:nvSpPr>
          <p:spPr>
            <a:xfrm>
              <a:off x="1054075" y="23291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44" y="1038"/>
                  </a:cubicBezTo>
                  <a:cubicBezTo>
                    <a:pt x="816" y="1038"/>
                    <a:pt x="1062" y="791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4" name="Google Shape;2094;p17"/>
            <p:cNvSpPr/>
            <p:nvPr/>
          </p:nvSpPr>
          <p:spPr>
            <a:xfrm>
              <a:off x="1054075" y="2479125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44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44" y="1062"/>
                  </a:cubicBezTo>
                  <a:cubicBezTo>
                    <a:pt x="816" y="1062"/>
                    <a:pt x="1062" y="815"/>
                    <a:pt x="1062" y="519"/>
                  </a:cubicBezTo>
                  <a:cubicBezTo>
                    <a:pt x="1062" y="247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5" name="Google Shape;2095;p17"/>
            <p:cNvSpPr/>
            <p:nvPr/>
          </p:nvSpPr>
          <p:spPr>
            <a:xfrm>
              <a:off x="1054075" y="26297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44" y="1037"/>
                  </a:cubicBezTo>
                  <a:cubicBezTo>
                    <a:pt x="816" y="1037"/>
                    <a:pt x="1062" y="815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6" name="Google Shape;2096;p17"/>
            <p:cNvSpPr/>
            <p:nvPr/>
          </p:nvSpPr>
          <p:spPr>
            <a:xfrm>
              <a:off x="1054075" y="27803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44" y="1037"/>
                  </a:cubicBezTo>
                  <a:cubicBezTo>
                    <a:pt x="816" y="1037"/>
                    <a:pt x="1062" y="790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7" name="Google Shape;2097;p17"/>
            <p:cNvSpPr/>
            <p:nvPr/>
          </p:nvSpPr>
          <p:spPr>
            <a:xfrm>
              <a:off x="1054075" y="2930300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44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44" y="1062"/>
                  </a:cubicBezTo>
                  <a:cubicBezTo>
                    <a:pt x="816" y="1062"/>
                    <a:pt x="1062" y="816"/>
                    <a:pt x="1062" y="519"/>
                  </a:cubicBezTo>
                  <a:cubicBezTo>
                    <a:pt x="1062" y="248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8" name="Google Shape;2098;p17"/>
            <p:cNvSpPr/>
            <p:nvPr/>
          </p:nvSpPr>
          <p:spPr>
            <a:xfrm>
              <a:off x="1054075" y="308090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44" y="1038"/>
                  </a:cubicBezTo>
                  <a:cubicBezTo>
                    <a:pt x="816" y="1038"/>
                    <a:pt x="1062" y="816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7">
    <p:spTree>
      <p:nvGrpSpPr>
        <p:cNvPr id="1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p18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01" name="Google Shape;2101;p18"/>
          <p:cNvSpPr txBox="1">
            <a:spLocks noGrp="1"/>
          </p:cNvSpPr>
          <p:nvPr>
            <p:ph type="subTitle" idx="1"/>
          </p:nvPr>
        </p:nvSpPr>
        <p:spPr>
          <a:xfrm>
            <a:off x="922050" y="1544250"/>
            <a:ext cx="2307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02" name="Google Shape;2102;p18"/>
          <p:cNvSpPr txBox="1">
            <a:spLocks noGrp="1"/>
          </p:cNvSpPr>
          <p:nvPr>
            <p:ph type="subTitle" idx="2"/>
          </p:nvPr>
        </p:nvSpPr>
        <p:spPr>
          <a:xfrm>
            <a:off x="922050" y="1857750"/>
            <a:ext cx="2307900" cy="7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3" name="Google Shape;2103;p18"/>
          <p:cNvSpPr txBox="1">
            <a:spLocks noGrp="1"/>
          </p:cNvSpPr>
          <p:nvPr>
            <p:ph type="subTitle" idx="3"/>
          </p:nvPr>
        </p:nvSpPr>
        <p:spPr>
          <a:xfrm>
            <a:off x="5914075" y="1544250"/>
            <a:ext cx="2307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04" name="Google Shape;2104;p18"/>
          <p:cNvSpPr txBox="1">
            <a:spLocks noGrp="1"/>
          </p:cNvSpPr>
          <p:nvPr>
            <p:ph type="subTitle" idx="4"/>
          </p:nvPr>
        </p:nvSpPr>
        <p:spPr>
          <a:xfrm>
            <a:off x="5914075" y="1857750"/>
            <a:ext cx="2307900" cy="7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5" name="Google Shape;2105;p18"/>
          <p:cNvSpPr txBox="1">
            <a:spLocks noGrp="1"/>
          </p:cNvSpPr>
          <p:nvPr>
            <p:ph type="subTitle" idx="5"/>
          </p:nvPr>
        </p:nvSpPr>
        <p:spPr>
          <a:xfrm>
            <a:off x="922050" y="3067325"/>
            <a:ext cx="2307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06" name="Google Shape;2106;p18"/>
          <p:cNvSpPr txBox="1">
            <a:spLocks noGrp="1"/>
          </p:cNvSpPr>
          <p:nvPr>
            <p:ph type="subTitle" idx="6"/>
          </p:nvPr>
        </p:nvSpPr>
        <p:spPr>
          <a:xfrm>
            <a:off x="922050" y="3380675"/>
            <a:ext cx="2307900" cy="7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7" name="Google Shape;2107;p18"/>
          <p:cNvSpPr txBox="1">
            <a:spLocks noGrp="1"/>
          </p:cNvSpPr>
          <p:nvPr>
            <p:ph type="subTitle" idx="7"/>
          </p:nvPr>
        </p:nvSpPr>
        <p:spPr>
          <a:xfrm>
            <a:off x="5914075" y="3067325"/>
            <a:ext cx="2307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08" name="Google Shape;2108;p18"/>
          <p:cNvSpPr txBox="1">
            <a:spLocks noGrp="1"/>
          </p:cNvSpPr>
          <p:nvPr>
            <p:ph type="subTitle" idx="8"/>
          </p:nvPr>
        </p:nvSpPr>
        <p:spPr>
          <a:xfrm>
            <a:off x="5914075" y="3380675"/>
            <a:ext cx="2307900" cy="7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109" name="Google Shape;2109;p18"/>
          <p:cNvGrpSpPr/>
          <p:nvPr/>
        </p:nvGrpSpPr>
        <p:grpSpPr>
          <a:xfrm>
            <a:off x="-467250" y="-103637"/>
            <a:ext cx="904875" cy="928325"/>
            <a:chOff x="1054075" y="2178525"/>
            <a:chExt cx="904875" cy="928325"/>
          </a:xfrm>
        </p:grpSpPr>
        <p:sp>
          <p:nvSpPr>
            <p:cNvPr id="2110" name="Google Shape;2110;p18"/>
            <p:cNvSpPr/>
            <p:nvPr/>
          </p:nvSpPr>
          <p:spPr>
            <a:xfrm>
              <a:off x="19330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19" y="1038"/>
                  </a:cubicBezTo>
                  <a:cubicBezTo>
                    <a:pt x="816" y="1038"/>
                    <a:pt x="1038" y="815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1" name="Google Shape;2111;p18"/>
            <p:cNvSpPr/>
            <p:nvPr/>
          </p:nvSpPr>
          <p:spPr>
            <a:xfrm>
              <a:off x="19330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19" y="1038"/>
                  </a:cubicBezTo>
                  <a:cubicBezTo>
                    <a:pt x="816" y="1038"/>
                    <a:pt x="1038" y="791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2" name="Google Shape;2112;p18"/>
            <p:cNvSpPr/>
            <p:nvPr/>
          </p:nvSpPr>
          <p:spPr>
            <a:xfrm>
              <a:off x="19330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19" y="1062"/>
                  </a:cubicBezTo>
                  <a:cubicBezTo>
                    <a:pt x="816" y="1062"/>
                    <a:pt x="1038" y="815"/>
                    <a:pt x="1038" y="519"/>
                  </a:cubicBezTo>
                  <a:cubicBezTo>
                    <a:pt x="1038" y="247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3" name="Google Shape;2113;p18"/>
            <p:cNvSpPr/>
            <p:nvPr/>
          </p:nvSpPr>
          <p:spPr>
            <a:xfrm>
              <a:off x="19330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19" y="1037"/>
                  </a:cubicBezTo>
                  <a:cubicBezTo>
                    <a:pt x="816" y="1037"/>
                    <a:pt x="1038" y="815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4" name="Google Shape;2114;p18"/>
            <p:cNvSpPr/>
            <p:nvPr/>
          </p:nvSpPr>
          <p:spPr>
            <a:xfrm>
              <a:off x="19330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19" y="1037"/>
                  </a:cubicBezTo>
                  <a:cubicBezTo>
                    <a:pt x="816" y="1037"/>
                    <a:pt x="1038" y="790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5" name="Google Shape;2115;p18"/>
            <p:cNvSpPr/>
            <p:nvPr/>
          </p:nvSpPr>
          <p:spPr>
            <a:xfrm>
              <a:off x="19330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19" y="1062"/>
                  </a:cubicBezTo>
                  <a:cubicBezTo>
                    <a:pt x="816" y="1062"/>
                    <a:pt x="1038" y="816"/>
                    <a:pt x="1038" y="519"/>
                  </a:cubicBezTo>
                  <a:cubicBezTo>
                    <a:pt x="1038" y="248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6" name="Google Shape;2116;p18"/>
            <p:cNvSpPr/>
            <p:nvPr/>
          </p:nvSpPr>
          <p:spPr>
            <a:xfrm>
              <a:off x="19330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19" y="1038"/>
                  </a:cubicBezTo>
                  <a:cubicBezTo>
                    <a:pt x="816" y="1038"/>
                    <a:pt x="1038" y="816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7" name="Google Shape;2117;p18"/>
            <p:cNvSpPr/>
            <p:nvPr/>
          </p:nvSpPr>
          <p:spPr>
            <a:xfrm>
              <a:off x="1807725" y="21785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5"/>
                    <a:pt x="222" y="1038"/>
                    <a:pt x="518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8" name="Google Shape;2118;p18"/>
            <p:cNvSpPr/>
            <p:nvPr/>
          </p:nvSpPr>
          <p:spPr>
            <a:xfrm>
              <a:off x="1807725" y="23291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791"/>
                    <a:pt x="222" y="1038"/>
                    <a:pt x="518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9" name="Google Shape;2119;p18"/>
            <p:cNvSpPr/>
            <p:nvPr/>
          </p:nvSpPr>
          <p:spPr>
            <a:xfrm>
              <a:off x="1807725" y="2479125"/>
              <a:ext cx="25925" cy="26550"/>
            </a:xfrm>
            <a:custGeom>
              <a:avLst/>
              <a:gdLst/>
              <a:ahLst/>
              <a:cxnLst/>
              <a:rect l="l" t="t" r="r" b="b"/>
              <a:pathLst>
                <a:path w="1037" h="1062" extrusionOk="0">
                  <a:moveTo>
                    <a:pt x="518" y="0"/>
                  </a:moveTo>
                  <a:cubicBezTo>
                    <a:pt x="222" y="0"/>
                    <a:pt x="0" y="247"/>
                    <a:pt x="0" y="519"/>
                  </a:cubicBezTo>
                  <a:cubicBezTo>
                    <a:pt x="0" y="815"/>
                    <a:pt x="222" y="1062"/>
                    <a:pt x="518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0" name="Google Shape;2120;p18"/>
            <p:cNvSpPr/>
            <p:nvPr/>
          </p:nvSpPr>
          <p:spPr>
            <a:xfrm>
              <a:off x="1807725" y="26297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815"/>
                    <a:pt x="222" y="1037"/>
                    <a:pt x="518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1" name="Google Shape;2121;p18"/>
            <p:cNvSpPr/>
            <p:nvPr/>
          </p:nvSpPr>
          <p:spPr>
            <a:xfrm>
              <a:off x="1807725" y="27803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790"/>
                    <a:pt x="222" y="1037"/>
                    <a:pt x="518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2" name="Google Shape;2122;p18"/>
            <p:cNvSpPr/>
            <p:nvPr/>
          </p:nvSpPr>
          <p:spPr>
            <a:xfrm>
              <a:off x="1807725" y="2930300"/>
              <a:ext cx="25925" cy="26575"/>
            </a:xfrm>
            <a:custGeom>
              <a:avLst/>
              <a:gdLst/>
              <a:ahLst/>
              <a:cxnLst/>
              <a:rect l="l" t="t" r="r" b="b"/>
              <a:pathLst>
                <a:path w="1037" h="1063" extrusionOk="0">
                  <a:moveTo>
                    <a:pt x="518" y="1"/>
                  </a:moveTo>
                  <a:cubicBezTo>
                    <a:pt x="222" y="1"/>
                    <a:pt x="0" y="248"/>
                    <a:pt x="0" y="519"/>
                  </a:cubicBezTo>
                  <a:cubicBezTo>
                    <a:pt x="0" y="816"/>
                    <a:pt x="222" y="1062"/>
                    <a:pt x="518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3" name="Google Shape;2123;p18"/>
            <p:cNvSpPr/>
            <p:nvPr/>
          </p:nvSpPr>
          <p:spPr>
            <a:xfrm>
              <a:off x="1807725" y="3080900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6"/>
                    <a:pt x="222" y="1038"/>
                    <a:pt x="518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4" name="Google Shape;2124;p18"/>
            <p:cNvSpPr/>
            <p:nvPr/>
          </p:nvSpPr>
          <p:spPr>
            <a:xfrm>
              <a:off x="1681800" y="21785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62" y="815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5" name="Google Shape;2125;p18"/>
            <p:cNvSpPr/>
            <p:nvPr/>
          </p:nvSpPr>
          <p:spPr>
            <a:xfrm>
              <a:off x="1681800" y="23291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62" y="791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6" name="Google Shape;2126;p18"/>
            <p:cNvSpPr/>
            <p:nvPr/>
          </p:nvSpPr>
          <p:spPr>
            <a:xfrm>
              <a:off x="1681800" y="2479125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62" y="815"/>
                    <a:pt x="1062" y="519"/>
                  </a:cubicBezTo>
                  <a:cubicBezTo>
                    <a:pt x="1062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7" name="Google Shape;2127;p18"/>
            <p:cNvSpPr/>
            <p:nvPr/>
          </p:nvSpPr>
          <p:spPr>
            <a:xfrm>
              <a:off x="1681800" y="26297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62" y="815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8" name="Google Shape;2128;p18"/>
            <p:cNvSpPr/>
            <p:nvPr/>
          </p:nvSpPr>
          <p:spPr>
            <a:xfrm>
              <a:off x="1681800" y="27803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62" y="790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9" name="Google Shape;2129;p18"/>
            <p:cNvSpPr/>
            <p:nvPr/>
          </p:nvSpPr>
          <p:spPr>
            <a:xfrm>
              <a:off x="1681800" y="2930300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62" y="816"/>
                    <a:pt x="1062" y="519"/>
                  </a:cubicBezTo>
                  <a:cubicBezTo>
                    <a:pt x="1062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0" name="Google Shape;2130;p18"/>
            <p:cNvSpPr/>
            <p:nvPr/>
          </p:nvSpPr>
          <p:spPr>
            <a:xfrm>
              <a:off x="1681800" y="308090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62" y="816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1" name="Google Shape;2131;p18"/>
            <p:cNvSpPr/>
            <p:nvPr/>
          </p:nvSpPr>
          <p:spPr>
            <a:xfrm>
              <a:off x="15565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815" y="1038"/>
                    <a:pt x="1038" y="815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2" name="Google Shape;2132;p18"/>
            <p:cNvSpPr/>
            <p:nvPr/>
          </p:nvSpPr>
          <p:spPr>
            <a:xfrm>
              <a:off x="15565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815" y="1038"/>
                    <a:pt x="1038" y="791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3" name="Google Shape;2133;p18"/>
            <p:cNvSpPr/>
            <p:nvPr/>
          </p:nvSpPr>
          <p:spPr>
            <a:xfrm>
              <a:off x="15565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815" y="1062"/>
                    <a:pt x="1038" y="815"/>
                    <a:pt x="1038" y="519"/>
                  </a:cubicBezTo>
                  <a:cubicBezTo>
                    <a:pt x="1038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4" name="Google Shape;2134;p18"/>
            <p:cNvSpPr/>
            <p:nvPr/>
          </p:nvSpPr>
          <p:spPr>
            <a:xfrm>
              <a:off x="15565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815" y="1037"/>
                    <a:pt x="1038" y="815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5" name="Google Shape;2135;p18"/>
            <p:cNvSpPr/>
            <p:nvPr/>
          </p:nvSpPr>
          <p:spPr>
            <a:xfrm>
              <a:off x="15565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815" y="1037"/>
                    <a:pt x="1038" y="790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6" name="Google Shape;2136;p18"/>
            <p:cNvSpPr/>
            <p:nvPr/>
          </p:nvSpPr>
          <p:spPr>
            <a:xfrm>
              <a:off x="15565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815" y="1062"/>
                    <a:pt x="1038" y="816"/>
                    <a:pt x="1038" y="519"/>
                  </a:cubicBezTo>
                  <a:cubicBezTo>
                    <a:pt x="1038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7" name="Google Shape;2137;p18"/>
            <p:cNvSpPr/>
            <p:nvPr/>
          </p:nvSpPr>
          <p:spPr>
            <a:xfrm>
              <a:off x="15565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815" y="1038"/>
                    <a:pt x="1038" y="816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8" name="Google Shape;2138;p18"/>
            <p:cNvSpPr/>
            <p:nvPr/>
          </p:nvSpPr>
          <p:spPr>
            <a:xfrm>
              <a:off x="14312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791" y="1038"/>
                    <a:pt x="1038" y="815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9" name="Google Shape;2139;p18"/>
            <p:cNvSpPr/>
            <p:nvPr/>
          </p:nvSpPr>
          <p:spPr>
            <a:xfrm>
              <a:off x="14312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791" y="1038"/>
                    <a:pt x="1038" y="791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0" name="Google Shape;2140;p18"/>
            <p:cNvSpPr/>
            <p:nvPr/>
          </p:nvSpPr>
          <p:spPr>
            <a:xfrm>
              <a:off x="14312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791" y="1062"/>
                    <a:pt x="1038" y="815"/>
                    <a:pt x="1038" y="519"/>
                  </a:cubicBezTo>
                  <a:cubicBezTo>
                    <a:pt x="1038" y="247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1" name="Google Shape;2141;p18"/>
            <p:cNvSpPr/>
            <p:nvPr/>
          </p:nvSpPr>
          <p:spPr>
            <a:xfrm>
              <a:off x="14312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791" y="1037"/>
                    <a:pt x="1038" y="815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2" name="Google Shape;2142;p18"/>
            <p:cNvSpPr/>
            <p:nvPr/>
          </p:nvSpPr>
          <p:spPr>
            <a:xfrm>
              <a:off x="14312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791" y="1037"/>
                    <a:pt x="1038" y="790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3" name="Google Shape;2143;p18"/>
            <p:cNvSpPr/>
            <p:nvPr/>
          </p:nvSpPr>
          <p:spPr>
            <a:xfrm>
              <a:off x="14312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791" y="1062"/>
                    <a:pt x="1038" y="816"/>
                    <a:pt x="1038" y="519"/>
                  </a:cubicBezTo>
                  <a:cubicBezTo>
                    <a:pt x="1038" y="248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4" name="Google Shape;2144;p18"/>
            <p:cNvSpPr/>
            <p:nvPr/>
          </p:nvSpPr>
          <p:spPr>
            <a:xfrm>
              <a:off x="14312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791" y="1038"/>
                    <a:pt x="1038" y="816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5" name="Google Shape;2145;p18"/>
            <p:cNvSpPr/>
            <p:nvPr/>
          </p:nvSpPr>
          <p:spPr>
            <a:xfrm>
              <a:off x="13053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6" name="Google Shape;2146;p18"/>
            <p:cNvSpPr/>
            <p:nvPr/>
          </p:nvSpPr>
          <p:spPr>
            <a:xfrm>
              <a:off x="13053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7" name="Google Shape;2147;p18"/>
            <p:cNvSpPr/>
            <p:nvPr/>
          </p:nvSpPr>
          <p:spPr>
            <a:xfrm>
              <a:off x="13053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8" name="Google Shape;2148;p18"/>
            <p:cNvSpPr/>
            <p:nvPr/>
          </p:nvSpPr>
          <p:spPr>
            <a:xfrm>
              <a:off x="13053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9" name="Google Shape;2149;p18"/>
            <p:cNvSpPr/>
            <p:nvPr/>
          </p:nvSpPr>
          <p:spPr>
            <a:xfrm>
              <a:off x="13053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0" name="Google Shape;2150;p18"/>
            <p:cNvSpPr/>
            <p:nvPr/>
          </p:nvSpPr>
          <p:spPr>
            <a:xfrm>
              <a:off x="13053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1" name="Google Shape;2151;p18"/>
            <p:cNvSpPr/>
            <p:nvPr/>
          </p:nvSpPr>
          <p:spPr>
            <a:xfrm>
              <a:off x="13053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2" name="Google Shape;2152;p18"/>
            <p:cNvSpPr/>
            <p:nvPr/>
          </p:nvSpPr>
          <p:spPr>
            <a:xfrm>
              <a:off x="11800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5"/>
                    <a:pt x="223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3" name="Google Shape;2153;p18"/>
            <p:cNvSpPr/>
            <p:nvPr/>
          </p:nvSpPr>
          <p:spPr>
            <a:xfrm>
              <a:off x="11800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791"/>
                    <a:pt x="223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4" name="Google Shape;2154;p18"/>
            <p:cNvSpPr/>
            <p:nvPr/>
          </p:nvSpPr>
          <p:spPr>
            <a:xfrm>
              <a:off x="11800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0" y="247"/>
                    <a:pt x="0" y="519"/>
                  </a:cubicBezTo>
                  <a:cubicBezTo>
                    <a:pt x="0" y="815"/>
                    <a:pt x="223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5" name="Google Shape;2155;p18"/>
            <p:cNvSpPr/>
            <p:nvPr/>
          </p:nvSpPr>
          <p:spPr>
            <a:xfrm>
              <a:off x="11800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815"/>
                    <a:pt x="223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6" name="Google Shape;2156;p18"/>
            <p:cNvSpPr/>
            <p:nvPr/>
          </p:nvSpPr>
          <p:spPr>
            <a:xfrm>
              <a:off x="11800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790"/>
                    <a:pt x="223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7" name="Google Shape;2157;p18"/>
            <p:cNvSpPr/>
            <p:nvPr/>
          </p:nvSpPr>
          <p:spPr>
            <a:xfrm>
              <a:off x="11800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0" y="248"/>
                    <a:pt x="0" y="519"/>
                  </a:cubicBezTo>
                  <a:cubicBezTo>
                    <a:pt x="0" y="816"/>
                    <a:pt x="223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8" name="Google Shape;2158;p18"/>
            <p:cNvSpPr/>
            <p:nvPr/>
          </p:nvSpPr>
          <p:spPr>
            <a:xfrm>
              <a:off x="11800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6"/>
                    <a:pt x="223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9" name="Google Shape;2159;p18"/>
            <p:cNvSpPr/>
            <p:nvPr/>
          </p:nvSpPr>
          <p:spPr>
            <a:xfrm>
              <a:off x="1054075" y="21785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44" y="1038"/>
                  </a:cubicBezTo>
                  <a:cubicBezTo>
                    <a:pt x="816" y="1038"/>
                    <a:pt x="1062" y="815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0" name="Google Shape;2160;p18"/>
            <p:cNvSpPr/>
            <p:nvPr/>
          </p:nvSpPr>
          <p:spPr>
            <a:xfrm>
              <a:off x="1054075" y="23291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44" y="1038"/>
                  </a:cubicBezTo>
                  <a:cubicBezTo>
                    <a:pt x="816" y="1038"/>
                    <a:pt x="1062" y="791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1" name="Google Shape;2161;p18"/>
            <p:cNvSpPr/>
            <p:nvPr/>
          </p:nvSpPr>
          <p:spPr>
            <a:xfrm>
              <a:off x="1054075" y="2479125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44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44" y="1062"/>
                  </a:cubicBezTo>
                  <a:cubicBezTo>
                    <a:pt x="816" y="1062"/>
                    <a:pt x="1062" y="815"/>
                    <a:pt x="1062" y="519"/>
                  </a:cubicBezTo>
                  <a:cubicBezTo>
                    <a:pt x="1062" y="247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2" name="Google Shape;2162;p18"/>
            <p:cNvSpPr/>
            <p:nvPr/>
          </p:nvSpPr>
          <p:spPr>
            <a:xfrm>
              <a:off x="1054075" y="26297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44" y="1037"/>
                  </a:cubicBezTo>
                  <a:cubicBezTo>
                    <a:pt x="816" y="1037"/>
                    <a:pt x="1062" y="815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3" name="Google Shape;2163;p18"/>
            <p:cNvSpPr/>
            <p:nvPr/>
          </p:nvSpPr>
          <p:spPr>
            <a:xfrm>
              <a:off x="1054075" y="27803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44" y="1037"/>
                  </a:cubicBezTo>
                  <a:cubicBezTo>
                    <a:pt x="816" y="1037"/>
                    <a:pt x="1062" y="790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4" name="Google Shape;2164;p18"/>
            <p:cNvSpPr/>
            <p:nvPr/>
          </p:nvSpPr>
          <p:spPr>
            <a:xfrm>
              <a:off x="1054075" y="2930300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44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44" y="1062"/>
                  </a:cubicBezTo>
                  <a:cubicBezTo>
                    <a:pt x="816" y="1062"/>
                    <a:pt x="1062" y="816"/>
                    <a:pt x="1062" y="519"/>
                  </a:cubicBezTo>
                  <a:cubicBezTo>
                    <a:pt x="1062" y="248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5" name="Google Shape;2165;p18"/>
            <p:cNvSpPr/>
            <p:nvPr/>
          </p:nvSpPr>
          <p:spPr>
            <a:xfrm>
              <a:off x="1054075" y="308090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44" y="1038"/>
                  </a:cubicBezTo>
                  <a:cubicBezTo>
                    <a:pt x="816" y="1038"/>
                    <a:pt x="1062" y="816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166" name="Google Shape;2166;p18"/>
          <p:cNvGrpSpPr/>
          <p:nvPr/>
        </p:nvGrpSpPr>
        <p:grpSpPr>
          <a:xfrm rot="5400000">
            <a:off x="8013157" y="4011140"/>
            <a:ext cx="1646456" cy="754740"/>
            <a:chOff x="5071203" y="4398918"/>
            <a:chExt cx="1646456" cy="754740"/>
          </a:xfrm>
        </p:grpSpPr>
        <p:sp>
          <p:nvSpPr>
            <p:cNvPr id="2167" name="Google Shape;2167;p18"/>
            <p:cNvSpPr/>
            <p:nvPr/>
          </p:nvSpPr>
          <p:spPr>
            <a:xfrm>
              <a:off x="5071203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8" name="Google Shape;2168;p18"/>
            <p:cNvSpPr/>
            <p:nvPr/>
          </p:nvSpPr>
          <p:spPr>
            <a:xfrm>
              <a:off x="518670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9" name="Google Shape;2169;p18"/>
            <p:cNvSpPr/>
            <p:nvPr/>
          </p:nvSpPr>
          <p:spPr>
            <a:xfrm>
              <a:off x="5302521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0" name="Google Shape;2170;p18"/>
            <p:cNvSpPr/>
            <p:nvPr/>
          </p:nvSpPr>
          <p:spPr>
            <a:xfrm>
              <a:off x="5418334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1" name="Google Shape;2171;p18"/>
            <p:cNvSpPr/>
            <p:nvPr/>
          </p:nvSpPr>
          <p:spPr>
            <a:xfrm>
              <a:off x="5534146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2" name="Google Shape;2172;p18"/>
            <p:cNvSpPr/>
            <p:nvPr/>
          </p:nvSpPr>
          <p:spPr>
            <a:xfrm>
              <a:off x="5649652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3" name="Google Shape;2173;p18"/>
            <p:cNvSpPr/>
            <p:nvPr/>
          </p:nvSpPr>
          <p:spPr>
            <a:xfrm>
              <a:off x="5765465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4" name="Google Shape;2174;p18"/>
            <p:cNvSpPr/>
            <p:nvPr/>
          </p:nvSpPr>
          <p:spPr>
            <a:xfrm>
              <a:off x="5071203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8"/>
                    <a:pt x="1062" y="2148"/>
                  </a:cubicBezTo>
                  <a:cubicBezTo>
                    <a:pt x="1655" y="2148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5" name="Google Shape;2175;p18"/>
            <p:cNvSpPr/>
            <p:nvPr/>
          </p:nvSpPr>
          <p:spPr>
            <a:xfrm>
              <a:off x="5302521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94" y="2148"/>
                    <a:pt x="1087" y="2148"/>
                  </a:cubicBezTo>
                  <a:cubicBezTo>
                    <a:pt x="1679" y="2148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6" name="Google Shape;2176;p18"/>
            <p:cNvSpPr/>
            <p:nvPr/>
          </p:nvSpPr>
          <p:spPr>
            <a:xfrm>
              <a:off x="5534146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55" y="2148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7" name="Google Shape;2177;p18"/>
            <p:cNvSpPr/>
            <p:nvPr/>
          </p:nvSpPr>
          <p:spPr>
            <a:xfrm>
              <a:off x="5765465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8"/>
                    <a:pt x="1087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8" name="Google Shape;2178;p18"/>
            <p:cNvSpPr/>
            <p:nvPr/>
          </p:nvSpPr>
          <p:spPr>
            <a:xfrm>
              <a:off x="5071203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2" y="2148"/>
                  </a:cubicBezTo>
                  <a:cubicBezTo>
                    <a:pt x="1655" y="2148"/>
                    <a:pt x="2149" y="1654"/>
                    <a:pt x="2149" y="1062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9" name="Google Shape;2179;p18"/>
            <p:cNvSpPr/>
            <p:nvPr/>
          </p:nvSpPr>
          <p:spPr>
            <a:xfrm>
              <a:off x="518670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62"/>
                  </a:cubicBezTo>
                  <a:cubicBezTo>
                    <a:pt x="1" y="1654"/>
                    <a:pt x="495" y="2148"/>
                    <a:pt x="1087" y="2148"/>
                  </a:cubicBezTo>
                  <a:cubicBezTo>
                    <a:pt x="1680" y="2148"/>
                    <a:pt x="2149" y="1654"/>
                    <a:pt x="2149" y="1062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0" name="Google Shape;2180;p18"/>
            <p:cNvSpPr/>
            <p:nvPr/>
          </p:nvSpPr>
          <p:spPr>
            <a:xfrm>
              <a:off x="5302521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9" y="1654"/>
                    <a:pt x="2149" y="1062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1" name="Google Shape;2181;p18"/>
            <p:cNvSpPr/>
            <p:nvPr/>
          </p:nvSpPr>
          <p:spPr>
            <a:xfrm>
              <a:off x="5418334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2" name="Google Shape;2182;p18"/>
            <p:cNvSpPr/>
            <p:nvPr/>
          </p:nvSpPr>
          <p:spPr>
            <a:xfrm>
              <a:off x="5534146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3" name="Google Shape;2183;p18"/>
            <p:cNvSpPr/>
            <p:nvPr/>
          </p:nvSpPr>
          <p:spPr>
            <a:xfrm>
              <a:off x="5649652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4" name="Google Shape;2184;p18"/>
            <p:cNvSpPr/>
            <p:nvPr/>
          </p:nvSpPr>
          <p:spPr>
            <a:xfrm>
              <a:off x="5765465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5" name="Google Shape;2185;p18"/>
            <p:cNvSpPr/>
            <p:nvPr/>
          </p:nvSpPr>
          <p:spPr>
            <a:xfrm>
              <a:off x="5071203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2" y="2149"/>
                  </a:cubicBezTo>
                  <a:cubicBezTo>
                    <a:pt x="1655" y="2149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6" name="Google Shape;2186;p18"/>
            <p:cNvSpPr/>
            <p:nvPr/>
          </p:nvSpPr>
          <p:spPr>
            <a:xfrm>
              <a:off x="5302521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87" y="2149"/>
                  </a:cubicBezTo>
                  <a:cubicBezTo>
                    <a:pt x="1679" y="2149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7" name="Google Shape;2187;p18"/>
            <p:cNvSpPr/>
            <p:nvPr/>
          </p:nvSpPr>
          <p:spPr>
            <a:xfrm>
              <a:off x="5534146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5" y="2149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8" name="Google Shape;2188;p18"/>
            <p:cNvSpPr/>
            <p:nvPr/>
          </p:nvSpPr>
          <p:spPr>
            <a:xfrm>
              <a:off x="5765465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9"/>
                    <a:pt x="1087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9" name="Google Shape;2189;p18"/>
            <p:cNvSpPr/>
            <p:nvPr/>
          </p:nvSpPr>
          <p:spPr>
            <a:xfrm>
              <a:off x="5071203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0" name="Google Shape;2190;p18"/>
            <p:cNvSpPr/>
            <p:nvPr/>
          </p:nvSpPr>
          <p:spPr>
            <a:xfrm>
              <a:off x="518670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1" name="Google Shape;2191;p18"/>
            <p:cNvSpPr/>
            <p:nvPr/>
          </p:nvSpPr>
          <p:spPr>
            <a:xfrm>
              <a:off x="5302521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2" name="Google Shape;2192;p18"/>
            <p:cNvSpPr/>
            <p:nvPr/>
          </p:nvSpPr>
          <p:spPr>
            <a:xfrm>
              <a:off x="5418334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3" name="Google Shape;2193;p18"/>
            <p:cNvSpPr/>
            <p:nvPr/>
          </p:nvSpPr>
          <p:spPr>
            <a:xfrm>
              <a:off x="5534146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4" name="Google Shape;2194;p18"/>
            <p:cNvSpPr/>
            <p:nvPr/>
          </p:nvSpPr>
          <p:spPr>
            <a:xfrm>
              <a:off x="5649652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5" name="Google Shape;2195;p18"/>
            <p:cNvSpPr/>
            <p:nvPr/>
          </p:nvSpPr>
          <p:spPr>
            <a:xfrm>
              <a:off x="5765465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6" name="Google Shape;2196;p18"/>
            <p:cNvSpPr/>
            <p:nvPr/>
          </p:nvSpPr>
          <p:spPr>
            <a:xfrm>
              <a:off x="5071203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2" y="2149"/>
                  </a:cubicBezTo>
                  <a:cubicBezTo>
                    <a:pt x="1655" y="2149"/>
                    <a:pt x="2149" y="1680"/>
                    <a:pt x="2149" y="1087"/>
                  </a:cubicBezTo>
                  <a:cubicBezTo>
                    <a:pt x="2149" y="495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7" name="Google Shape;2197;p18"/>
            <p:cNvSpPr/>
            <p:nvPr/>
          </p:nvSpPr>
          <p:spPr>
            <a:xfrm>
              <a:off x="5302521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94" y="2149"/>
                    <a:pt x="1087" y="2149"/>
                  </a:cubicBezTo>
                  <a:cubicBezTo>
                    <a:pt x="1679" y="2149"/>
                    <a:pt x="2149" y="1680"/>
                    <a:pt x="2149" y="1087"/>
                  </a:cubicBezTo>
                  <a:cubicBezTo>
                    <a:pt x="2149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8" name="Google Shape;2198;p18"/>
            <p:cNvSpPr/>
            <p:nvPr/>
          </p:nvSpPr>
          <p:spPr>
            <a:xfrm>
              <a:off x="5534146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5" y="2149"/>
                    <a:pt x="2148" y="1680"/>
                    <a:pt x="2148" y="1087"/>
                  </a:cubicBezTo>
                  <a:cubicBezTo>
                    <a:pt x="2148" y="495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9" name="Google Shape;2199;p18"/>
            <p:cNvSpPr/>
            <p:nvPr/>
          </p:nvSpPr>
          <p:spPr>
            <a:xfrm>
              <a:off x="5765465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95"/>
                    <a:pt x="0" y="1087"/>
                  </a:cubicBezTo>
                  <a:cubicBezTo>
                    <a:pt x="0" y="1680"/>
                    <a:pt x="470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0" name="Google Shape;2200;p18"/>
            <p:cNvSpPr/>
            <p:nvPr/>
          </p:nvSpPr>
          <p:spPr>
            <a:xfrm>
              <a:off x="5071203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2" y="2346"/>
                  </a:cubicBezTo>
                  <a:cubicBezTo>
                    <a:pt x="1655" y="2346"/>
                    <a:pt x="2149" y="1852"/>
                    <a:pt x="2149" y="1259"/>
                  </a:cubicBezTo>
                  <a:cubicBezTo>
                    <a:pt x="2149" y="1235"/>
                    <a:pt x="2124" y="1210"/>
                    <a:pt x="2124" y="1161"/>
                  </a:cubicBezTo>
                  <a:cubicBezTo>
                    <a:pt x="2124" y="1136"/>
                    <a:pt x="2149" y="1111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1" name="Google Shape;2201;p18"/>
            <p:cNvSpPr/>
            <p:nvPr/>
          </p:nvSpPr>
          <p:spPr>
            <a:xfrm>
              <a:off x="518670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5" y="2346"/>
                    <a:pt x="1087" y="2346"/>
                  </a:cubicBezTo>
                  <a:cubicBezTo>
                    <a:pt x="1680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2" name="Google Shape;2202;p18"/>
            <p:cNvSpPr/>
            <p:nvPr/>
          </p:nvSpPr>
          <p:spPr>
            <a:xfrm>
              <a:off x="5302521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87" y="2346"/>
                  </a:cubicBezTo>
                  <a:cubicBezTo>
                    <a:pt x="1679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3" name="Google Shape;2203;p18"/>
            <p:cNvSpPr/>
            <p:nvPr/>
          </p:nvSpPr>
          <p:spPr>
            <a:xfrm>
              <a:off x="5418334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4" name="Google Shape;2204;p18"/>
            <p:cNvSpPr/>
            <p:nvPr/>
          </p:nvSpPr>
          <p:spPr>
            <a:xfrm>
              <a:off x="5534146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5" name="Google Shape;2205;p18"/>
            <p:cNvSpPr/>
            <p:nvPr/>
          </p:nvSpPr>
          <p:spPr>
            <a:xfrm>
              <a:off x="5649652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6" name="Google Shape;2206;p18"/>
            <p:cNvSpPr/>
            <p:nvPr/>
          </p:nvSpPr>
          <p:spPr>
            <a:xfrm>
              <a:off x="5765465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7" name="Google Shape;2207;p18"/>
            <p:cNvSpPr/>
            <p:nvPr/>
          </p:nvSpPr>
          <p:spPr>
            <a:xfrm>
              <a:off x="6691351" y="5124926"/>
              <a:ext cx="26308" cy="28733"/>
            </a:xfrm>
            <a:custGeom>
              <a:avLst/>
              <a:gdLst/>
              <a:ahLst/>
              <a:cxnLst/>
              <a:rect l="l" t="t" r="r" b="b"/>
              <a:pathLst>
                <a:path w="2148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8" name="Google Shape;2208;p18"/>
            <p:cNvSpPr/>
            <p:nvPr/>
          </p:nvSpPr>
          <p:spPr>
            <a:xfrm>
              <a:off x="657553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6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9" name="Google Shape;2209;p18"/>
            <p:cNvSpPr/>
            <p:nvPr/>
          </p:nvSpPr>
          <p:spPr>
            <a:xfrm>
              <a:off x="6460020" y="5124926"/>
              <a:ext cx="26026" cy="28733"/>
            </a:xfrm>
            <a:custGeom>
              <a:avLst/>
              <a:gdLst/>
              <a:ahLst/>
              <a:cxnLst/>
              <a:rect l="l" t="t" r="r" b="b"/>
              <a:pathLst>
                <a:path w="2125" h="2346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3" y="2346"/>
                  </a:cubicBezTo>
                  <a:cubicBezTo>
                    <a:pt x="1655" y="2346"/>
                    <a:pt x="2124" y="1852"/>
                    <a:pt x="2124" y="1259"/>
                  </a:cubicBezTo>
                  <a:cubicBezTo>
                    <a:pt x="2124" y="1235"/>
                    <a:pt x="2124" y="1210"/>
                    <a:pt x="2124" y="1161"/>
                  </a:cubicBezTo>
                  <a:cubicBezTo>
                    <a:pt x="2124" y="1136"/>
                    <a:pt x="2124" y="1111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0" name="Google Shape;2210;p18"/>
            <p:cNvSpPr/>
            <p:nvPr/>
          </p:nvSpPr>
          <p:spPr>
            <a:xfrm>
              <a:off x="6344220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3" y="1210"/>
                    <a:pt x="2123" y="1161"/>
                  </a:cubicBezTo>
                  <a:cubicBezTo>
                    <a:pt x="2123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1" name="Google Shape;2211;p18"/>
            <p:cNvSpPr/>
            <p:nvPr/>
          </p:nvSpPr>
          <p:spPr>
            <a:xfrm>
              <a:off x="6228408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2" name="Google Shape;2212;p18"/>
            <p:cNvSpPr/>
            <p:nvPr/>
          </p:nvSpPr>
          <p:spPr>
            <a:xfrm>
              <a:off x="6112595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3" name="Google Shape;2213;p18"/>
            <p:cNvSpPr/>
            <p:nvPr/>
          </p:nvSpPr>
          <p:spPr>
            <a:xfrm>
              <a:off x="599708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23" y="1852"/>
                    <a:pt x="2123" y="1259"/>
                  </a:cubicBezTo>
                  <a:cubicBezTo>
                    <a:pt x="2123" y="1235"/>
                    <a:pt x="2123" y="1210"/>
                    <a:pt x="2123" y="1161"/>
                  </a:cubicBezTo>
                  <a:cubicBezTo>
                    <a:pt x="2123" y="1136"/>
                    <a:pt x="2123" y="1111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4" name="Google Shape;2214;p18"/>
            <p:cNvSpPr/>
            <p:nvPr/>
          </p:nvSpPr>
          <p:spPr>
            <a:xfrm>
              <a:off x="5881277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5" name="Google Shape;2215;p18"/>
            <p:cNvSpPr/>
            <p:nvPr/>
          </p:nvSpPr>
          <p:spPr>
            <a:xfrm>
              <a:off x="6691351" y="50039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6" name="Google Shape;2216;p18"/>
            <p:cNvSpPr/>
            <p:nvPr/>
          </p:nvSpPr>
          <p:spPr>
            <a:xfrm>
              <a:off x="6460020" y="50039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3" y="2149"/>
                  </a:cubicBezTo>
                  <a:cubicBezTo>
                    <a:pt x="1655" y="2149"/>
                    <a:pt x="2124" y="1680"/>
                    <a:pt x="2124" y="1087"/>
                  </a:cubicBezTo>
                  <a:cubicBezTo>
                    <a:pt x="2124" y="495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7" name="Google Shape;2217;p18"/>
            <p:cNvSpPr/>
            <p:nvPr/>
          </p:nvSpPr>
          <p:spPr>
            <a:xfrm>
              <a:off x="6228408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8" name="Google Shape;2218;p18"/>
            <p:cNvSpPr/>
            <p:nvPr/>
          </p:nvSpPr>
          <p:spPr>
            <a:xfrm>
              <a:off x="5997089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4" y="2149"/>
                    <a:pt x="2148" y="1680"/>
                    <a:pt x="2148" y="1087"/>
                  </a:cubicBezTo>
                  <a:cubicBezTo>
                    <a:pt x="2148" y="495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9" name="Google Shape;2219;p18"/>
            <p:cNvSpPr/>
            <p:nvPr/>
          </p:nvSpPr>
          <p:spPr>
            <a:xfrm>
              <a:off x="6691351" y="4883025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0" name="Google Shape;2220;p18"/>
            <p:cNvSpPr/>
            <p:nvPr/>
          </p:nvSpPr>
          <p:spPr>
            <a:xfrm>
              <a:off x="657553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1" name="Google Shape;2221;p18"/>
            <p:cNvSpPr/>
            <p:nvPr/>
          </p:nvSpPr>
          <p:spPr>
            <a:xfrm>
              <a:off x="6460020" y="488302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2" name="Google Shape;2222;p18"/>
            <p:cNvSpPr/>
            <p:nvPr/>
          </p:nvSpPr>
          <p:spPr>
            <a:xfrm>
              <a:off x="6344220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3" name="Google Shape;2223;p18"/>
            <p:cNvSpPr/>
            <p:nvPr/>
          </p:nvSpPr>
          <p:spPr>
            <a:xfrm>
              <a:off x="6228408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4" name="Google Shape;2224;p18"/>
            <p:cNvSpPr/>
            <p:nvPr/>
          </p:nvSpPr>
          <p:spPr>
            <a:xfrm>
              <a:off x="6112595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5" name="Google Shape;2225;p18"/>
            <p:cNvSpPr/>
            <p:nvPr/>
          </p:nvSpPr>
          <p:spPr>
            <a:xfrm>
              <a:off x="599708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6" name="Google Shape;2226;p18"/>
            <p:cNvSpPr/>
            <p:nvPr/>
          </p:nvSpPr>
          <p:spPr>
            <a:xfrm>
              <a:off x="5881277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7" name="Google Shape;2227;p18"/>
            <p:cNvSpPr/>
            <p:nvPr/>
          </p:nvSpPr>
          <p:spPr>
            <a:xfrm>
              <a:off x="6691351" y="47620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8" name="Google Shape;2228;p18"/>
            <p:cNvSpPr/>
            <p:nvPr/>
          </p:nvSpPr>
          <p:spPr>
            <a:xfrm>
              <a:off x="6460020" y="47620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3" y="2149"/>
                  </a:cubicBezTo>
                  <a:cubicBezTo>
                    <a:pt x="1655" y="2149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9" name="Google Shape;2229;p18"/>
            <p:cNvSpPr/>
            <p:nvPr/>
          </p:nvSpPr>
          <p:spPr>
            <a:xfrm>
              <a:off x="6227195" y="4762143"/>
              <a:ext cx="28733" cy="26173"/>
            </a:xfrm>
            <a:custGeom>
              <a:avLst/>
              <a:gdLst/>
              <a:ahLst/>
              <a:cxnLst/>
              <a:rect l="l" t="t" r="r" b="b"/>
              <a:pathLst>
                <a:path w="2346" h="2137" extrusionOk="0">
                  <a:moveTo>
                    <a:pt x="1173" y="1"/>
                  </a:moveTo>
                  <a:cubicBezTo>
                    <a:pt x="902" y="1"/>
                    <a:pt x="630" y="106"/>
                    <a:pt x="420" y="316"/>
                  </a:cubicBezTo>
                  <a:cubicBezTo>
                    <a:pt x="0" y="735"/>
                    <a:pt x="0" y="1402"/>
                    <a:pt x="420" y="1822"/>
                  </a:cubicBezTo>
                  <a:cubicBezTo>
                    <a:pt x="630" y="2031"/>
                    <a:pt x="902" y="2136"/>
                    <a:pt x="1173" y="2136"/>
                  </a:cubicBezTo>
                  <a:cubicBezTo>
                    <a:pt x="1445" y="2136"/>
                    <a:pt x="1716" y="2031"/>
                    <a:pt x="1926" y="1822"/>
                  </a:cubicBezTo>
                  <a:cubicBezTo>
                    <a:pt x="2346" y="1402"/>
                    <a:pt x="2346" y="735"/>
                    <a:pt x="1926" y="316"/>
                  </a:cubicBezTo>
                  <a:cubicBezTo>
                    <a:pt x="1716" y="106"/>
                    <a:pt x="1445" y="1"/>
                    <a:pt x="117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0" name="Google Shape;2230;p18"/>
            <p:cNvSpPr/>
            <p:nvPr/>
          </p:nvSpPr>
          <p:spPr>
            <a:xfrm>
              <a:off x="5997089" y="4762069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4" y="2149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1" name="Google Shape;2231;p18"/>
            <p:cNvSpPr/>
            <p:nvPr/>
          </p:nvSpPr>
          <p:spPr>
            <a:xfrm>
              <a:off x="6691351" y="4641125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2" name="Google Shape;2232;p18"/>
            <p:cNvSpPr/>
            <p:nvPr/>
          </p:nvSpPr>
          <p:spPr>
            <a:xfrm>
              <a:off x="657553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6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3" name="Google Shape;2233;p18"/>
            <p:cNvSpPr/>
            <p:nvPr/>
          </p:nvSpPr>
          <p:spPr>
            <a:xfrm>
              <a:off x="6460020" y="464112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3" y="2148"/>
                  </a:cubicBezTo>
                  <a:cubicBezTo>
                    <a:pt x="1655" y="2148"/>
                    <a:pt x="2124" y="1654"/>
                    <a:pt x="2124" y="1062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4" name="Google Shape;2234;p18"/>
            <p:cNvSpPr/>
            <p:nvPr/>
          </p:nvSpPr>
          <p:spPr>
            <a:xfrm>
              <a:off x="6344220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5" name="Google Shape;2235;p18"/>
            <p:cNvSpPr/>
            <p:nvPr/>
          </p:nvSpPr>
          <p:spPr>
            <a:xfrm>
              <a:off x="6228408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6" name="Google Shape;2236;p18"/>
            <p:cNvSpPr/>
            <p:nvPr/>
          </p:nvSpPr>
          <p:spPr>
            <a:xfrm>
              <a:off x="6112595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7" name="Google Shape;2237;p18"/>
            <p:cNvSpPr/>
            <p:nvPr/>
          </p:nvSpPr>
          <p:spPr>
            <a:xfrm>
              <a:off x="599708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8" name="Google Shape;2238;p18"/>
            <p:cNvSpPr/>
            <p:nvPr/>
          </p:nvSpPr>
          <p:spPr>
            <a:xfrm>
              <a:off x="5881277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9" name="Google Shape;2239;p18"/>
            <p:cNvSpPr/>
            <p:nvPr/>
          </p:nvSpPr>
          <p:spPr>
            <a:xfrm>
              <a:off x="6691351" y="45201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0" name="Google Shape;2240;p18"/>
            <p:cNvSpPr/>
            <p:nvPr/>
          </p:nvSpPr>
          <p:spPr>
            <a:xfrm>
              <a:off x="6460020" y="45201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8"/>
                    <a:pt x="1063" y="2148"/>
                  </a:cubicBezTo>
                  <a:cubicBezTo>
                    <a:pt x="1655" y="2148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1" name="Google Shape;2241;p18"/>
            <p:cNvSpPr/>
            <p:nvPr/>
          </p:nvSpPr>
          <p:spPr>
            <a:xfrm>
              <a:off x="6228408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87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2" name="Google Shape;2242;p18"/>
            <p:cNvSpPr/>
            <p:nvPr/>
          </p:nvSpPr>
          <p:spPr>
            <a:xfrm>
              <a:off x="5997089" y="4520169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54" y="2148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3" name="Google Shape;2243;p18"/>
            <p:cNvSpPr/>
            <p:nvPr/>
          </p:nvSpPr>
          <p:spPr>
            <a:xfrm>
              <a:off x="6691351" y="4398918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4" name="Google Shape;2244;p18"/>
            <p:cNvSpPr/>
            <p:nvPr/>
          </p:nvSpPr>
          <p:spPr>
            <a:xfrm>
              <a:off x="657553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5" name="Google Shape;2245;p18"/>
            <p:cNvSpPr/>
            <p:nvPr/>
          </p:nvSpPr>
          <p:spPr>
            <a:xfrm>
              <a:off x="6460020" y="4398918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6" name="Google Shape;2246;p18"/>
            <p:cNvSpPr/>
            <p:nvPr/>
          </p:nvSpPr>
          <p:spPr>
            <a:xfrm>
              <a:off x="6344220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7" name="Google Shape;2247;p18"/>
            <p:cNvSpPr/>
            <p:nvPr/>
          </p:nvSpPr>
          <p:spPr>
            <a:xfrm>
              <a:off x="6228408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8" name="Google Shape;2248;p18"/>
            <p:cNvSpPr/>
            <p:nvPr/>
          </p:nvSpPr>
          <p:spPr>
            <a:xfrm>
              <a:off x="6112595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9" name="Google Shape;2249;p18"/>
            <p:cNvSpPr/>
            <p:nvPr/>
          </p:nvSpPr>
          <p:spPr>
            <a:xfrm>
              <a:off x="599708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50" name="Google Shape;2250;p18"/>
            <p:cNvSpPr/>
            <p:nvPr/>
          </p:nvSpPr>
          <p:spPr>
            <a:xfrm>
              <a:off x="5881277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251" name="Google Shape;2251;p18"/>
          <p:cNvSpPr/>
          <p:nvPr/>
        </p:nvSpPr>
        <p:spPr>
          <a:xfrm>
            <a:off x="8430896" y="-553795"/>
            <a:ext cx="1378500" cy="1378500"/>
          </a:xfrm>
          <a:prstGeom prst="donut">
            <a:avLst>
              <a:gd name="adj" fmla="val 29191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52" name="Google Shape;2252;p18"/>
          <p:cNvSpPr/>
          <p:nvPr/>
        </p:nvSpPr>
        <p:spPr>
          <a:xfrm>
            <a:off x="8221975" y="358125"/>
            <a:ext cx="572700" cy="5727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53" name="Google Shape;2253;p18"/>
          <p:cNvSpPr/>
          <p:nvPr/>
        </p:nvSpPr>
        <p:spPr>
          <a:xfrm>
            <a:off x="-554754" y="4349180"/>
            <a:ext cx="1378500" cy="1378500"/>
          </a:xfrm>
          <a:prstGeom prst="donut">
            <a:avLst>
              <a:gd name="adj" fmla="val 29191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8">
    <p:spTree>
      <p:nvGrpSpPr>
        <p:cNvPr id="1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p19"/>
          <p:cNvSpPr txBox="1">
            <a:spLocks noGrp="1"/>
          </p:cNvSpPr>
          <p:nvPr>
            <p:ph type="subTitle" idx="1"/>
          </p:nvPr>
        </p:nvSpPr>
        <p:spPr>
          <a:xfrm>
            <a:off x="1179606" y="1305714"/>
            <a:ext cx="2119500" cy="39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56" name="Google Shape;2256;p19"/>
          <p:cNvSpPr txBox="1">
            <a:spLocks noGrp="1"/>
          </p:cNvSpPr>
          <p:nvPr>
            <p:ph type="subTitle" idx="2"/>
          </p:nvPr>
        </p:nvSpPr>
        <p:spPr>
          <a:xfrm>
            <a:off x="1179595" y="1619916"/>
            <a:ext cx="2119500" cy="5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7" name="Google Shape;2257;p19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58" name="Google Shape;2258;p19"/>
          <p:cNvSpPr txBox="1">
            <a:spLocks noGrp="1"/>
          </p:cNvSpPr>
          <p:nvPr>
            <p:ph type="subTitle" idx="3"/>
          </p:nvPr>
        </p:nvSpPr>
        <p:spPr>
          <a:xfrm>
            <a:off x="1179606" y="2476714"/>
            <a:ext cx="2119500" cy="39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59" name="Google Shape;2259;p19"/>
          <p:cNvSpPr txBox="1">
            <a:spLocks noGrp="1"/>
          </p:cNvSpPr>
          <p:nvPr>
            <p:ph type="subTitle" idx="4"/>
          </p:nvPr>
        </p:nvSpPr>
        <p:spPr>
          <a:xfrm>
            <a:off x="1179595" y="2790867"/>
            <a:ext cx="2119500" cy="5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0" name="Google Shape;2260;p19"/>
          <p:cNvSpPr txBox="1">
            <a:spLocks noGrp="1"/>
          </p:cNvSpPr>
          <p:nvPr>
            <p:ph type="subTitle" idx="5"/>
          </p:nvPr>
        </p:nvSpPr>
        <p:spPr>
          <a:xfrm>
            <a:off x="1179606" y="3647714"/>
            <a:ext cx="2119500" cy="39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61" name="Google Shape;2261;p19"/>
          <p:cNvSpPr txBox="1">
            <a:spLocks noGrp="1"/>
          </p:cNvSpPr>
          <p:nvPr>
            <p:ph type="subTitle" idx="6"/>
          </p:nvPr>
        </p:nvSpPr>
        <p:spPr>
          <a:xfrm>
            <a:off x="1179595" y="3961817"/>
            <a:ext cx="2119500" cy="5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2" name="Google Shape;2262;p19"/>
          <p:cNvSpPr txBox="1">
            <a:spLocks noGrp="1"/>
          </p:cNvSpPr>
          <p:nvPr>
            <p:ph type="subTitle" idx="7"/>
          </p:nvPr>
        </p:nvSpPr>
        <p:spPr>
          <a:xfrm>
            <a:off x="5844905" y="1305714"/>
            <a:ext cx="2119500" cy="39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63" name="Google Shape;2263;p19"/>
          <p:cNvSpPr txBox="1">
            <a:spLocks noGrp="1"/>
          </p:cNvSpPr>
          <p:nvPr>
            <p:ph type="subTitle" idx="8"/>
          </p:nvPr>
        </p:nvSpPr>
        <p:spPr>
          <a:xfrm>
            <a:off x="5844894" y="1619916"/>
            <a:ext cx="2119500" cy="5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4" name="Google Shape;2264;p19"/>
          <p:cNvSpPr txBox="1">
            <a:spLocks noGrp="1"/>
          </p:cNvSpPr>
          <p:nvPr>
            <p:ph type="subTitle" idx="9"/>
          </p:nvPr>
        </p:nvSpPr>
        <p:spPr>
          <a:xfrm>
            <a:off x="5844905" y="2474313"/>
            <a:ext cx="2119500" cy="39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65" name="Google Shape;2265;p19"/>
          <p:cNvSpPr txBox="1">
            <a:spLocks noGrp="1"/>
          </p:cNvSpPr>
          <p:nvPr>
            <p:ph type="subTitle" idx="13"/>
          </p:nvPr>
        </p:nvSpPr>
        <p:spPr>
          <a:xfrm>
            <a:off x="5844894" y="2790867"/>
            <a:ext cx="2119500" cy="5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6" name="Google Shape;2266;p19"/>
          <p:cNvSpPr txBox="1">
            <a:spLocks noGrp="1"/>
          </p:cNvSpPr>
          <p:nvPr>
            <p:ph type="subTitle" idx="14"/>
          </p:nvPr>
        </p:nvSpPr>
        <p:spPr>
          <a:xfrm>
            <a:off x="5844905" y="3647714"/>
            <a:ext cx="2119500" cy="39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67" name="Google Shape;2267;p19"/>
          <p:cNvSpPr txBox="1">
            <a:spLocks noGrp="1"/>
          </p:cNvSpPr>
          <p:nvPr>
            <p:ph type="subTitle" idx="15"/>
          </p:nvPr>
        </p:nvSpPr>
        <p:spPr>
          <a:xfrm>
            <a:off x="5844894" y="3961817"/>
            <a:ext cx="2119500" cy="5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8" name="Google Shape;2268;p19"/>
          <p:cNvSpPr/>
          <p:nvPr/>
        </p:nvSpPr>
        <p:spPr>
          <a:xfrm>
            <a:off x="78904" y="4440634"/>
            <a:ext cx="552000" cy="552000"/>
          </a:xfrm>
          <a:prstGeom prst="mathPlus">
            <a:avLst>
              <a:gd name="adj1" fmla="val 17232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269" name="Google Shape;2269;p19"/>
          <p:cNvGrpSpPr/>
          <p:nvPr/>
        </p:nvGrpSpPr>
        <p:grpSpPr>
          <a:xfrm>
            <a:off x="7964400" y="-903824"/>
            <a:ext cx="2199799" cy="2058600"/>
            <a:chOff x="7964400" y="-903824"/>
            <a:chExt cx="2199799" cy="2058600"/>
          </a:xfrm>
        </p:grpSpPr>
        <p:sp>
          <p:nvSpPr>
            <p:cNvPr id="2270" name="Google Shape;2270;p19"/>
            <p:cNvSpPr/>
            <p:nvPr/>
          </p:nvSpPr>
          <p:spPr>
            <a:xfrm flipH="1">
              <a:off x="8105599" y="-903824"/>
              <a:ext cx="2058600" cy="2058600"/>
            </a:xfrm>
            <a:prstGeom prst="donut">
              <a:avLst>
                <a:gd name="adj" fmla="val 29191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1" name="Google Shape;2271;p19"/>
            <p:cNvSpPr/>
            <p:nvPr/>
          </p:nvSpPr>
          <p:spPr>
            <a:xfrm>
              <a:off x="7964400" y="323425"/>
              <a:ext cx="754800" cy="754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272" name="Google Shape;2272;p19"/>
          <p:cNvGrpSpPr/>
          <p:nvPr/>
        </p:nvGrpSpPr>
        <p:grpSpPr>
          <a:xfrm>
            <a:off x="8682463" y="2822038"/>
            <a:ext cx="904875" cy="1974719"/>
            <a:chOff x="-467250" y="48763"/>
            <a:chExt cx="904875" cy="1974719"/>
          </a:xfrm>
        </p:grpSpPr>
        <p:grpSp>
          <p:nvGrpSpPr>
            <p:cNvPr id="2273" name="Google Shape;2273;p19"/>
            <p:cNvGrpSpPr/>
            <p:nvPr/>
          </p:nvGrpSpPr>
          <p:grpSpPr>
            <a:xfrm>
              <a:off x="-467250" y="48763"/>
              <a:ext cx="904875" cy="928325"/>
              <a:chOff x="1054075" y="2178525"/>
              <a:chExt cx="904875" cy="928325"/>
            </a:xfrm>
          </p:grpSpPr>
          <p:sp>
            <p:nvSpPr>
              <p:cNvPr id="2274" name="Google Shape;2274;p19"/>
              <p:cNvSpPr/>
              <p:nvPr/>
            </p:nvSpPr>
            <p:spPr>
              <a:xfrm>
                <a:off x="19330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5"/>
                      <a:pt x="248" y="1038"/>
                      <a:pt x="519" y="1038"/>
                    </a:cubicBezTo>
                    <a:cubicBezTo>
                      <a:pt x="816" y="1038"/>
                      <a:pt x="1038" y="815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75" name="Google Shape;2275;p19"/>
              <p:cNvSpPr/>
              <p:nvPr/>
            </p:nvSpPr>
            <p:spPr>
              <a:xfrm>
                <a:off x="19330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791"/>
                      <a:pt x="248" y="1038"/>
                      <a:pt x="519" y="1038"/>
                    </a:cubicBezTo>
                    <a:cubicBezTo>
                      <a:pt x="816" y="1038"/>
                      <a:pt x="1038" y="791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76" name="Google Shape;2276;p19"/>
              <p:cNvSpPr/>
              <p:nvPr/>
            </p:nvSpPr>
            <p:spPr>
              <a:xfrm>
                <a:off x="19330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48" y="0"/>
                      <a:pt x="1" y="247"/>
                      <a:pt x="1" y="519"/>
                    </a:cubicBezTo>
                    <a:cubicBezTo>
                      <a:pt x="1" y="815"/>
                      <a:pt x="248" y="1062"/>
                      <a:pt x="519" y="1062"/>
                    </a:cubicBezTo>
                    <a:cubicBezTo>
                      <a:pt x="816" y="1062"/>
                      <a:pt x="1038" y="815"/>
                      <a:pt x="1038" y="519"/>
                    </a:cubicBezTo>
                    <a:cubicBezTo>
                      <a:pt x="1038" y="247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77" name="Google Shape;2277;p19"/>
              <p:cNvSpPr/>
              <p:nvPr/>
            </p:nvSpPr>
            <p:spPr>
              <a:xfrm>
                <a:off x="19330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815"/>
                      <a:pt x="248" y="1037"/>
                      <a:pt x="519" y="1037"/>
                    </a:cubicBezTo>
                    <a:cubicBezTo>
                      <a:pt x="816" y="1037"/>
                      <a:pt x="1038" y="815"/>
                      <a:pt x="1038" y="519"/>
                    </a:cubicBezTo>
                    <a:cubicBezTo>
                      <a:pt x="1038" y="223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78" name="Google Shape;2278;p19"/>
              <p:cNvSpPr/>
              <p:nvPr/>
            </p:nvSpPr>
            <p:spPr>
              <a:xfrm>
                <a:off x="19330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790"/>
                      <a:pt x="248" y="1037"/>
                      <a:pt x="519" y="1037"/>
                    </a:cubicBezTo>
                    <a:cubicBezTo>
                      <a:pt x="816" y="1037"/>
                      <a:pt x="1038" y="790"/>
                      <a:pt x="1038" y="519"/>
                    </a:cubicBezTo>
                    <a:cubicBezTo>
                      <a:pt x="1038" y="223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79" name="Google Shape;2279;p19"/>
              <p:cNvSpPr/>
              <p:nvPr/>
            </p:nvSpPr>
            <p:spPr>
              <a:xfrm>
                <a:off x="19330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48" y="1"/>
                      <a:pt x="1" y="248"/>
                      <a:pt x="1" y="519"/>
                    </a:cubicBezTo>
                    <a:cubicBezTo>
                      <a:pt x="1" y="816"/>
                      <a:pt x="248" y="1062"/>
                      <a:pt x="519" y="1062"/>
                    </a:cubicBezTo>
                    <a:cubicBezTo>
                      <a:pt x="816" y="1062"/>
                      <a:pt x="1038" y="816"/>
                      <a:pt x="1038" y="519"/>
                    </a:cubicBezTo>
                    <a:cubicBezTo>
                      <a:pt x="1038" y="248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80" name="Google Shape;2280;p19"/>
              <p:cNvSpPr/>
              <p:nvPr/>
            </p:nvSpPr>
            <p:spPr>
              <a:xfrm>
                <a:off x="19330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6"/>
                      <a:pt x="248" y="1038"/>
                      <a:pt x="519" y="1038"/>
                    </a:cubicBezTo>
                    <a:cubicBezTo>
                      <a:pt x="816" y="1038"/>
                      <a:pt x="1038" y="816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81" name="Google Shape;2281;p19"/>
              <p:cNvSpPr/>
              <p:nvPr/>
            </p:nvSpPr>
            <p:spPr>
              <a:xfrm>
                <a:off x="1807725" y="2178525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815"/>
                      <a:pt x="222" y="1038"/>
                      <a:pt x="518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82" name="Google Shape;2282;p19"/>
              <p:cNvSpPr/>
              <p:nvPr/>
            </p:nvSpPr>
            <p:spPr>
              <a:xfrm>
                <a:off x="1807725" y="2329125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791"/>
                      <a:pt x="222" y="1038"/>
                      <a:pt x="518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83" name="Google Shape;2283;p19"/>
              <p:cNvSpPr/>
              <p:nvPr/>
            </p:nvSpPr>
            <p:spPr>
              <a:xfrm>
                <a:off x="1807725" y="2479125"/>
                <a:ext cx="259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62" extrusionOk="0">
                    <a:moveTo>
                      <a:pt x="518" y="0"/>
                    </a:moveTo>
                    <a:cubicBezTo>
                      <a:pt x="222" y="0"/>
                      <a:pt x="0" y="247"/>
                      <a:pt x="0" y="519"/>
                    </a:cubicBezTo>
                    <a:cubicBezTo>
                      <a:pt x="0" y="815"/>
                      <a:pt x="222" y="1062"/>
                      <a:pt x="518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84" name="Google Shape;2284;p19"/>
              <p:cNvSpPr/>
              <p:nvPr/>
            </p:nvSpPr>
            <p:spPr>
              <a:xfrm>
                <a:off x="1807725" y="2629725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0"/>
                    </a:moveTo>
                    <a:cubicBezTo>
                      <a:pt x="222" y="0"/>
                      <a:pt x="0" y="223"/>
                      <a:pt x="0" y="519"/>
                    </a:cubicBezTo>
                    <a:cubicBezTo>
                      <a:pt x="0" y="815"/>
                      <a:pt x="222" y="1037"/>
                      <a:pt x="518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85" name="Google Shape;2285;p19"/>
              <p:cNvSpPr/>
              <p:nvPr/>
            </p:nvSpPr>
            <p:spPr>
              <a:xfrm>
                <a:off x="1807725" y="2780325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0"/>
                    </a:moveTo>
                    <a:cubicBezTo>
                      <a:pt x="222" y="0"/>
                      <a:pt x="0" y="223"/>
                      <a:pt x="0" y="519"/>
                    </a:cubicBezTo>
                    <a:cubicBezTo>
                      <a:pt x="0" y="790"/>
                      <a:pt x="222" y="1037"/>
                      <a:pt x="518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86" name="Google Shape;2286;p19"/>
              <p:cNvSpPr/>
              <p:nvPr/>
            </p:nvSpPr>
            <p:spPr>
              <a:xfrm>
                <a:off x="1807725" y="2930300"/>
                <a:ext cx="2592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63" extrusionOk="0">
                    <a:moveTo>
                      <a:pt x="518" y="1"/>
                    </a:moveTo>
                    <a:cubicBezTo>
                      <a:pt x="222" y="1"/>
                      <a:pt x="0" y="248"/>
                      <a:pt x="0" y="519"/>
                    </a:cubicBezTo>
                    <a:cubicBezTo>
                      <a:pt x="0" y="816"/>
                      <a:pt x="222" y="1062"/>
                      <a:pt x="518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87" name="Google Shape;2287;p19"/>
              <p:cNvSpPr/>
              <p:nvPr/>
            </p:nvSpPr>
            <p:spPr>
              <a:xfrm>
                <a:off x="1807725" y="3080900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816"/>
                      <a:pt x="222" y="1038"/>
                      <a:pt x="518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88" name="Google Shape;2288;p19"/>
              <p:cNvSpPr/>
              <p:nvPr/>
            </p:nvSpPr>
            <p:spPr>
              <a:xfrm>
                <a:off x="1681800" y="21785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5"/>
                      <a:pt x="247" y="1038"/>
                      <a:pt x="519" y="1038"/>
                    </a:cubicBezTo>
                    <a:cubicBezTo>
                      <a:pt x="815" y="1038"/>
                      <a:pt x="1062" y="815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89" name="Google Shape;2289;p19"/>
              <p:cNvSpPr/>
              <p:nvPr/>
            </p:nvSpPr>
            <p:spPr>
              <a:xfrm>
                <a:off x="1681800" y="23291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791"/>
                      <a:pt x="247" y="1038"/>
                      <a:pt x="519" y="1038"/>
                    </a:cubicBezTo>
                    <a:cubicBezTo>
                      <a:pt x="815" y="1038"/>
                      <a:pt x="1062" y="791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90" name="Google Shape;2290;p19"/>
              <p:cNvSpPr/>
              <p:nvPr/>
            </p:nvSpPr>
            <p:spPr>
              <a:xfrm>
                <a:off x="1681800" y="2479125"/>
                <a:ext cx="265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2" extrusionOk="0">
                    <a:moveTo>
                      <a:pt x="519" y="0"/>
                    </a:moveTo>
                    <a:cubicBezTo>
                      <a:pt x="247" y="0"/>
                      <a:pt x="0" y="247"/>
                      <a:pt x="0" y="519"/>
                    </a:cubicBezTo>
                    <a:cubicBezTo>
                      <a:pt x="0" y="815"/>
                      <a:pt x="247" y="1062"/>
                      <a:pt x="519" y="1062"/>
                    </a:cubicBezTo>
                    <a:cubicBezTo>
                      <a:pt x="815" y="1062"/>
                      <a:pt x="1062" y="815"/>
                      <a:pt x="1062" y="519"/>
                    </a:cubicBezTo>
                    <a:cubicBezTo>
                      <a:pt x="1062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91" name="Google Shape;2291;p19"/>
              <p:cNvSpPr/>
              <p:nvPr/>
            </p:nvSpPr>
            <p:spPr>
              <a:xfrm>
                <a:off x="1681800" y="26297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815"/>
                      <a:pt x="247" y="1037"/>
                      <a:pt x="519" y="1037"/>
                    </a:cubicBezTo>
                    <a:cubicBezTo>
                      <a:pt x="815" y="1037"/>
                      <a:pt x="1062" y="815"/>
                      <a:pt x="1062" y="519"/>
                    </a:cubicBezTo>
                    <a:cubicBezTo>
                      <a:pt x="1062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92" name="Google Shape;2292;p19"/>
              <p:cNvSpPr/>
              <p:nvPr/>
            </p:nvSpPr>
            <p:spPr>
              <a:xfrm>
                <a:off x="1681800" y="27803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790"/>
                      <a:pt x="247" y="1037"/>
                      <a:pt x="519" y="1037"/>
                    </a:cubicBezTo>
                    <a:cubicBezTo>
                      <a:pt x="815" y="1037"/>
                      <a:pt x="1062" y="790"/>
                      <a:pt x="1062" y="519"/>
                    </a:cubicBezTo>
                    <a:cubicBezTo>
                      <a:pt x="1062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93" name="Google Shape;2293;p19"/>
              <p:cNvSpPr/>
              <p:nvPr/>
            </p:nvSpPr>
            <p:spPr>
              <a:xfrm>
                <a:off x="1681800" y="2930300"/>
                <a:ext cx="2657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3" extrusionOk="0">
                    <a:moveTo>
                      <a:pt x="519" y="1"/>
                    </a:moveTo>
                    <a:cubicBezTo>
                      <a:pt x="247" y="1"/>
                      <a:pt x="0" y="248"/>
                      <a:pt x="0" y="519"/>
                    </a:cubicBezTo>
                    <a:cubicBezTo>
                      <a:pt x="0" y="816"/>
                      <a:pt x="247" y="1062"/>
                      <a:pt x="519" y="1062"/>
                    </a:cubicBezTo>
                    <a:cubicBezTo>
                      <a:pt x="815" y="1062"/>
                      <a:pt x="1062" y="816"/>
                      <a:pt x="1062" y="519"/>
                    </a:cubicBezTo>
                    <a:cubicBezTo>
                      <a:pt x="1062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94" name="Google Shape;2294;p19"/>
              <p:cNvSpPr/>
              <p:nvPr/>
            </p:nvSpPr>
            <p:spPr>
              <a:xfrm>
                <a:off x="1681800" y="3080900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6"/>
                      <a:pt x="247" y="1038"/>
                      <a:pt x="519" y="1038"/>
                    </a:cubicBezTo>
                    <a:cubicBezTo>
                      <a:pt x="815" y="1038"/>
                      <a:pt x="1062" y="816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95" name="Google Shape;2295;p19"/>
              <p:cNvSpPr/>
              <p:nvPr/>
            </p:nvSpPr>
            <p:spPr>
              <a:xfrm>
                <a:off x="15565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5"/>
                      <a:pt x="223" y="1038"/>
                      <a:pt x="519" y="1038"/>
                    </a:cubicBezTo>
                    <a:cubicBezTo>
                      <a:pt x="815" y="1038"/>
                      <a:pt x="1038" y="815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96" name="Google Shape;2296;p19"/>
              <p:cNvSpPr/>
              <p:nvPr/>
            </p:nvSpPr>
            <p:spPr>
              <a:xfrm>
                <a:off x="15565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791"/>
                      <a:pt x="223" y="1038"/>
                      <a:pt x="519" y="1038"/>
                    </a:cubicBezTo>
                    <a:cubicBezTo>
                      <a:pt x="815" y="1038"/>
                      <a:pt x="1038" y="791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97" name="Google Shape;2297;p19"/>
              <p:cNvSpPr/>
              <p:nvPr/>
            </p:nvSpPr>
            <p:spPr>
              <a:xfrm>
                <a:off x="15565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1" y="247"/>
                      <a:pt x="1" y="519"/>
                    </a:cubicBezTo>
                    <a:cubicBezTo>
                      <a:pt x="1" y="815"/>
                      <a:pt x="223" y="1062"/>
                      <a:pt x="519" y="1062"/>
                    </a:cubicBezTo>
                    <a:cubicBezTo>
                      <a:pt x="815" y="1062"/>
                      <a:pt x="1038" y="815"/>
                      <a:pt x="1038" y="519"/>
                    </a:cubicBezTo>
                    <a:cubicBezTo>
                      <a:pt x="1038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98" name="Google Shape;2298;p19"/>
              <p:cNvSpPr/>
              <p:nvPr/>
            </p:nvSpPr>
            <p:spPr>
              <a:xfrm>
                <a:off x="15565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815"/>
                      <a:pt x="223" y="1037"/>
                      <a:pt x="519" y="1037"/>
                    </a:cubicBezTo>
                    <a:cubicBezTo>
                      <a:pt x="815" y="1037"/>
                      <a:pt x="1038" y="815"/>
                      <a:pt x="1038" y="519"/>
                    </a:cubicBezTo>
                    <a:cubicBezTo>
                      <a:pt x="1038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99" name="Google Shape;2299;p19"/>
              <p:cNvSpPr/>
              <p:nvPr/>
            </p:nvSpPr>
            <p:spPr>
              <a:xfrm>
                <a:off x="15565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790"/>
                      <a:pt x="223" y="1037"/>
                      <a:pt x="519" y="1037"/>
                    </a:cubicBezTo>
                    <a:cubicBezTo>
                      <a:pt x="815" y="1037"/>
                      <a:pt x="1038" y="790"/>
                      <a:pt x="1038" y="519"/>
                    </a:cubicBezTo>
                    <a:cubicBezTo>
                      <a:pt x="1038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0" name="Google Shape;2300;p19"/>
              <p:cNvSpPr/>
              <p:nvPr/>
            </p:nvSpPr>
            <p:spPr>
              <a:xfrm>
                <a:off x="15565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1" y="248"/>
                      <a:pt x="1" y="519"/>
                    </a:cubicBezTo>
                    <a:cubicBezTo>
                      <a:pt x="1" y="816"/>
                      <a:pt x="223" y="1062"/>
                      <a:pt x="519" y="1062"/>
                    </a:cubicBezTo>
                    <a:cubicBezTo>
                      <a:pt x="815" y="1062"/>
                      <a:pt x="1038" y="816"/>
                      <a:pt x="1038" y="519"/>
                    </a:cubicBezTo>
                    <a:cubicBezTo>
                      <a:pt x="1038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1" name="Google Shape;2301;p19"/>
              <p:cNvSpPr/>
              <p:nvPr/>
            </p:nvSpPr>
            <p:spPr>
              <a:xfrm>
                <a:off x="15565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6"/>
                      <a:pt x="223" y="1038"/>
                      <a:pt x="519" y="1038"/>
                    </a:cubicBezTo>
                    <a:cubicBezTo>
                      <a:pt x="815" y="1038"/>
                      <a:pt x="1038" y="816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2" name="Google Shape;2302;p19"/>
              <p:cNvSpPr/>
              <p:nvPr/>
            </p:nvSpPr>
            <p:spPr>
              <a:xfrm>
                <a:off x="14312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5"/>
                      <a:pt x="223" y="1038"/>
                      <a:pt x="519" y="1038"/>
                    </a:cubicBezTo>
                    <a:cubicBezTo>
                      <a:pt x="791" y="1038"/>
                      <a:pt x="1038" y="815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3" name="Google Shape;2303;p19"/>
              <p:cNvSpPr/>
              <p:nvPr/>
            </p:nvSpPr>
            <p:spPr>
              <a:xfrm>
                <a:off x="14312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791"/>
                      <a:pt x="223" y="1038"/>
                      <a:pt x="519" y="1038"/>
                    </a:cubicBezTo>
                    <a:cubicBezTo>
                      <a:pt x="791" y="1038"/>
                      <a:pt x="1038" y="791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4" name="Google Shape;2304;p19"/>
              <p:cNvSpPr/>
              <p:nvPr/>
            </p:nvSpPr>
            <p:spPr>
              <a:xfrm>
                <a:off x="14312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1" y="247"/>
                      <a:pt x="1" y="519"/>
                    </a:cubicBezTo>
                    <a:cubicBezTo>
                      <a:pt x="1" y="815"/>
                      <a:pt x="223" y="1062"/>
                      <a:pt x="519" y="1062"/>
                    </a:cubicBezTo>
                    <a:cubicBezTo>
                      <a:pt x="791" y="1062"/>
                      <a:pt x="1038" y="815"/>
                      <a:pt x="1038" y="519"/>
                    </a:cubicBezTo>
                    <a:cubicBezTo>
                      <a:pt x="1038" y="247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5" name="Google Shape;2305;p19"/>
              <p:cNvSpPr/>
              <p:nvPr/>
            </p:nvSpPr>
            <p:spPr>
              <a:xfrm>
                <a:off x="14312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815"/>
                      <a:pt x="223" y="1037"/>
                      <a:pt x="519" y="1037"/>
                    </a:cubicBezTo>
                    <a:cubicBezTo>
                      <a:pt x="791" y="1037"/>
                      <a:pt x="1038" y="815"/>
                      <a:pt x="1038" y="519"/>
                    </a:cubicBezTo>
                    <a:cubicBezTo>
                      <a:pt x="1038" y="223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6" name="Google Shape;2306;p19"/>
              <p:cNvSpPr/>
              <p:nvPr/>
            </p:nvSpPr>
            <p:spPr>
              <a:xfrm>
                <a:off x="14312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790"/>
                      <a:pt x="223" y="1037"/>
                      <a:pt x="519" y="1037"/>
                    </a:cubicBezTo>
                    <a:cubicBezTo>
                      <a:pt x="791" y="1037"/>
                      <a:pt x="1038" y="790"/>
                      <a:pt x="1038" y="519"/>
                    </a:cubicBezTo>
                    <a:cubicBezTo>
                      <a:pt x="1038" y="223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7" name="Google Shape;2307;p19"/>
              <p:cNvSpPr/>
              <p:nvPr/>
            </p:nvSpPr>
            <p:spPr>
              <a:xfrm>
                <a:off x="14312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1" y="248"/>
                      <a:pt x="1" y="519"/>
                    </a:cubicBezTo>
                    <a:cubicBezTo>
                      <a:pt x="1" y="816"/>
                      <a:pt x="223" y="1062"/>
                      <a:pt x="519" y="1062"/>
                    </a:cubicBezTo>
                    <a:cubicBezTo>
                      <a:pt x="791" y="1062"/>
                      <a:pt x="1038" y="816"/>
                      <a:pt x="1038" y="519"/>
                    </a:cubicBezTo>
                    <a:cubicBezTo>
                      <a:pt x="1038" y="248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8" name="Google Shape;2308;p19"/>
              <p:cNvSpPr/>
              <p:nvPr/>
            </p:nvSpPr>
            <p:spPr>
              <a:xfrm>
                <a:off x="14312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6"/>
                      <a:pt x="223" y="1038"/>
                      <a:pt x="519" y="1038"/>
                    </a:cubicBezTo>
                    <a:cubicBezTo>
                      <a:pt x="791" y="1038"/>
                      <a:pt x="1038" y="816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9" name="Google Shape;2309;p19"/>
              <p:cNvSpPr/>
              <p:nvPr/>
            </p:nvSpPr>
            <p:spPr>
              <a:xfrm>
                <a:off x="13053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5"/>
                      <a:pt x="247" y="1038"/>
                      <a:pt x="519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0" name="Google Shape;2310;p19"/>
              <p:cNvSpPr/>
              <p:nvPr/>
            </p:nvSpPr>
            <p:spPr>
              <a:xfrm>
                <a:off x="13053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791"/>
                      <a:pt x="247" y="1038"/>
                      <a:pt x="519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1" name="Google Shape;2311;p19"/>
              <p:cNvSpPr/>
              <p:nvPr/>
            </p:nvSpPr>
            <p:spPr>
              <a:xfrm>
                <a:off x="13053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47" y="0"/>
                      <a:pt x="0" y="247"/>
                      <a:pt x="0" y="519"/>
                    </a:cubicBezTo>
                    <a:cubicBezTo>
                      <a:pt x="0" y="815"/>
                      <a:pt x="247" y="1062"/>
                      <a:pt x="519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2" name="Google Shape;2312;p19"/>
              <p:cNvSpPr/>
              <p:nvPr/>
            </p:nvSpPr>
            <p:spPr>
              <a:xfrm>
                <a:off x="13053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815"/>
                      <a:pt x="247" y="1037"/>
                      <a:pt x="519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3" name="Google Shape;2313;p19"/>
              <p:cNvSpPr/>
              <p:nvPr/>
            </p:nvSpPr>
            <p:spPr>
              <a:xfrm>
                <a:off x="13053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790"/>
                      <a:pt x="247" y="1037"/>
                      <a:pt x="519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4" name="Google Shape;2314;p19"/>
              <p:cNvSpPr/>
              <p:nvPr/>
            </p:nvSpPr>
            <p:spPr>
              <a:xfrm>
                <a:off x="13053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47" y="1"/>
                      <a:pt x="0" y="248"/>
                      <a:pt x="0" y="519"/>
                    </a:cubicBezTo>
                    <a:cubicBezTo>
                      <a:pt x="0" y="816"/>
                      <a:pt x="247" y="1062"/>
                      <a:pt x="519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5" name="Google Shape;2315;p19"/>
              <p:cNvSpPr/>
              <p:nvPr/>
            </p:nvSpPr>
            <p:spPr>
              <a:xfrm>
                <a:off x="13053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6"/>
                      <a:pt x="247" y="1038"/>
                      <a:pt x="519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6" name="Google Shape;2316;p19"/>
              <p:cNvSpPr/>
              <p:nvPr/>
            </p:nvSpPr>
            <p:spPr>
              <a:xfrm>
                <a:off x="11800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815"/>
                      <a:pt x="223" y="1038"/>
                      <a:pt x="519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7" name="Google Shape;2317;p19"/>
              <p:cNvSpPr/>
              <p:nvPr/>
            </p:nvSpPr>
            <p:spPr>
              <a:xfrm>
                <a:off x="11800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791"/>
                      <a:pt x="223" y="1038"/>
                      <a:pt x="519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8" name="Google Shape;2318;p19"/>
              <p:cNvSpPr/>
              <p:nvPr/>
            </p:nvSpPr>
            <p:spPr>
              <a:xfrm>
                <a:off x="11800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0" y="247"/>
                      <a:pt x="0" y="519"/>
                    </a:cubicBezTo>
                    <a:cubicBezTo>
                      <a:pt x="0" y="815"/>
                      <a:pt x="223" y="1062"/>
                      <a:pt x="519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9" name="Google Shape;2319;p19"/>
              <p:cNvSpPr/>
              <p:nvPr/>
            </p:nvSpPr>
            <p:spPr>
              <a:xfrm>
                <a:off x="11800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0" y="223"/>
                      <a:pt x="0" y="519"/>
                    </a:cubicBezTo>
                    <a:cubicBezTo>
                      <a:pt x="0" y="815"/>
                      <a:pt x="223" y="1037"/>
                      <a:pt x="519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0" name="Google Shape;2320;p19"/>
              <p:cNvSpPr/>
              <p:nvPr/>
            </p:nvSpPr>
            <p:spPr>
              <a:xfrm>
                <a:off x="11800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0" y="223"/>
                      <a:pt x="0" y="519"/>
                    </a:cubicBezTo>
                    <a:cubicBezTo>
                      <a:pt x="0" y="790"/>
                      <a:pt x="223" y="1037"/>
                      <a:pt x="519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1" name="Google Shape;2321;p19"/>
              <p:cNvSpPr/>
              <p:nvPr/>
            </p:nvSpPr>
            <p:spPr>
              <a:xfrm>
                <a:off x="11800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0" y="248"/>
                      <a:pt x="0" y="519"/>
                    </a:cubicBezTo>
                    <a:cubicBezTo>
                      <a:pt x="0" y="816"/>
                      <a:pt x="223" y="1062"/>
                      <a:pt x="519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2" name="Google Shape;2322;p19"/>
              <p:cNvSpPr/>
              <p:nvPr/>
            </p:nvSpPr>
            <p:spPr>
              <a:xfrm>
                <a:off x="11800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816"/>
                      <a:pt x="223" y="1038"/>
                      <a:pt x="519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3" name="Google Shape;2323;p19"/>
              <p:cNvSpPr/>
              <p:nvPr/>
            </p:nvSpPr>
            <p:spPr>
              <a:xfrm>
                <a:off x="1054075" y="21785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5"/>
                      <a:pt x="248" y="1038"/>
                      <a:pt x="544" y="1038"/>
                    </a:cubicBezTo>
                    <a:cubicBezTo>
                      <a:pt x="816" y="1038"/>
                      <a:pt x="1062" y="815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4" name="Google Shape;2324;p19"/>
              <p:cNvSpPr/>
              <p:nvPr/>
            </p:nvSpPr>
            <p:spPr>
              <a:xfrm>
                <a:off x="1054075" y="23291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791"/>
                      <a:pt x="248" y="1038"/>
                      <a:pt x="544" y="1038"/>
                    </a:cubicBezTo>
                    <a:cubicBezTo>
                      <a:pt x="816" y="1038"/>
                      <a:pt x="1062" y="791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5" name="Google Shape;2325;p19"/>
              <p:cNvSpPr/>
              <p:nvPr/>
            </p:nvSpPr>
            <p:spPr>
              <a:xfrm>
                <a:off x="1054075" y="2479125"/>
                <a:ext cx="265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2" extrusionOk="0">
                    <a:moveTo>
                      <a:pt x="544" y="0"/>
                    </a:moveTo>
                    <a:cubicBezTo>
                      <a:pt x="248" y="0"/>
                      <a:pt x="1" y="247"/>
                      <a:pt x="1" y="519"/>
                    </a:cubicBezTo>
                    <a:cubicBezTo>
                      <a:pt x="1" y="815"/>
                      <a:pt x="248" y="1062"/>
                      <a:pt x="544" y="1062"/>
                    </a:cubicBezTo>
                    <a:cubicBezTo>
                      <a:pt x="816" y="1062"/>
                      <a:pt x="1062" y="815"/>
                      <a:pt x="1062" y="519"/>
                    </a:cubicBezTo>
                    <a:cubicBezTo>
                      <a:pt x="1062" y="247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6" name="Google Shape;2326;p19"/>
              <p:cNvSpPr/>
              <p:nvPr/>
            </p:nvSpPr>
            <p:spPr>
              <a:xfrm>
                <a:off x="1054075" y="26297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815"/>
                      <a:pt x="248" y="1037"/>
                      <a:pt x="544" y="1037"/>
                    </a:cubicBezTo>
                    <a:cubicBezTo>
                      <a:pt x="816" y="1037"/>
                      <a:pt x="1062" y="815"/>
                      <a:pt x="1062" y="519"/>
                    </a:cubicBezTo>
                    <a:cubicBezTo>
                      <a:pt x="1062" y="223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7" name="Google Shape;2327;p19"/>
              <p:cNvSpPr/>
              <p:nvPr/>
            </p:nvSpPr>
            <p:spPr>
              <a:xfrm>
                <a:off x="1054075" y="27803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790"/>
                      <a:pt x="248" y="1037"/>
                      <a:pt x="544" y="1037"/>
                    </a:cubicBezTo>
                    <a:cubicBezTo>
                      <a:pt x="816" y="1037"/>
                      <a:pt x="1062" y="790"/>
                      <a:pt x="1062" y="519"/>
                    </a:cubicBezTo>
                    <a:cubicBezTo>
                      <a:pt x="1062" y="223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8" name="Google Shape;2328;p19"/>
              <p:cNvSpPr/>
              <p:nvPr/>
            </p:nvSpPr>
            <p:spPr>
              <a:xfrm>
                <a:off x="1054075" y="2930300"/>
                <a:ext cx="2657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3" extrusionOk="0">
                    <a:moveTo>
                      <a:pt x="544" y="1"/>
                    </a:moveTo>
                    <a:cubicBezTo>
                      <a:pt x="248" y="1"/>
                      <a:pt x="1" y="248"/>
                      <a:pt x="1" y="519"/>
                    </a:cubicBezTo>
                    <a:cubicBezTo>
                      <a:pt x="1" y="816"/>
                      <a:pt x="248" y="1062"/>
                      <a:pt x="544" y="1062"/>
                    </a:cubicBezTo>
                    <a:cubicBezTo>
                      <a:pt x="816" y="1062"/>
                      <a:pt x="1062" y="816"/>
                      <a:pt x="1062" y="519"/>
                    </a:cubicBezTo>
                    <a:cubicBezTo>
                      <a:pt x="1062" y="248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9" name="Google Shape;2329;p19"/>
              <p:cNvSpPr/>
              <p:nvPr/>
            </p:nvSpPr>
            <p:spPr>
              <a:xfrm>
                <a:off x="1054075" y="3080900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6"/>
                      <a:pt x="248" y="1038"/>
                      <a:pt x="544" y="1038"/>
                    </a:cubicBezTo>
                    <a:cubicBezTo>
                      <a:pt x="816" y="1038"/>
                      <a:pt x="1062" y="816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330" name="Google Shape;2330;p19"/>
            <p:cNvGrpSpPr/>
            <p:nvPr/>
          </p:nvGrpSpPr>
          <p:grpSpPr>
            <a:xfrm>
              <a:off x="-467250" y="1095158"/>
              <a:ext cx="904875" cy="928325"/>
              <a:chOff x="1054075" y="2178525"/>
              <a:chExt cx="904875" cy="928325"/>
            </a:xfrm>
          </p:grpSpPr>
          <p:sp>
            <p:nvSpPr>
              <p:cNvPr id="2331" name="Google Shape;2331;p19"/>
              <p:cNvSpPr/>
              <p:nvPr/>
            </p:nvSpPr>
            <p:spPr>
              <a:xfrm>
                <a:off x="19330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5"/>
                      <a:pt x="248" y="1038"/>
                      <a:pt x="519" y="1038"/>
                    </a:cubicBezTo>
                    <a:cubicBezTo>
                      <a:pt x="816" y="1038"/>
                      <a:pt x="1038" y="815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2" name="Google Shape;2332;p19"/>
              <p:cNvSpPr/>
              <p:nvPr/>
            </p:nvSpPr>
            <p:spPr>
              <a:xfrm>
                <a:off x="19330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791"/>
                      <a:pt x="248" y="1038"/>
                      <a:pt x="519" y="1038"/>
                    </a:cubicBezTo>
                    <a:cubicBezTo>
                      <a:pt x="816" y="1038"/>
                      <a:pt x="1038" y="791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3" name="Google Shape;2333;p19"/>
              <p:cNvSpPr/>
              <p:nvPr/>
            </p:nvSpPr>
            <p:spPr>
              <a:xfrm>
                <a:off x="19330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48" y="0"/>
                      <a:pt x="1" y="247"/>
                      <a:pt x="1" y="519"/>
                    </a:cubicBezTo>
                    <a:cubicBezTo>
                      <a:pt x="1" y="815"/>
                      <a:pt x="248" y="1062"/>
                      <a:pt x="519" y="1062"/>
                    </a:cubicBezTo>
                    <a:cubicBezTo>
                      <a:pt x="816" y="1062"/>
                      <a:pt x="1038" y="815"/>
                      <a:pt x="1038" y="519"/>
                    </a:cubicBezTo>
                    <a:cubicBezTo>
                      <a:pt x="1038" y="247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4" name="Google Shape;2334;p19"/>
              <p:cNvSpPr/>
              <p:nvPr/>
            </p:nvSpPr>
            <p:spPr>
              <a:xfrm>
                <a:off x="19330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815"/>
                      <a:pt x="248" y="1037"/>
                      <a:pt x="519" y="1037"/>
                    </a:cubicBezTo>
                    <a:cubicBezTo>
                      <a:pt x="816" y="1037"/>
                      <a:pt x="1038" y="815"/>
                      <a:pt x="1038" y="519"/>
                    </a:cubicBezTo>
                    <a:cubicBezTo>
                      <a:pt x="1038" y="223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5" name="Google Shape;2335;p19"/>
              <p:cNvSpPr/>
              <p:nvPr/>
            </p:nvSpPr>
            <p:spPr>
              <a:xfrm>
                <a:off x="19330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790"/>
                      <a:pt x="248" y="1037"/>
                      <a:pt x="519" y="1037"/>
                    </a:cubicBezTo>
                    <a:cubicBezTo>
                      <a:pt x="816" y="1037"/>
                      <a:pt x="1038" y="790"/>
                      <a:pt x="1038" y="519"/>
                    </a:cubicBezTo>
                    <a:cubicBezTo>
                      <a:pt x="1038" y="223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6" name="Google Shape;2336;p19"/>
              <p:cNvSpPr/>
              <p:nvPr/>
            </p:nvSpPr>
            <p:spPr>
              <a:xfrm>
                <a:off x="19330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48" y="1"/>
                      <a:pt x="1" y="248"/>
                      <a:pt x="1" y="519"/>
                    </a:cubicBezTo>
                    <a:cubicBezTo>
                      <a:pt x="1" y="816"/>
                      <a:pt x="248" y="1062"/>
                      <a:pt x="519" y="1062"/>
                    </a:cubicBezTo>
                    <a:cubicBezTo>
                      <a:pt x="816" y="1062"/>
                      <a:pt x="1038" y="816"/>
                      <a:pt x="1038" y="519"/>
                    </a:cubicBezTo>
                    <a:cubicBezTo>
                      <a:pt x="1038" y="248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7" name="Google Shape;2337;p19"/>
              <p:cNvSpPr/>
              <p:nvPr/>
            </p:nvSpPr>
            <p:spPr>
              <a:xfrm>
                <a:off x="19330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6"/>
                      <a:pt x="248" y="1038"/>
                      <a:pt x="519" y="1038"/>
                    </a:cubicBezTo>
                    <a:cubicBezTo>
                      <a:pt x="816" y="1038"/>
                      <a:pt x="1038" y="816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8" name="Google Shape;2338;p19"/>
              <p:cNvSpPr/>
              <p:nvPr/>
            </p:nvSpPr>
            <p:spPr>
              <a:xfrm>
                <a:off x="1807725" y="2178525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815"/>
                      <a:pt x="222" y="1038"/>
                      <a:pt x="518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9" name="Google Shape;2339;p19"/>
              <p:cNvSpPr/>
              <p:nvPr/>
            </p:nvSpPr>
            <p:spPr>
              <a:xfrm>
                <a:off x="1807725" y="2329125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791"/>
                      <a:pt x="222" y="1038"/>
                      <a:pt x="518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0" name="Google Shape;2340;p19"/>
              <p:cNvSpPr/>
              <p:nvPr/>
            </p:nvSpPr>
            <p:spPr>
              <a:xfrm>
                <a:off x="1807725" y="2479125"/>
                <a:ext cx="259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62" extrusionOk="0">
                    <a:moveTo>
                      <a:pt x="518" y="0"/>
                    </a:moveTo>
                    <a:cubicBezTo>
                      <a:pt x="222" y="0"/>
                      <a:pt x="0" y="247"/>
                      <a:pt x="0" y="519"/>
                    </a:cubicBezTo>
                    <a:cubicBezTo>
                      <a:pt x="0" y="815"/>
                      <a:pt x="222" y="1062"/>
                      <a:pt x="518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1" name="Google Shape;2341;p19"/>
              <p:cNvSpPr/>
              <p:nvPr/>
            </p:nvSpPr>
            <p:spPr>
              <a:xfrm>
                <a:off x="1807725" y="2629725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0"/>
                    </a:moveTo>
                    <a:cubicBezTo>
                      <a:pt x="222" y="0"/>
                      <a:pt x="0" y="223"/>
                      <a:pt x="0" y="519"/>
                    </a:cubicBezTo>
                    <a:cubicBezTo>
                      <a:pt x="0" y="815"/>
                      <a:pt x="222" y="1037"/>
                      <a:pt x="518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2" name="Google Shape;2342;p19"/>
              <p:cNvSpPr/>
              <p:nvPr/>
            </p:nvSpPr>
            <p:spPr>
              <a:xfrm>
                <a:off x="1807725" y="2780325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0"/>
                    </a:moveTo>
                    <a:cubicBezTo>
                      <a:pt x="222" y="0"/>
                      <a:pt x="0" y="223"/>
                      <a:pt x="0" y="519"/>
                    </a:cubicBezTo>
                    <a:cubicBezTo>
                      <a:pt x="0" y="790"/>
                      <a:pt x="222" y="1037"/>
                      <a:pt x="518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3" name="Google Shape;2343;p19"/>
              <p:cNvSpPr/>
              <p:nvPr/>
            </p:nvSpPr>
            <p:spPr>
              <a:xfrm>
                <a:off x="1807725" y="2930300"/>
                <a:ext cx="2592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63" extrusionOk="0">
                    <a:moveTo>
                      <a:pt x="518" y="1"/>
                    </a:moveTo>
                    <a:cubicBezTo>
                      <a:pt x="222" y="1"/>
                      <a:pt x="0" y="248"/>
                      <a:pt x="0" y="519"/>
                    </a:cubicBezTo>
                    <a:cubicBezTo>
                      <a:pt x="0" y="816"/>
                      <a:pt x="222" y="1062"/>
                      <a:pt x="518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4" name="Google Shape;2344;p19"/>
              <p:cNvSpPr/>
              <p:nvPr/>
            </p:nvSpPr>
            <p:spPr>
              <a:xfrm>
                <a:off x="1807725" y="3080900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816"/>
                      <a:pt x="222" y="1038"/>
                      <a:pt x="518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5" name="Google Shape;2345;p19"/>
              <p:cNvSpPr/>
              <p:nvPr/>
            </p:nvSpPr>
            <p:spPr>
              <a:xfrm>
                <a:off x="1681800" y="21785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5"/>
                      <a:pt x="247" y="1038"/>
                      <a:pt x="519" y="1038"/>
                    </a:cubicBezTo>
                    <a:cubicBezTo>
                      <a:pt x="815" y="1038"/>
                      <a:pt x="1062" y="815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6" name="Google Shape;2346;p19"/>
              <p:cNvSpPr/>
              <p:nvPr/>
            </p:nvSpPr>
            <p:spPr>
              <a:xfrm>
                <a:off x="1681800" y="23291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791"/>
                      <a:pt x="247" y="1038"/>
                      <a:pt x="519" y="1038"/>
                    </a:cubicBezTo>
                    <a:cubicBezTo>
                      <a:pt x="815" y="1038"/>
                      <a:pt x="1062" y="791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7" name="Google Shape;2347;p19"/>
              <p:cNvSpPr/>
              <p:nvPr/>
            </p:nvSpPr>
            <p:spPr>
              <a:xfrm>
                <a:off x="1681800" y="2479125"/>
                <a:ext cx="265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2" extrusionOk="0">
                    <a:moveTo>
                      <a:pt x="519" y="0"/>
                    </a:moveTo>
                    <a:cubicBezTo>
                      <a:pt x="247" y="0"/>
                      <a:pt x="0" y="247"/>
                      <a:pt x="0" y="519"/>
                    </a:cubicBezTo>
                    <a:cubicBezTo>
                      <a:pt x="0" y="815"/>
                      <a:pt x="247" y="1062"/>
                      <a:pt x="519" y="1062"/>
                    </a:cubicBezTo>
                    <a:cubicBezTo>
                      <a:pt x="815" y="1062"/>
                      <a:pt x="1062" y="815"/>
                      <a:pt x="1062" y="519"/>
                    </a:cubicBezTo>
                    <a:cubicBezTo>
                      <a:pt x="1062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8" name="Google Shape;2348;p19"/>
              <p:cNvSpPr/>
              <p:nvPr/>
            </p:nvSpPr>
            <p:spPr>
              <a:xfrm>
                <a:off x="1681800" y="26297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815"/>
                      <a:pt x="247" y="1037"/>
                      <a:pt x="519" y="1037"/>
                    </a:cubicBezTo>
                    <a:cubicBezTo>
                      <a:pt x="815" y="1037"/>
                      <a:pt x="1062" y="815"/>
                      <a:pt x="1062" y="519"/>
                    </a:cubicBezTo>
                    <a:cubicBezTo>
                      <a:pt x="1062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9" name="Google Shape;2349;p19"/>
              <p:cNvSpPr/>
              <p:nvPr/>
            </p:nvSpPr>
            <p:spPr>
              <a:xfrm>
                <a:off x="1681800" y="27803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790"/>
                      <a:pt x="247" y="1037"/>
                      <a:pt x="519" y="1037"/>
                    </a:cubicBezTo>
                    <a:cubicBezTo>
                      <a:pt x="815" y="1037"/>
                      <a:pt x="1062" y="790"/>
                      <a:pt x="1062" y="519"/>
                    </a:cubicBezTo>
                    <a:cubicBezTo>
                      <a:pt x="1062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0" name="Google Shape;2350;p19"/>
              <p:cNvSpPr/>
              <p:nvPr/>
            </p:nvSpPr>
            <p:spPr>
              <a:xfrm>
                <a:off x="1681800" y="2930300"/>
                <a:ext cx="2657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3" extrusionOk="0">
                    <a:moveTo>
                      <a:pt x="519" y="1"/>
                    </a:moveTo>
                    <a:cubicBezTo>
                      <a:pt x="247" y="1"/>
                      <a:pt x="0" y="248"/>
                      <a:pt x="0" y="519"/>
                    </a:cubicBezTo>
                    <a:cubicBezTo>
                      <a:pt x="0" y="816"/>
                      <a:pt x="247" y="1062"/>
                      <a:pt x="519" y="1062"/>
                    </a:cubicBezTo>
                    <a:cubicBezTo>
                      <a:pt x="815" y="1062"/>
                      <a:pt x="1062" y="816"/>
                      <a:pt x="1062" y="519"/>
                    </a:cubicBezTo>
                    <a:cubicBezTo>
                      <a:pt x="1062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1" name="Google Shape;2351;p19"/>
              <p:cNvSpPr/>
              <p:nvPr/>
            </p:nvSpPr>
            <p:spPr>
              <a:xfrm>
                <a:off x="1681800" y="3080900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6"/>
                      <a:pt x="247" y="1038"/>
                      <a:pt x="519" y="1038"/>
                    </a:cubicBezTo>
                    <a:cubicBezTo>
                      <a:pt x="815" y="1038"/>
                      <a:pt x="1062" y="816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2" name="Google Shape;2352;p19"/>
              <p:cNvSpPr/>
              <p:nvPr/>
            </p:nvSpPr>
            <p:spPr>
              <a:xfrm>
                <a:off x="15565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5"/>
                      <a:pt x="223" y="1038"/>
                      <a:pt x="519" y="1038"/>
                    </a:cubicBezTo>
                    <a:cubicBezTo>
                      <a:pt x="815" y="1038"/>
                      <a:pt x="1038" y="815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3" name="Google Shape;2353;p19"/>
              <p:cNvSpPr/>
              <p:nvPr/>
            </p:nvSpPr>
            <p:spPr>
              <a:xfrm>
                <a:off x="15565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791"/>
                      <a:pt x="223" y="1038"/>
                      <a:pt x="519" y="1038"/>
                    </a:cubicBezTo>
                    <a:cubicBezTo>
                      <a:pt x="815" y="1038"/>
                      <a:pt x="1038" y="791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4" name="Google Shape;2354;p19"/>
              <p:cNvSpPr/>
              <p:nvPr/>
            </p:nvSpPr>
            <p:spPr>
              <a:xfrm>
                <a:off x="15565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1" y="247"/>
                      <a:pt x="1" y="519"/>
                    </a:cubicBezTo>
                    <a:cubicBezTo>
                      <a:pt x="1" y="815"/>
                      <a:pt x="223" y="1062"/>
                      <a:pt x="519" y="1062"/>
                    </a:cubicBezTo>
                    <a:cubicBezTo>
                      <a:pt x="815" y="1062"/>
                      <a:pt x="1038" y="815"/>
                      <a:pt x="1038" y="519"/>
                    </a:cubicBezTo>
                    <a:cubicBezTo>
                      <a:pt x="1038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5" name="Google Shape;2355;p19"/>
              <p:cNvSpPr/>
              <p:nvPr/>
            </p:nvSpPr>
            <p:spPr>
              <a:xfrm>
                <a:off x="15565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815"/>
                      <a:pt x="223" y="1037"/>
                      <a:pt x="519" y="1037"/>
                    </a:cubicBezTo>
                    <a:cubicBezTo>
                      <a:pt x="815" y="1037"/>
                      <a:pt x="1038" y="815"/>
                      <a:pt x="1038" y="519"/>
                    </a:cubicBezTo>
                    <a:cubicBezTo>
                      <a:pt x="1038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6" name="Google Shape;2356;p19"/>
              <p:cNvSpPr/>
              <p:nvPr/>
            </p:nvSpPr>
            <p:spPr>
              <a:xfrm>
                <a:off x="15565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790"/>
                      <a:pt x="223" y="1037"/>
                      <a:pt x="519" y="1037"/>
                    </a:cubicBezTo>
                    <a:cubicBezTo>
                      <a:pt x="815" y="1037"/>
                      <a:pt x="1038" y="790"/>
                      <a:pt x="1038" y="519"/>
                    </a:cubicBezTo>
                    <a:cubicBezTo>
                      <a:pt x="1038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7" name="Google Shape;2357;p19"/>
              <p:cNvSpPr/>
              <p:nvPr/>
            </p:nvSpPr>
            <p:spPr>
              <a:xfrm>
                <a:off x="15565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1" y="248"/>
                      <a:pt x="1" y="519"/>
                    </a:cubicBezTo>
                    <a:cubicBezTo>
                      <a:pt x="1" y="816"/>
                      <a:pt x="223" y="1062"/>
                      <a:pt x="519" y="1062"/>
                    </a:cubicBezTo>
                    <a:cubicBezTo>
                      <a:pt x="815" y="1062"/>
                      <a:pt x="1038" y="816"/>
                      <a:pt x="1038" y="519"/>
                    </a:cubicBezTo>
                    <a:cubicBezTo>
                      <a:pt x="1038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8" name="Google Shape;2358;p19"/>
              <p:cNvSpPr/>
              <p:nvPr/>
            </p:nvSpPr>
            <p:spPr>
              <a:xfrm>
                <a:off x="15565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6"/>
                      <a:pt x="223" y="1038"/>
                      <a:pt x="519" y="1038"/>
                    </a:cubicBezTo>
                    <a:cubicBezTo>
                      <a:pt x="815" y="1038"/>
                      <a:pt x="1038" y="816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9" name="Google Shape;2359;p19"/>
              <p:cNvSpPr/>
              <p:nvPr/>
            </p:nvSpPr>
            <p:spPr>
              <a:xfrm>
                <a:off x="14312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5"/>
                      <a:pt x="223" y="1038"/>
                      <a:pt x="519" y="1038"/>
                    </a:cubicBezTo>
                    <a:cubicBezTo>
                      <a:pt x="791" y="1038"/>
                      <a:pt x="1038" y="815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60" name="Google Shape;2360;p19"/>
              <p:cNvSpPr/>
              <p:nvPr/>
            </p:nvSpPr>
            <p:spPr>
              <a:xfrm>
                <a:off x="14312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791"/>
                      <a:pt x="223" y="1038"/>
                      <a:pt x="519" y="1038"/>
                    </a:cubicBezTo>
                    <a:cubicBezTo>
                      <a:pt x="791" y="1038"/>
                      <a:pt x="1038" y="791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61" name="Google Shape;2361;p19"/>
              <p:cNvSpPr/>
              <p:nvPr/>
            </p:nvSpPr>
            <p:spPr>
              <a:xfrm>
                <a:off x="14312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1" y="247"/>
                      <a:pt x="1" y="519"/>
                    </a:cubicBezTo>
                    <a:cubicBezTo>
                      <a:pt x="1" y="815"/>
                      <a:pt x="223" y="1062"/>
                      <a:pt x="519" y="1062"/>
                    </a:cubicBezTo>
                    <a:cubicBezTo>
                      <a:pt x="791" y="1062"/>
                      <a:pt x="1038" y="815"/>
                      <a:pt x="1038" y="519"/>
                    </a:cubicBezTo>
                    <a:cubicBezTo>
                      <a:pt x="1038" y="247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62" name="Google Shape;2362;p19"/>
              <p:cNvSpPr/>
              <p:nvPr/>
            </p:nvSpPr>
            <p:spPr>
              <a:xfrm>
                <a:off x="14312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815"/>
                      <a:pt x="223" y="1037"/>
                      <a:pt x="519" y="1037"/>
                    </a:cubicBezTo>
                    <a:cubicBezTo>
                      <a:pt x="791" y="1037"/>
                      <a:pt x="1038" y="815"/>
                      <a:pt x="1038" y="519"/>
                    </a:cubicBezTo>
                    <a:cubicBezTo>
                      <a:pt x="1038" y="223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63" name="Google Shape;2363;p19"/>
              <p:cNvSpPr/>
              <p:nvPr/>
            </p:nvSpPr>
            <p:spPr>
              <a:xfrm>
                <a:off x="14312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790"/>
                      <a:pt x="223" y="1037"/>
                      <a:pt x="519" y="1037"/>
                    </a:cubicBezTo>
                    <a:cubicBezTo>
                      <a:pt x="791" y="1037"/>
                      <a:pt x="1038" y="790"/>
                      <a:pt x="1038" y="519"/>
                    </a:cubicBezTo>
                    <a:cubicBezTo>
                      <a:pt x="1038" y="223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64" name="Google Shape;2364;p19"/>
              <p:cNvSpPr/>
              <p:nvPr/>
            </p:nvSpPr>
            <p:spPr>
              <a:xfrm>
                <a:off x="14312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1" y="248"/>
                      <a:pt x="1" y="519"/>
                    </a:cubicBezTo>
                    <a:cubicBezTo>
                      <a:pt x="1" y="816"/>
                      <a:pt x="223" y="1062"/>
                      <a:pt x="519" y="1062"/>
                    </a:cubicBezTo>
                    <a:cubicBezTo>
                      <a:pt x="791" y="1062"/>
                      <a:pt x="1038" y="816"/>
                      <a:pt x="1038" y="519"/>
                    </a:cubicBezTo>
                    <a:cubicBezTo>
                      <a:pt x="1038" y="248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65" name="Google Shape;2365;p19"/>
              <p:cNvSpPr/>
              <p:nvPr/>
            </p:nvSpPr>
            <p:spPr>
              <a:xfrm>
                <a:off x="14312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6"/>
                      <a:pt x="223" y="1038"/>
                      <a:pt x="519" y="1038"/>
                    </a:cubicBezTo>
                    <a:cubicBezTo>
                      <a:pt x="791" y="1038"/>
                      <a:pt x="1038" y="816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66" name="Google Shape;2366;p19"/>
              <p:cNvSpPr/>
              <p:nvPr/>
            </p:nvSpPr>
            <p:spPr>
              <a:xfrm>
                <a:off x="13053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5"/>
                      <a:pt x="247" y="1038"/>
                      <a:pt x="519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67" name="Google Shape;2367;p19"/>
              <p:cNvSpPr/>
              <p:nvPr/>
            </p:nvSpPr>
            <p:spPr>
              <a:xfrm>
                <a:off x="13053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791"/>
                      <a:pt x="247" y="1038"/>
                      <a:pt x="519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68" name="Google Shape;2368;p19"/>
              <p:cNvSpPr/>
              <p:nvPr/>
            </p:nvSpPr>
            <p:spPr>
              <a:xfrm>
                <a:off x="13053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47" y="0"/>
                      <a:pt x="0" y="247"/>
                      <a:pt x="0" y="519"/>
                    </a:cubicBezTo>
                    <a:cubicBezTo>
                      <a:pt x="0" y="815"/>
                      <a:pt x="247" y="1062"/>
                      <a:pt x="519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69" name="Google Shape;2369;p19"/>
              <p:cNvSpPr/>
              <p:nvPr/>
            </p:nvSpPr>
            <p:spPr>
              <a:xfrm>
                <a:off x="13053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815"/>
                      <a:pt x="247" y="1037"/>
                      <a:pt x="519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70" name="Google Shape;2370;p19"/>
              <p:cNvSpPr/>
              <p:nvPr/>
            </p:nvSpPr>
            <p:spPr>
              <a:xfrm>
                <a:off x="13053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790"/>
                      <a:pt x="247" y="1037"/>
                      <a:pt x="519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71" name="Google Shape;2371;p19"/>
              <p:cNvSpPr/>
              <p:nvPr/>
            </p:nvSpPr>
            <p:spPr>
              <a:xfrm>
                <a:off x="13053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47" y="1"/>
                      <a:pt x="0" y="248"/>
                      <a:pt x="0" y="519"/>
                    </a:cubicBezTo>
                    <a:cubicBezTo>
                      <a:pt x="0" y="816"/>
                      <a:pt x="247" y="1062"/>
                      <a:pt x="519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72" name="Google Shape;2372;p19"/>
              <p:cNvSpPr/>
              <p:nvPr/>
            </p:nvSpPr>
            <p:spPr>
              <a:xfrm>
                <a:off x="13053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6"/>
                      <a:pt x="247" y="1038"/>
                      <a:pt x="519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73" name="Google Shape;2373;p19"/>
              <p:cNvSpPr/>
              <p:nvPr/>
            </p:nvSpPr>
            <p:spPr>
              <a:xfrm>
                <a:off x="11800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815"/>
                      <a:pt x="223" y="1038"/>
                      <a:pt x="519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74" name="Google Shape;2374;p19"/>
              <p:cNvSpPr/>
              <p:nvPr/>
            </p:nvSpPr>
            <p:spPr>
              <a:xfrm>
                <a:off x="11800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791"/>
                      <a:pt x="223" y="1038"/>
                      <a:pt x="519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75" name="Google Shape;2375;p19"/>
              <p:cNvSpPr/>
              <p:nvPr/>
            </p:nvSpPr>
            <p:spPr>
              <a:xfrm>
                <a:off x="11800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0" y="247"/>
                      <a:pt x="0" y="519"/>
                    </a:cubicBezTo>
                    <a:cubicBezTo>
                      <a:pt x="0" y="815"/>
                      <a:pt x="223" y="1062"/>
                      <a:pt x="519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76" name="Google Shape;2376;p19"/>
              <p:cNvSpPr/>
              <p:nvPr/>
            </p:nvSpPr>
            <p:spPr>
              <a:xfrm>
                <a:off x="11800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0" y="223"/>
                      <a:pt x="0" y="519"/>
                    </a:cubicBezTo>
                    <a:cubicBezTo>
                      <a:pt x="0" y="815"/>
                      <a:pt x="223" y="1037"/>
                      <a:pt x="519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77" name="Google Shape;2377;p19"/>
              <p:cNvSpPr/>
              <p:nvPr/>
            </p:nvSpPr>
            <p:spPr>
              <a:xfrm>
                <a:off x="11800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0" y="223"/>
                      <a:pt x="0" y="519"/>
                    </a:cubicBezTo>
                    <a:cubicBezTo>
                      <a:pt x="0" y="790"/>
                      <a:pt x="223" y="1037"/>
                      <a:pt x="519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78" name="Google Shape;2378;p19"/>
              <p:cNvSpPr/>
              <p:nvPr/>
            </p:nvSpPr>
            <p:spPr>
              <a:xfrm>
                <a:off x="11800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0" y="248"/>
                      <a:pt x="0" y="519"/>
                    </a:cubicBezTo>
                    <a:cubicBezTo>
                      <a:pt x="0" y="816"/>
                      <a:pt x="223" y="1062"/>
                      <a:pt x="519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79" name="Google Shape;2379;p19"/>
              <p:cNvSpPr/>
              <p:nvPr/>
            </p:nvSpPr>
            <p:spPr>
              <a:xfrm>
                <a:off x="11800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816"/>
                      <a:pt x="223" y="1038"/>
                      <a:pt x="519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80" name="Google Shape;2380;p19"/>
              <p:cNvSpPr/>
              <p:nvPr/>
            </p:nvSpPr>
            <p:spPr>
              <a:xfrm>
                <a:off x="1054075" y="21785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5"/>
                      <a:pt x="248" y="1038"/>
                      <a:pt x="544" y="1038"/>
                    </a:cubicBezTo>
                    <a:cubicBezTo>
                      <a:pt x="816" y="1038"/>
                      <a:pt x="1062" y="815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81" name="Google Shape;2381;p19"/>
              <p:cNvSpPr/>
              <p:nvPr/>
            </p:nvSpPr>
            <p:spPr>
              <a:xfrm>
                <a:off x="1054075" y="23291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791"/>
                      <a:pt x="248" y="1038"/>
                      <a:pt x="544" y="1038"/>
                    </a:cubicBezTo>
                    <a:cubicBezTo>
                      <a:pt x="816" y="1038"/>
                      <a:pt x="1062" y="791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82" name="Google Shape;2382;p19"/>
              <p:cNvSpPr/>
              <p:nvPr/>
            </p:nvSpPr>
            <p:spPr>
              <a:xfrm>
                <a:off x="1054075" y="2479125"/>
                <a:ext cx="265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2" extrusionOk="0">
                    <a:moveTo>
                      <a:pt x="544" y="0"/>
                    </a:moveTo>
                    <a:cubicBezTo>
                      <a:pt x="248" y="0"/>
                      <a:pt x="1" y="247"/>
                      <a:pt x="1" y="519"/>
                    </a:cubicBezTo>
                    <a:cubicBezTo>
                      <a:pt x="1" y="815"/>
                      <a:pt x="248" y="1062"/>
                      <a:pt x="544" y="1062"/>
                    </a:cubicBezTo>
                    <a:cubicBezTo>
                      <a:pt x="816" y="1062"/>
                      <a:pt x="1062" y="815"/>
                      <a:pt x="1062" y="519"/>
                    </a:cubicBezTo>
                    <a:cubicBezTo>
                      <a:pt x="1062" y="247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83" name="Google Shape;2383;p19"/>
              <p:cNvSpPr/>
              <p:nvPr/>
            </p:nvSpPr>
            <p:spPr>
              <a:xfrm>
                <a:off x="1054075" y="26297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815"/>
                      <a:pt x="248" y="1037"/>
                      <a:pt x="544" y="1037"/>
                    </a:cubicBezTo>
                    <a:cubicBezTo>
                      <a:pt x="816" y="1037"/>
                      <a:pt x="1062" y="815"/>
                      <a:pt x="1062" y="519"/>
                    </a:cubicBezTo>
                    <a:cubicBezTo>
                      <a:pt x="1062" y="223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84" name="Google Shape;2384;p19"/>
              <p:cNvSpPr/>
              <p:nvPr/>
            </p:nvSpPr>
            <p:spPr>
              <a:xfrm>
                <a:off x="1054075" y="27803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790"/>
                      <a:pt x="248" y="1037"/>
                      <a:pt x="544" y="1037"/>
                    </a:cubicBezTo>
                    <a:cubicBezTo>
                      <a:pt x="816" y="1037"/>
                      <a:pt x="1062" y="790"/>
                      <a:pt x="1062" y="519"/>
                    </a:cubicBezTo>
                    <a:cubicBezTo>
                      <a:pt x="1062" y="223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85" name="Google Shape;2385;p19"/>
              <p:cNvSpPr/>
              <p:nvPr/>
            </p:nvSpPr>
            <p:spPr>
              <a:xfrm>
                <a:off x="1054075" y="2930300"/>
                <a:ext cx="2657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3" extrusionOk="0">
                    <a:moveTo>
                      <a:pt x="544" y="1"/>
                    </a:moveTo>
                    <a:cubicBezTo>
                      <a:pt x="248" y="1"/>
                      <a:pt x="1" y="248"/>
                      <a:pt x="1" y="519"/>
                    </a:cubicBezTo>
                    <a:cubicBezTo>
                      <a:pt x="1" y="816"/>
                      <a:pt x="248" y="1062"/>
                      <a:pt x="544" y="1062"/>
                    </a:cubicBezTo>
                    <a:cubicBezTo>
                      <a:pt x="816" y="1062"/>
                      <a:pt x="1062" y="816"/>
                      <a:pt x="1062" y="519"/>
                    </a:cubicBezTo>
                    <a:cubicBezTo>
                      <a:pt x="1062" y="248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86" name="Google Shape;2386;p19"/>
              <p:cNvSpPr/>
              <p:nvPr/>
            </p:nvSpPr>
            <p:spPr>
              <a:xfrm>
                <a:off x="1054075" y="3080900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6"/>
                      <a:pt x="248" y="1038"/>
                      <a:pt x="544" y="1038"/>
                    </a:cubicBezTo>
                    <a:cubicBezTo>
                      <a:pt x="816" y="1038"/>
                      <a:pt x="1062" y="816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2387" name="Google Shape;2387;p19"/>
          <p:cNvGrpSpPr/>
          <p:nvPr/>
        </p:nvGrpSpPr>
        <p:grpSpPr>
          <a:xfrm>
            <a:off x="-157875" y="-143325"/>
            <a:ext cx="754800" cy="999250"/>
            <a:chOff x="-157875" y="-143325"/>
            <a:chExt cx="754800" cy="999250"/>
          </a:xfrm>
        </p:grpSpPr>
        <p:sp>
          <p:nvSpPr>
            <p:cNvPr id="2388" name="Google Shape;2388;p19"/>
            <p:cNvSpPr/>
            <p:nvPr/>
          </p:nvSpPr>
          <p:spPr>
            <a:xfrm>
              <a:off x="-157875" y="-143325"/>
              <a:ext cx="754800" cy="754800"/>
            </a:xfrm>
            <a:prstGeom prst="ellipse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89" name="Google Shape;2389;p19"/>
            <p:cNvSpPr/>
            <p:nvPr/>
          </p:nvSpPr>
          <p:spPr>
            <a:xfrm>
              <a:off x="116550" y="379225"/>
              <a:ext cx="476700" cy="4767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390" name="Google Shape;2390;p19"/>
          <p:cNvGrpSpPr/>
          <p:nvPr/>
        </p:nvGrpSpPr>
        <p:grpSpPr>
          <a:xfrm>
            <a:off x="340238" y="4698558"/>
            <a:ext cx="1646456" cy="754740"/>
            <a:chOff x="5071203" y="4398918"/>
            <a:chExt cx="1646456" cy="754740"/>
          </a:xfrm>
        </p:grpSpPr>
        <p:sp>
          <p:nvSpPr>
            <p:cNvPr id="2391" name="Google Shape;2391;p19"/>
            <p:cNvSpPr/>
            <p:nvPr/>
          </p:nvSpPr>
          <p:spPr>
            <a:xfrm>
              <a:off x="5071203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2" name="Google Shape;2392;p19"/>
            <p:cNvSpPr/>
            <p:nvPr/>
          </p:nvSpPr>
          <p:spPr>
            <a:xfrm>
              <a:off x="518670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3" name="Google Shape;2393;p19"/>
            <p:cNvSpPr/>
            <p:nvPr/>
          </p:nvSpPr>
          <p:spPr>
            <a:xfrm>
              <a:off x="5302521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4" name="Google Shape;2394;p19"/>
            <p:cNvSpPr/>
            <p:nvPr/>
          </p:nvSpPr>
          <p:spPr>
            <a:xfrm>
              <a:off x="5418334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5" name="Google Shape;2395;p19"/>
            <p:cNvSpPr/>
            <p:nvPr/>
          </p:nvSpPr>
          <p:spPr>
            <a:xfrm>
              <a:off x="5534146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6" name="Google Shape;2396;p19"/>
            <p:cNvSpPr/>
            <p:nvPr/>
          </p:nvSpPr>
          <p:spPr>
            <a:xfrm>
              <a:off x="5649652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7" name="Google Shape;2397;p19"/>
            <p:cNvSpPr/>
            <p:nvPr/>
          </p:nvSpPr>
          <p:spPr>
            <a:xfrm>
              <a:off x="5765465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8" name="Google Shape;2398;p19"/>
            <p:cNvSpPr/>
            <p:nvPr/>
          </p:nvSpPr>
          <p:spPr>
            <a:xfrm>
              <a:off x="5071203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8"/>
                    <a:pt x="1062" y="2148"/>
                  </a:cubicBezTo>
                  <a:cubicBezTo>
                    <a:pt x="1655" y="2148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9" name="Google Shape;2399;p19"/>
            <p:cNvSpPr/>
            <p:nvPr/>
          </p:nvSpPr>
          <p:spPr>
            <a:xfrm>
              <a:off x="5302521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94" y="2148"/>
                    <a:pt x="1087" y="2148"/>
                  </a:cubicBezTo>
                  <a:cubicBezTo>
                    <a:pt x="1679" y="2148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0" name="Google Shape;2400;p19"/>
            <p:cNvSpPr/>
            <p:nvPr/>
          </p:nvSpPr>
          <p:spPr>
            <a:xfrm>
              <a:off x="5534146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55" y="2148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1" name="Google Shape;2401;p19"/>
            <p:cNvSpPr/>
            <p:nvPr/>
          </p:nvSpPr>
          <p:spPr>
            <a:xfrm>
              <a:off x="5765465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8"/>
                    <a:pt x="1087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2" name="Google Shape;2402;p19"/>
            <p:cNvSpPr/>
            <p:nvPr/>
          </p:nvSpPr>
          <p:spPr>
            <a:xfrm>
              <a:off x="5071203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2" y="2148"/>
                  </a:cubicBezTo>
                  <a:cubicBezTo>
                    <a:pt x="1655" y="2148"/>
                    <a:pt x="2149" y="1654"/>
                    <a:pt x="2149" y="1062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3" name="Google Shape;2403;p19"/>
            <p:cNvSpPr/>
            <p:nvPr/>
          </p:nvSpPr>
          <p:spPr>
            <a:xfrm>
              <a:off x="518670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62"/>
                  </a:cubicBezTo>
                  <a:cubicBezTo>
                    <a:pt x="1" y="1654"/>
                    <a:pt x="495" y="2148"/>
                    <a:pt x="1087" y="2148"/>
                  </a:cubicBezTo>
                  <a:cubicBezTo>
                    <a:pt x="1680" y="2148"/>
                    <a:pt x="2149" y="1654"/>
                    <a:pt x="2149" y="1062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4" name="Google Shape;2404;p19"/>
            <p:cNvSpPr/>
            <p:nvPr/>
          </p:nvSpPr>
          <p:spPr>
            <a:xfrm>
              <a:off x="5302521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9" y="1654"/>
                    <a:pt x="2149" y="1062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5" name="Google Shape;2405;p19"/>
            <p:cNvSpPr/>
            <p:nvPr/>
          </p:nvSpPr>
          <p:spPr>
            <a:xfrm>
              <a:off x="5418334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6" name="Google Shape;2406;p19"/>
            <p:cNvSpPr/>
            <p:nvPr/>
          </p:nvSpPr>
          <p:spPr>
            <a:xfrm>
              <a:off x="5534146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7" name="Google Shape;2407;p19"/>
            <p:cNvSpPr/>
            <p:nvPr/>
          </p:nvSpPr>
          <p:spPr>
            <a:xfrm>
              <a:off x="5649652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8" name="Google Shape;2408;p19"/>
            <p:cNvSpPr/>
            <p:nvPr/>
          </p:nvSpPr>
          <p:spPr>
            <a:xfrm>
              <a:off x="5765465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9" name="Google Shape;2409;p19"/>
            <p:cNvSpPr/>
            <p:nvPr/>
          </p:nvSpPr>
          <p:spPr>
            <a:xfrm>
              <a:off x="5071203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2" y="2149"/>
                  </a:cubicBezTo>
                  <a:cubicBezTo>
                    <a:pt x="1655" y="2149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0" name="Google Shape;2410;p19"/>
            <p:cNvSpPr/>
            <p:nvPr/>
          </p:nvSpPr>
          <p:spPr>
            <a:xfrm>
              <a:off x="5302521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87" y="2149"/>
                  </a:cubicBezTo>
                  <a:cubicBezTo>
                    <a:pt x="1679" y="2149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1" name="Google Shape;2411;p19"/>
            <p:cNvSpPr/>
            <p:nvPr/>
          </p:nvSpPr>
          <p:spPr>
            <a:xfrm>
              <a:off x="5534146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5" y="2149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2" name="Google Shape;2412;p19"/>
            <p:cNvSpPr/>
            <p:nvPr/>
          </p:nvSpPr>
          <p:spPr>
            <a:xfrm>
              <a:off x="5765465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9"/>
                    <a:pt x="1087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3" name="Google Shape;2413;p19"/>
            <p:cNvSpPr/>
            <p:nvPr/>
          </p:nvSpPr>
          <p:spPr>
            <a:xfrm>
              <a:off x="5071203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4" name="Google Shape;2414;p19"/>
            <p:cNvSpPr/>
            <p:nvPr/>
          </p:nvSpPr>
          <p:spPr>
            <a:xfrm>
              <a:off x="518670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5" name="Google Shape;2415;p19"/>
            <p:cNvSpPr/>
            <p:nvPr/>
          </p:nvSpPr>
          <p:spPr>
            <a:xfrm>
              <a:off x="5302521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6" name="Google Shape;2416;p19"/>
            <p:cNvSpPr/>
            <p:nvPr/>
          </p:nvSpPr>
          <p:spPr>
            <a:xfrm>
              <a:off x="5418334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7" name="Google Shape;2417;p19"/>
            <p:cNvSpPr/>
            <p:nvPr/>
          </p:nvSpPr>
          <p:spPr>
            <a:xfrm>
              <a:off x="5534146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8" name="Google Shape;2418;p19"/>
            <p:cNvSpPr/>
            <p:nvPr/>
          </p:nvSpPr>
          <p:spPr>
            <a:xfrm>
              <a:off x="5649652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9" name="Google Shape;2419;p19"/>
            <p:cNvSpPr/>
            <p:nvPr/>
          </p:nvSpPr>
          <p:spPr>
            <a:xfrm>
              <a:off x="5765465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0" name="Google Shape;2420;p19"/>
            <p:cNvSpPr/>
            <p:nvPr/>
          </p:nvSpPr>
          <p:spPr>
            <a:xfrm>
              <a:off x="5071203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2" y="2149"/>
                  </a:cubicBezTo>
                  <a:cubicBezTo>
                    <a:pt x="1655" y="2149"/>
                    <a:pt x="2149" y="1680"/>
                    <a:pt x="2149" y="1087"/>
                  </a:cubicBezTo>
                  <a:cubicBezTo>
                    <a:pt x="2149" y="495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1" name="Google Shape;2421;p19"/>
            <p:cNvSpPr/>
            <p:nvPr/>
          </p:nvSpPr>
          <p:spPr>
            <a:xfrm>
              <a:off x="5302521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94" y="2149"/>
                    <a:pt x="1087" y="2149"/>
                  </a:cubicBezTo>
                  <a:cubicBezTo>
                    <a:pt x="1679" y="2149"/>
                    <a:pt x="2149" y="1680"/>
                    <a:pt x="2149" y="1087"/>
                  </a:cubicBezTo>
                  <a:cubicBezTo>
                    <a:pt x="2149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2" name="Google Shape;2422;p19"/>
            <p:cNvSpPr/>
            <p:nvPr/>
          </p:nvSpPr>
          <p:spPr>
            <a:xfrm>
              <a:off x="5534146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5" y="2149"/>
                    <a:pt x="2148" y="1680"/>
                    <a:pt x="2148" y="1087"/>
                  </a:cubicBezTo>
                  <a:cubicBezTo>
                    <a:pt x="2148" y="495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3" name="Google Shape;2423;p19"/>
            <p:cNvSpPr/>
            <p:nvPr/>
          </p:nvSpPr>
          <p:spPr>
            <a:xfrm>
              <a:off x="5765465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95"/>
                    <a:pt x="0" y="1087"/>
                  </a:cubicBezTo>
                  <a:cubicBezTo>
                    <a:pt x="0" y="1680"/>
                    <a:pt x="470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4" name="Google Shape;2424;p19"/>
            <p:cNvSpPr/>
            <p:nvPr/>
          </p:nvSpPr>
          <p:spPr>
            <a:xfrm>
              <a:off x="5071203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2" y="2346"/>
                  </a:cubicBezTo>
                  <a:cubicBezTo>
                    <a:pt x="1655" y="2346"/>
                    <a:pt x="2149" y="1852"/>
                    <a:pt x="2149" y="1259"/>
                  </a:cubicBezTo>
                  <a:cubicBezTo>
                    <a:pt x="2149" y="1235"/>
                    <a:pt x="2124" y="1210"/>
                    <a:pt x="2124" y="1161"/>
                  </a:cubicBezTo>
                  <a:cubicBezTo>
                    <a:pt x="2124" y="1136"/>
                    <a:pt x="2149" y="1111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5" name="Google Shape;2425;p19"/>
            <p:cNvSpPr/>
            <p:nvPr/>
          </p:nvSpPr>
          <p:spPr>
            <a:xfrm>
              <a:off x="518670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5" y="2346"/>
                    <a:pt x="1087" y="2346"/>
                  </a:cubicBezTo>
                  <a:cubicBezTo>
                    <a:pt x="1680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6" name="Google Shape;2426;p19"/>
            <p:cNvSpPr/>
            <p:nvPr/>
          </p:nvSpPr>
          <p:spPr>
            <a:xfrm>
              <a:off x="5302521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87" y="2346"/>
                  </a:cubicBezTo>
                  <a:cubicBezTo>
                    <a:pt x="1679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7" name="Google Shape;2427;p19"/>
            <p:cNvSpPr/>
            <p:nvPr/>
          </p:nvSpPr>
          <p:spPr>
            <a:xfrm>
              <a:off x="5418334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8" name="Google Shape;2428;p19"/>
            <p:cNvSpPr/>
            <p:nvPr/>
          </p:nvSpPr>
          <p:spPr>
            <a:xfrm>
              <a:off x="5534146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9" name="Google Shape;2429;p19"/>
            <p:cNvSpPr/>
            <p:nvPr/>
          </p:nvSpPr>
          <p:spPr>
            <a:xfrm>
              <a:off x="5649652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0" name="Google Shape;2430;p19"/>
            <p:cNvSpPr/>
            <p:nvPr/>
          </p:nvSpPr>
          <p:spPr>
            <a:xfrm>
              <a:off x="5765465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1" name="Google Shape;2431;p19"/>
            <p:cNvSpPr/>
            <p:nvPr/>
          </p:nvSpPr>
          <p:spPr>
            <a:xfrm>
              <a:off x="6691351" y="5124926"/>
              <a:ext cx="26308" cy="28733"/>
            </a:xfrm>
            <a:custGeom>
              <a:avLst/>
              <a:gdLst/>
              <a:ahLst/>
              <a:cxnLst/>
              <a:rect l="l" t="t" r="r" b="b"/>
              <a:pathLst>
                <a:path w="2148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2" name="Google Shape;2432;p19"/>
            <p:cNvSpPr/>
            <p:nvPr/>
          </p:nvSpPr>
          <p:spPr>
            <a:xfrm>
              <a:off x="657553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6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3" name="Google Shape;2433;p19"/>
            <p:cNvSpPr/>
            <p:nvPr/>
          </p:nvSpPr>
          <p:spPr>
            <a:xfrm>
              <a:off x="6460020" y="5124926"/>
              <a:ext cx="26026" cy="28733"/>
            </a:xfrm>
            <a:custGeom>
              <a:avLst/>
              <a:gdLst/>
              <a:ahLst/>
              <a:cxnLst/>
              <a:rect l="l" t="t" r="r" b="b"/>
              <a:pathLst>
                <a:path w="2125" h="2346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3" y="2346"/>
                  </a:cubicBezTo>
                  <a:cubicBezTo>
                    <a:pt x="1655" y="2346"/>
                    <a:pt x="2124" y="1852"/>
                    <a:pt x="2124" y="1259"/>
                  </a:cubicBezTo>
                  <a:cubicBezTo>
                    <a:pt x="2124" y="1235"/>
                    <a:pt x="2124" y="1210"/>
                    <a:pt x="2124" y="1161"/>
                  </a:cubicBezTo>
                  <a:cubicBezTo>
                    <a:pt x="2124" y="1136"/>
                    <a:pt x="2124" y="1111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4" name="Google Shape;2434;p19"/>
            <p:cNvSpPr/>
            <p:nvPr/>
          </p:nvSpPr>
          <p:spPr>
            <a:xfrm>
              <a:off x="6344220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3" y="1210"/>
                    <a:pt x="2123" y="1161"/>
                  </a:cubicBezTo>
                  <a:cubicBezTo>
                    <a:pt x="2123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5" name="Google Shape;2435;p19"/>
            <p:cNvSpPr/>
            <p:nvPr/>
          </p:nvSpPr>
          <p:spPr>
            <a:xfrm>
              <a:off x="6228408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6" name="Google Shape;2436;p19"/>
            <p:cNvSpPr/>
            <p:nvPr/>
          </p:nvSpPr>
          <p:spPr>
            <a:xfrm>
              <a:off x="6112595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7" name="Google Shape;2437;p19"/>
            <p:cNvSpPr/>
            <p:nvPr/>
          </p:nvSpPr>
          <p:spPr>
            <a:xfrm>
              <a:off x="599708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23" y="1852"/>
                    <a:pt x="2123" y="1259"/>
                  </a:cubicBezTo>
                  <a:cubicBezTo>
                    <a:pt x="2123" y="1235"/>
                    <a:pt x="2123" y="1210"/>
                    <a:pt x="2123" y="1161"/>
                  </a:cubicBezTo>
                  <a:cubicBezTo>
                    <a:pt x="2123" y="1136"/>
                    <a:pt x="2123" y="1111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8" name="Google Shape;2438;p19"/>
            <p:cNvSpPr/>
            <p:nvPr/>
          </p:nvSpPr>
          <p:spPr>
            <a:xfrm>
              <a:off x="5881277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9" name="Google Shape;2439;p19"/>
            <p:cNvSpPr/>
            <p:nvPr/>
          </p:nvSpPr>
          <p:spPr>
            <a:xfrm>
              <a:off x="6691351" y="50039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0" name="Google Shape;2440;p19"/>
            <p:cNvSpPr/>
            <p:nvPr/>
          </p:nvSpPr>
          <p:spPr>
            <a:xfrm>
              <a:off x="6460020" y="50039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3" y="2149"/>
                  </a:cubicBezTo>
                  <a:cubicBezTo>
                    <a:pt x="1655" y="2149"/>
                    <a:pt x="2124" y="1680"/>
                    <a:pt x="2124" y="1087"/>
                  </a:cubicBezTo>
                  <a:cubicBezTo>
                    <a:pt x="2124" y="495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1" name="Google Shape;2441;p19"/>
            <p:cNvSpPr/>
            <p:nvPr/>
          </p:nvSpPr>
          <p:spPr>
            <a:xfrm>
              <a:off x="6228408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2" name="Google Shape;2442;p19"/>
            <p:cNvSpPr/>
            <p:nvPr/>
          </p:nvSpPr>
          <p:spPr>
            <a:xfrm>
              <a:off x="5997089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4" y="2149"/>
                    <a:pt x="2148" y="1680"/>
                    <a:pt x="2148" y="1087"/>
                  </a:cubicBezTo>
                  <a:cubicBezTo>
                    <a:pt x="2148" y="495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3" name="Google Shape;2443;p19"/>
            <p:cNvSpPr/>
            <p:nvPr/>
          </p:nvSpPr>
          <p:spPr>
            <a:xfrm>
              <a:off x="6691351" y="4883025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4" name="Google Shape;2444;p19"/>
            <p:cNvSpPr/>
            <p:nvPr/>
          </p:nvSpPr>
          <p:spPr>
            <a:xfrm>
              <a:off x="657553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5" name="Google Shape;2445;p19"/>
            <p:cNvSpPr/>
            <p:nvPr/>
          </p:nvSpPr>
          <p:spPr>
            <a:xfrm>
              <a:off x="6460020" y="488302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6" name="Google Shape;2446;p19"/>
            <p:cNvSpPr/>
            <p:nvPr/>
          </p:nvSpPr>
          <p:spPr>
            <a:xfrm>
              <a:off x="6344220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7" name="Google Shape;2447;p19"/>
            <p:cNvSpPr/>
            <p:nvPr/>
          </p:nvSpPr>
          <p:spPr>
            <a:xfrm>
              <a:off x="6228408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8" name="Google Shape;2448;p19"/>
            <p:cNvSpPr/>
            <p:nvPr/>
          </p:nvSpPr>
          <p:spPr>
            <a:xfrm>
              <a:off x="6112595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9" name="Google Shape;2449;p19"/>
            <p:cNvSpPr/>
            <p:nvPr/>
          </p:nvSpPr>
          <p:spPr>
            <a:xfrm>
              <a:off x="599708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0" name="Google Shape;2450;p19"/>
            <p:cNvSpPr/>
            <p:nvPr/>
          </p:nvSpPr>
          <p:spPr>
            <a:xfrm>
              <a:off x="5881277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1" name="Google Shape;2451;p19"/>
            <p:cNvSpPr/>
            <p:nvPr/>
          </p:nvSpPr>
          <p:spPr>
            <a:xfrm>
              <a:off x="6691351" y="47620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2" name="Google Shape;2452;p19"/>
            <p:cNvSpPr/>
            <p:nvPr/>
          </p:nvSpPr>
          <p:spPr>
            <a:xfrm>
              <a:off x="6460020" y="47620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3" y="2149"/>
                  </a:cubicBezTo>
                  <a:cubicBezTo>
                    <a:pt x="1655" y="2149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3" name="Google Shape;2453;p19"/>
            <p:cNvSpPr/>
            <p:nvPr/>
          </p:nvSpPr>
          <p:spPr>
            <a:xfrm>
              <a:off x="6227195" y="4762143"/>
              <a:ext cx="28733" cy="26173"/>
            </a:xfrm>
            <a:custGeom>
              <a:avLst/>
              <a:gdLst/>
              <a:ahLst/>
              <a:cxnLst/>
              <a:rect l="l" t="t" r="r" b="b"/>
              <a:pathLst>
                <a:path w="2346" h="2137" extrusionOk="0">
                  <a:moveTo>
                    <a:pt x="1173" y="1"/>
                  </a:moveTo>
                  <a:cubicBezTo>
                    <a:pt x="902" y="1"/>
                    <a:pt x="630" y="106"/>
                    <a:pt x="420" y="316"/>
                  </a:cubicBezTo>
                  <a:cubicBezTo>
                    <a:pt x="0" y="735"/>
                    <a:pt x="0" y="1402"/>
                    <a:pt x="420" y="1822"/>
                  </a:cubicBezTo>
                  <a:cubicBezTo>
                    <a:pt x="630" y="2031"/>
                    <a:pt x="902" y="2136"/>
                    <a:pt x="1173" y="2136"/>
                  </a:cubicBezTo>
                  <a:cubicBezTo>
                    <a:pt x="1445" y="2136"/>
                    <a:pt x="1716" y="2031"/>
                    <a:pt x="1926" y="1822"/>
                  </a:cubicBezTo>
                  <a:cubicBezTo>
                    <a:pt x="2346" y="1402"/>
                    <a:pt x="2346" y="735"/>
                    <a:pt x="1926" y="316"/>
                  </a:cubicBezTo>
                  <a:cubicBezTo>
                    <a:pt x="1716" y="106"/>
                    <a:pt x="1445" y="1"/>
                    <a:pt x="117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4" name="Google Shape;2454;p19"/>
            <p:cNvSpPr/>
            <p:nvPr/>
          </p:nvSpPr>
          <p:spPr>
            <a:xfrm>
              <a:off x="5997089" y="4762069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4" y="2149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5" name="Google Shape;2455;p19"/>
            <p:cNvSpPr/>
            <p:nvPr/>
          </p:nvSpPr>
          <p:spPr>
            <a:xfrm>
              <a:off x="6691351" y="4641125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6" name="Google Shape;2456;p19"/>
            <p:cNvSpPr/>
            <p:nvPr/>
          </p:nvSpPr>
          <p:spPr>
            <a:xfrm>
              <a:off x="657553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6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7" name="Google Shape;2457;p19"/>
            <p:cNvSpPr/>
            <p:nvPr/>
          </p:nvSpPr>
          <p:spPr>
            <a:xfrm>
              <a:off x="6460020" y="464112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3" y="2148"/>
                  </a:cubicBezTo>
                  <a:cubicBezTo>
                    <a:pt x="1655" y="2148"/>
                    <a:pt x="2124" y="1654"/>
                    <a:pt x="2124" y="1062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8" name="Google Shape;2458;p19"/>
            <p:cNvSpPr/>
            <p:nvPr/>
          </p:nvSpPr>
          <p:spPr>
            <a:xfrm>
              <a:off x="6344220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9" name="Google Shape;2459;p19"/>
            <p:cNvSpPr/>
            <p:nvPr/>
          </p:nvSpPr>
          <p:spPr>
            <a:xfrm>
              <a:off x="6228408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0" name="Google Shape;2460;p19"/>
            <p:cNvSpPr/>
            <p:nvPr/>
          </p:nvSpPr>
          <p:spPr>
            <a:xfrm>
              <a:off x="6112595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1" name="Google Shape;2461;p19"/>
            <p:cNvSpPr/>
            <p:nvPr/>
          </p:nvSpPr>
          <p:spPr>
            <a:xfrm>
              <a:off x="599708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2" name="Google Shape;2462;p19"/>
            <p:cNvSpPr/>
            <p:nvPr/>
          </p:nvSpPr>
          <p:spPr>
            <a:xfrm>
              <a:off x="5881277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3" name="Google Shape;2463;p19"/>
            <p:cNvSpPr/>
            <p:nvPr/>
          </p:nvSpPr>
          <p:spPr>
            <a:xfrm>
              <a:off x="6691351" y="45201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4" name="Google Shape;2464;p19"/>
            <p:cNvSpPr/>
            <p:nvPr/>
          </p:nvSpPr>
          <p:spPr>
            <a:xfrm>
              <a:off x="6460020" y="45201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8"/>
                    <a:pt x="1063" y="2148"/>
                  </a:cubicBezTo>
                  <a:cubicBezTo>
                    <a:pt x="1655" y="2148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5" name="Google Shape;2465;p19"/>
            <p:cNvSpPr/>
            <p:nvPr/>
          </p:nvSpPr>
          <p:spPr>
            <a:xfrm>
              <a:off x="6228408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87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6" name="Google Shape;2466;p19"/>
            <p:cNvSpPr/>
            <p:nvPr/>
          </p:nvSpPr>
          <p:spPr>
            <a:xfrm>
              <a:off x="5997089" y="4520169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54" y="2148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7" name="Google Shape;2467;p19"/>
            <p:cNvSpPr/>
            <p:nvPr/>
          </p:nvSpPr>
          <p:spPr>
            <a:xfrm>
              <a:off x="6691351" y="4398918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8" name="Google Shape;2468;p19"/>
            <p:cNvSpPr/>
            <p:nvPr/>
          </p:nvSpPr>
          <p:spPr>
            <a:xfrm>
              <a:off x="657553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9" name="Google Shape;2469;p19"/>
            <p:cNvSpPr/>
            <p:nvPr/>
          </p:nvSpPr>
          <p:spPr>
            <a:xfrm>
              <a:off x="6460020" y="4398918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0" name="Google Shape;2470;p19"/>
            <p:cNvSpPr/>
            <p:nvPr/>
          </p:nvSpPr>
          <p:spPr>
            <a:xfrm>
              <a:off x="6344220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1" name="Google Shape;2471;p19"/>
            <p:cNvSpPr/>
            <p:nvPr/>
          </p:nvSpPr>
          <p:spPr>
            <a:xfrm>
              <a:off x="6228408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2" name="Google Shape;2472;p19"/>
            <p:cNvSpPr/>
            <p:nvPr/>
          </p:nvSpPr>
          <p:spPr>
            <a:xfrm>
              <a:off x="6112595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3" name="Google Shape;2473;p19"/>
            <p:cNvSpPr/>
            <p:nvPr/>
          </p:nvSpPr>
          <p:spPr>
            <a:xfrm>
              <a:off x="599708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4" name="Google Shape;2474;p19"/>
            <p:cNvSpPr/>
            <p:nvPr/>
          </p:nvSpPr>
          <p:spPr>
            <a:xfrm>
              <a:off x="5881277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4"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20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77" name="Google Shape;2477;p20"/>
          <p:cNvSpPr txBox="1">
            <a:spLocks noGrp="1"/>
          </p:cNvSpPr>
          <p:nvPr>
            <p:ph type="subTitle" idx="1"/>
          </p:nvPr>
        </p:nvSpPr>
        <p:spPr>
          <a:xfrm>
            <a:off x="754575" y="3803397"/>
            <a:ext cx="1820100" cy="7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8" name="Google Shape;2478;p20"/>
          <p:cNvSpPr txBox="1">
            <a:spLocks noGrp="1"/>
          </p:cNvSpPr>
          <p:nvPr>
            <p:ph type="subTitle" idx="2"/>
          </p:nvPr>
        </p:nvSpPr>
        <p:spPr>
          <a:xfrm>
            <a:off x="754575" y="3518149"/>
            <a:ext cx="1820100" cy="3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/>
        </p:txBody>
      </p:sp>
      <p:sp>
        <p:nvSpPr>
          <p:cNvPr id="2479" name="Google Shape;2479;p20"/>
          <p:cNvSpPr txBox="1">
            <a:spLocks noGrp="1"/>
          </p:cNvSpPr>
          <p:nvPr>
            <p:ph type="title" idx="3" hasCustomPrompt="1"/>
          </p:nvPr>
        </p:nvSpPr>
        <p:spPr>
          <a:xfrm>
            <a:off x="1099875" y="1156006"/>
            <a:ext cx="1129500" cy="5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2480" name="Google Shape;2480;p20"/>
          <p:cNvSpPr txBox="1">
            <a:spLocks noGrp="1"/>
          </p:cNvSpPr>
          <p:nvPr>
            <p:ph type="subTitle" idx="4"/>
          </p:nvPr>
        </p:nvSpPr>
        <p:spPr>
          <a:xfrm>
            <a:off x="2692825" y="3803397"/>
            <a:ext cx="1820100" cy="7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1" name="Google Shape;2481;p20"/>
          <p:cNvSpPr txBox="1">
            <a:spLocks noGrp="1"/>
          </p:cNvSpPr>
          <p:nvPr>
            <p:ph type="subTitle" idx="5"/>
          </p:nvPr>
        </p:nvSpPr>
        <p:spPr>
          <a:xfrm>
            <a:off x="2692825" y="3518149"/>
            <a:ext cx="1820100" cy="3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/>
        </p:txBody>
      </p:sp>
      <p:sp>
        <p:nvSpPr>
          <p:cNvPr id="2482" name="Google Shape;2482;p20"/>
          <p:cNvSpPr txBox="1">
            <a:spLocks noGrp="1"/>
          </p:cNvSpPr>
          <p:nvPr>
            <p:ph type="title" idx="6" hasCustomPrompt="1"/>
          </p:nvPr>
        </p:nvSpPr>
        <p:spPr>
          <a:xfrm>
            <a:off x="3038125" y="1156006"/>
            <a:ext cx="1129500" cy="5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2483" name="Google Shape;2483;p20"/>
          <p:cNvSpPr txBox="1">
            <a:spLocks noGrp="1"/>
          </p:cNvSpPr>
          <p:nvPr>
            <p:ph type="subTitle" idx="7"/>
          </p:nvPr>
        </p:nvSpPr>
        <p:spPr>
          <a:xfrm>
            <a:off x="4631075" y="3803397"/>
            <a:ext cx="1820100" cy="7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4" name="Google Shape;2484;p20"/>
          <p:cNvSpPr txBox="1">
            <a:spLocks noGrp="1"/>
          </p:cNvSpPr>
          <p:nvPr>
            <p:ph type="subTitle" idx="8"/>
          </p:nvPr>
        </p:nvSpPr>
        <p:spPr>
          <a:xfrm>
            <a:off x="4631075" y="3518149"/>
            <a:ext cx="1820100" cy="3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/>
        </p:txBody>
      </p:sp>
      <p:sp>
        <p:nvSpPr>
          <p:cNvPr id="2485" name="Google Shape;2485;p20"/>
          <p:cNvSpPr txBox="1">
            <a:spLocks noGrp="1"/>
          </p:cNvSpPr>
          <p:nvPr>
            <p:ph type="title" idx="9" hasCustomPrompt="1"/>
          </p:nvPr>
        </p:nvSpPr>
        <p:spPr>
          <a:xfrm>
            <a:off x="4976375" y="1156006"/>
            <a:ext cx="1129500" cy="5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2486" name="Google Shape;2486;p20"/>
          <p:cNvSpPr txBox="1">
            <a:spLocks noGrp="1"/>
          </p:cNvSpPr>
          <p:nvPr>
            <p:ph type="subTitle" idx="13"/>
          </p:nvPr>
        </p:nvSpPr>
        <p:spPr>
          <a:xfrm>
            <a:off x="6569325" y="3803397"/>
            <a:ext cx="1820100" cy="7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7" name="Google Shape;2487;p20"/>
          <p:cNvSpPr txBox="1">
            <a:spLocks noGrp="1"/>
          </p:cNvSpPr>
          <p:nvPr>
            <p:ph type="subTitle" idx="14"/>
          </p:nvPr>
        </p:nvSpPr>
        <p:spPr>
          <a:xfrm>
            <a:off x="6569325" y="3518149"/>
            <a:ext cx="1820100" cy="3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/>
        </p:txBody>
      </p:sp>
      <p:sp>
        <p:nvSpPr>
          <p:cNvPr id="2488" name="Google Shape;2488;p20"/>
          <p:cNvSpPr txBox="1">
            <a:spLocks noGrp="1"/>
          </p:cNvSpPr>
          <p:nvPr>
            <p:ph type="title" idx="15" hasCustomPrompt="1"/>
          </p:nvPr>
        </p:nvSpPr>
        <p:spPr>
          <a:xfrm>
            <a:off x="6914625" y="1156006"/>
            <a:ext cx="1129500" cy="5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grpSp>
        <p:nvGrpSpPr>
          <p:cNvPr id="2489" name="Google Shape;2489;p20"/>
          <p:cNvGrpSpPr/>
          <p:nvPr/>
        </p:nvGrpSpPr>
        <p:grpSpPr>
          <a:xfrm>
            <a:off x="-89521" y="4718122"/>
            <a:ext cx="1646456" cy="754740"/>
            <a:chOff x="5071203" y="4398918"/>
            <a:chExt cx="1646456" cy="754740"/>
          </a:xfrm>
        </p:grpSpPr>
        <p:sp>
          <p:nvSpPr>
            <p:cNvPr id="2490" name="Google Shape;2490;p20"/>
            <p:cNvSpPr/>
            <p:nvPr/>
          </p:nvSpPr>
          <p:spPr>
            <a:xfrm>
              <a:off x="5071203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1" name="Google Shape;2491;p20"/>
            <p:cNvSpPr/>
            <p:nvPr/>
          </p:nvSpPr>
          <p:spPr>
            <a:xfrm>
              <a:off x="518670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2" name="Google Shape;2492;p20"/>
            <p:cNvSpPr/>
            <p:nvPr/>
          </p:nvSpPr>
          <p:spPr>
            <a:xfrm>
              <a:off x="5302521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3" name="Google Shape;2493;p20"/>
            <p:cNvSpPr/>
            <p:nvPr/>
          </p:nvSpPr>
          <p:spPr>
            <a:xfrm>
              <a:off x="5418334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4" name="Google Shape;2494;p20"/>
            <p:cNvSpPr/>
            <p:nvPr/>
          </p:nvSpPr>
          <p:spPr>
            <a:xfrm>
              <a:off x="5534146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5" name="Google Shape;2495;p20"/>
            <p:cNvSpPr/>
            <p:nvPr/>
          </p:nvSpPr>
          <p:spPr>
            <a:xfrm>
              <a:off x="5649652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6" name="Google Shape;2496;p20"/>
            <p:cNvSpPr/>
            <p:nvPr/>
          </p:nvSpPr>
          <p:spPr>
            <a:xfrm>
              <a:off x="5765465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7" name="Google Shape;2497;p20"/>
            <p:cNvSpPr/>
            <p:nvPr/>
          </p:nvSpPr>
          <p:spPr>
            <a:xfrm>
              <a:off x="5071203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8"/>
                    <a:pt x="1062" y="2148"/>
                  </a:cubicBezTo>
                  <a:cubicBezTo>
                    <a:pt x="1655" y="2148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8" name="Google Shape;2498;p20"/>
            <p:cNvSpPr/>
            <p:nvPr/>
          </p:nvSpPr>
          <p:spPr>
            <a:xfrm>
              <a:off x="5302521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94" y="2148"/>
                    <a:pt x="1087" y="2148"/>
                  </a:cubicBezTo>
                  <a:cubicBezTo>
                    <a:pt x="1679" y="2148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9" name="Google Shape;2499;p20"/>
            <p:cNvSpPr/>
            <p:nvPr/>
          </p:nvSpPr>
          <p:spPr>
            <a:xfrm>
              <a:off x="5534146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55" y="2148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0" name="Google Shape;2500;p20"/>
            <p:cNvSpPr/>
            <p:nvPr/>
          </p:nvSpPr>
          <p:spPr>
            <a:xfrm>
              <a:off x="5765465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8"/>
                    <a:pt x="1087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1" name="Google Shape;2501;p20"/>
            <p:cNvSpPr/>
            <p:nvPr/>
          </p:nvSpPr>
          <p:spPr>
            <a:xfrm>
              <a:off x="5071203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2" y="2148"/>
                  </a:cubicBezTo>
                  <a:cubicBezTo>
                    <a:pt x="1655" y="2148"/>
                    <a:pt x="2149" y="1654"/>
                    <a:pt x="2149" y="1062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2" name="Google Shape;2502;p20"/>
            <p:cNvSpPr/>
            <p:nvPr/>
          </p:nvSpPr>
          <p:spPr>
            <a:xfrm>
              <a:off x="518670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62"/>
                  </a:cubicBezTo>
                  <a:cubicBezTo>
                    <a:pt x="1" y="1654"/>
                    <a:pt x="495" y="2148"/>
                    <a:pt x="1087" y="2148"/>
                  </a:cubicBezTo>
                  <a:cubicBezTo>
                    <a:pt x="1680" y="2148"/>
                    <a:pt x="2149" y="1654"/>
                    <a:pt x="2149" y="1062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3" name="Google Shape;2503;p20"/>
            <p:cNvSpPr/>
            <p:nvPr/>
          </p:nvSpPr>
          <p:spPr>
            <a:xfrm>
              <a:off x="5302521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9" y="1654"/>
                    <a:pt x="2149" y="1062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4" name="Google Shape;2504;p20"/>
            <p:cNvSpPr/>
            <p:nvPr/>
          </p:nvSpPr>
          <p:spPr>
            <a:xfrm>
              <a:off x="5418334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5" name="Google Shape;2505;p20"/>
            <p:cNvSpPr/>
            <p:nvPr/>
          </p:nvSpPr>
          <p:spPr>
            <a:xfrm>
              <a:off x="5534146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6" name="Google Shape;2506;p20"/>
            <p:cNvSpPr/>
            <p:nvPr/>
          </p:nvSpPr>
          <p:spPr>
            <a:xfrm>
              <a:off x="5649652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7" name="Google Shape;2507;p20"/>
            <p:cNvSpPr/>
            <p:nvPr/>
          </p:nvSpPr>
          <p:spPr>
            <a:xfrm>
              <a:off x="5765465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8" name="Google Shape;2508;p20"/>
            <p:cNvSpPr/>
            <p:nvPr/>
          </p:nvSpPr>
          <p:spPr>
            <a:xfrm>
              <a:off x="5071203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2" y="2149"/>
                  </a:cubicBezTo>
                  <a:cubicBezTo>
                    <a:pt x="1655" y="2149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9" name="Google Shape;2509;p20"/>
            <p:cNvSpPr/>
            <p:nvPr/>
          </p:nvSpPr>
          <p:spPr>
            <a:xfrm>
              <a:off x="5302521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87" y="2149"/>
                  </a:cubicBezTo>
                  <a:cubicBezTo>
                    <a:pt x="1679" y="2149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0" name="Google Shape;2510;p20"/>
            <p:cNvSpPr/>
            <p:nvPr/>
          </p:nvSpPr>
          <p:spPr>
            <a:xfrm>
              <a:off x="5534146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5" y="2149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1" name="Google Shape;2511;p20"/>
            <p:cNvSpPr/>
            <p:nvPr/>
          </p:nvSpPr>
          <p:spPr>
            <a:xfrm>
              <a:off x="5765465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9"/>
                    <a:pt x="1087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2" name="Google Shape;2512;p20"/>
            <p:cNvSpPr/>
            <p:nvPr/>
          </p:nvSpPr>
          <p:spPr>
            <a:xfrm>
              <a:off x="5071203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3" name="Google Shape;2513;p20"/>
            <p:cNvSpPr/>
            <p:nvPr/>
          </p:nvSpPr>
          <p:spPr>
            <a:xfrm>
              <a:off x="518670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4" name="Google Shape;2514;p20"/>
            <p:cNvSpPr/>
            <p:nvPr/>
          </p:nvSpPr>
          <p:spPr>
            <a:xfrm>
              <a:off x="5302521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5" name="Google Shape;2515;p20"/>
            <p:cNvSpPr/>
            <p:nvPr/>
          </p:nvSpPr>
          <p:spPr>
            <a:xfrm>
              <a:off x="5418334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6" name="Google Shape;2516;p20"/>
            <p:cNvSpPr/>
            <p:nvPr/>
          </p:nvSpPr>
          <p:spPr>
            <a:xfrm>
              <a:off x="5534146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7" name="Google Shape;2517;p20"/>
            <p:cNvSpPr/>
            <p:nvPr/>
          </p:nvSpPr>
          <p:spPr>
            <a:xfrm>
              <a:off x="5649652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8" name="Google Shape;2518;p20"/>
            <p:cNvSpPr/>
            <p:nvPr/>
          </p:nvSpPr>
          <p:spPr>
            <a:xfrm>
              <a:off x="5765465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9" name="Google Shape;2519;p20"/>
            <p:cNvSpPr/>
            <p:nvPr/>
          </p:nvSpPr>
          <p:spPr>
            <a:xfrm>
              <a:off x="5071203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2" y="2149"/>
                  </a:cubicBezTo>
                  <a:cubicBezTo>
                    <a:pt x="1655" y="2149"/>
                    <a:pt x="2149" y="1680"/>
                    <a:pt x="2149" y="1087"/>
                  </a:cubicBezTo>
                  <a:cubicBezTo>
                    <a:pt x="2149" y="495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0" name="Google Shape;2520;p20"/>
            <p:cNvSpPr/>
            <p:nvPr/>
          </p:nvSpPr>
          <p:spPr>
            <a:xfrm>
              <a:off x="5302521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94" y="2149"/>
                    <a:pt x="1087" y="2149"/>
                  </a:cubicBezTo>
                  <a:cubicBezTo>
                    <a:pt x="1679" y="2149"/>
                    <a:pt x="2149" y="1680"/>
                    <a:pt x="2149" y="1087"/>
                  </a:cubicBezTo>
                  <a:cubicBezTo>
                    <a:pt x="2149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1" name="Google Shape;2521;p20"/>
            <p:cNvSpPr/>
            <p:nvPr/>
          </p:nvSpPr>
          <p:spPr>
            <a:xfrm>
              <a:off x="5534146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5" y="2149"/>
                    <a:pt x="2148" y="1680"/>
                    <a:pt x="2148" y="1087"/>
                  </a:cubicBezTo>
                  <a:cubicBezTo>
                    <a:pt x="2148" y="495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2" name="Google Shape;2522;p20"/>
            <p:cNvSpPr/>
            <p:nvPr/>
          </p:nvSpPr>
          <p:spPr>
            <a:xfrm>
              <a:off x="5765465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95"/>
                    <a:pt x="0" y="1087"/>
                  </a:cubicBezTo>
                  <a:cubicBezTo>
                    <a:pt x="0" y="1680"/>
                    <a:pt x="470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3" name="Google Shape;2523;p20"/>
            <p:cNvSpPr/>
            <p:nvPr/>
          </p:nvSpPr>
          <p:spPr>
            <a:xfrm>
              <a:off x="5071203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2" y="2346"/>
                  </a:cubicBezTo>
                  <a:cubicBezTo>
                    <a:pt x="1655" y="2346"/>
                    <a:pt x="2149" y="1852"/>
                    <a:pt x="2149" y="1259"/>
                  </a:cubicBezTo>
                  <a:cubicBezTo>
                    <a:pt x="2149" y="1235"/>
                    <a:pt x="2124" y="1210"/>
                    <a:pt x="2124" y="1161"/>
                  </a:cubicBezTo>
                  <a:cubicBezTo>
                    <a:pt x="2124" y="1136"/>
                    <a:pt x="2149" y="1111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4" name="Google Shape;2524;p20"/>
            <p:cNvSpPr/>
            <p:nvPr/>
          </p:nvSpPr>
          <p:spPr>
            <a:xfrm>
              <a:off x="518670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5" y="2346"/>
                    <a:pt x="1087" y="2346"/>
                  </a:cubicBezTo>
                  <a:cubicBezTo>
                    <a:pt x="1680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5" name="Google Shape;2525;p20"/>
            <p:cNvSpPr/>
            <p:nvPr/>
          </p:nvSpPr>
          <p:spPr>
            <a:xfrm>
              <a:off x="5302521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87" y="2346"/>
                  </a:cubicBezTo>
                  <a:cubicBezTo>
                    <a:pt x="1679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6" name="Google Shape;2526;p20"/>
            <p:cNvSpPr/>
            <p:nvPr/>
          </p:nvSpPr>
          <p:spPr>
            <a:xfrm>
              <a:off x="5418334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7" name="Google Shape;2527;p20"/>
            <p:cNvSpPr/>
            <p:nvPr/>
          </p:nvSpPr>
          <p:spPr>
            <a:xfrm>
              <a:off x="5534146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8" name="Google Shape;2528;p20"/>
            <p:cNvSpPr/>
            <p:nvPr/>
          </p:nvSpPr>
          <p:spPr>
            <a:xfrm>
              <a:off x="5649652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9" name="Google Shape;2529;p20"/>
            <p:cNvSpPr/>
            <p:nvPr/>
          </p:nvSpPr>
          <p:spPr>
            <a:xfrm>
              <a:off x="5765465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0" name="Google Shape;2530;p20"/>
            <p:cNvSpPr/>
            <p:nvPr/>
          </p:nvSpPr>
          <p:spPr>
            <a:xfrm>
              <a:off x="6691351" y="5124926"/>
              <a:ext cx="26308" cy="28733"/>
            </a:xfrm>
            <a:custGeom>
              <a:avLst/>
              <a:gdLst/>
              <a:ahLst/>
              <a:cxnLst/>
              <a:rect l="l" t="t" r="r" b="b"/>
              <a:pathLst>
                <a:path w="2148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1" name="Google Shape;2531;p20"/>
            <p:cNvSpPr/>
            <p:nvPr/>
          </p:nvSpPr>
          <p:spPr>
            <a:xfrm>
              <a:off x="657553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6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2" name="Google Shape;2532;p20"/>
            <p:cNvSpPr/>
            <p:nvPr/>
          </p:nvSpPr>
          <p:spPr>
            <a:xfrm>
              <a:off x="6460020" y="5124926"/>
              <a:ext cx="26026" cy="28733"/>
            </a:xfrm>
            <a:custGeom>
              <a:avLst/>
              <a:gdLst/>
              <a:ahLst/>
              <a:cxnLst/>
              <a:rect l="l" t="t" r="r" b="b"/>
              <a:pathLst>
                <a:path w="2125" h="2346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3" y="2346"/>
                  </a:cubicBezTo>
                  <a:cubicBezTo>
                    <a:pt x="1655" y="2346"/>
                    <a:pt x="2124" y="1852"/>
                    <a:pt x="2124" y="1259"/>
                  </a:cubicBezTo>
                  <a:cubicBezTo>
                    <a:pt x="2124" y="1235"/>
                    <a:pt x="2124" y="1210"/>
                    <a:pt x="2124" y="1161"/>
                  </a:cubicBezTo>
                  <a:cubicBezTo>
                    <a:pt x="2124" y="1136"/>
                    <a:pt x="2124" y="1111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3" name="Google Shape;2533;p20"/>
            <p:cNvSpPr/>
            <p:nvPr/>
          </p:nvSpPr>
          <p:spPr>
            <a:xfrm>
              <a:off x="6344220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3" y="1210"/>
                    <a:pt x="2123" y="1161"/>
                  </a:cubicBezTo>
                  <a:cubicBezTo>
                    <a:pt x="2123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4" name="Google Shape;2534;p20"/>
            <p:cNvSpPr/>
            <p:nvPr/>
          </p:nvSpPr>
          <p:spPr>
            <a:xfrm>
              <a:off x="6228408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5" name="Google Shape;2535;p20"/>
            <p:cNvSpPr/>
            <p:nvPr/>
          </p:nvSpPr>
          <p:spPr>
            <a:xfrm>
              <a:off x="6112595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6" name="Google Shape;2536;p20"/>
            <p:cNvSpPr/>
            <p:nvPr/>
          </p:nvSpPr>
          <p:spPr>
            <a:xfrm>
              <a:off x="599708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23" y="1852"/>
                    <a:pt x="2123" y="1259"/>
                  </a:cubicBezTo>
                  <a:cubicBezTo>
                    <a:pt x="2123" y="1235"/>
                    <a:pt x="2123" y="1210"/>
                    <a:pt x="2123" y="1161"/>
                  </a:cubicBezTo>
                  <a:cubicBezTo>
                    <a:pt x="2123" y="1136"/>
                    <a:pt x="2123" y="1111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7" name="Google Shape;2537;p20"/>
            <p:cNvSpPr/>
            <p:nvPr/>
          </p:nvSpPr>
          <p:spPr>
            <a:xfrm>
              <a:off x="5881277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8" name="Google Shape;2538;p20"/>
            <p:cNvSpPr/>
            <p:nvPr/>
          </p:nvSpPr>
          <p:spPr>
            <a:xfrm>
              <a:off x="6691351" y="50039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9" name="Google Shape;2539;p20"/>
            <p:cNvSpPr/>
            <p:nvPr/>
          </p:nvSpPr>
          <p:spPr>
            <a:xfrm>
              <a:off x="6460020" y="50039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3" y="2149"/>
                  </a:cubicBezTo>
                  <a:cubicBezTo>
                    <a:pt x="1655" y="2149"/>
                    <a:pt x="2124" y="1680"/>
                    <a:pt x="2124" y="1087"/>
                  </a:cubicBezTo>
                  <a:cubicBezTo>
                    <a:pt x="2124" y="495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0" name="Google Shape;2540;p20"/>
            <p:cNvSpPr/>
            <p:nvPr/>
          </p:nvSpPr>
          <p:spPr>
            <a:xfrm>
              <a:off x="6228408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1" name="Google Shape;2541;p20"/>
            <p:cNvSpPr/>
            <p:nvPr/>
          </p:nvSpPr>
          <p:spPr>
            <a:xfrm>
              <a:off x="5997089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4" y="2149"/>
                    <a:pt x="2148" y="1680"/>
                    <a:pt x="2148" y="1087"/>
                  </a:cubicBezTo>
                  <a:cubicBezTo>
                    <a:pt x="2148" y="495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2" name="Google Shape;2542;p20"/>
            <p:cNvSpPr/>
            <p:nvPr/>
          </p:nvSpPr>
          <p:spPr>
            <a:xfrm>
              <a:off x="6691351" y="4883025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3" name="Google Shape;2543;p20"/>
            <p:cNvSpPr/>
            <p:nvPr/>
          </p:nvSpPr>
          <p:spPr>
            <a:xfrm>
              <a:off x="657553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4" name="Google Shape;2544;p20"/>
            <p:cNvSpPr/>
            <p:nvPr/>
          </p:nvSpPr>
          <p:spPr>
            <a:xfrm>
              <a:off x="6460020" y="488302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5" name="Google Shape;2545;p20"/>
            <p:cNvSpPr/>
            <p:nvPr/>
          </p:nvSpPr>
          <p:spPr>
            <a:xfrm>
              <a:off x="6344220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6" name="Google Shape;2546;p20"/>
            <p:cNvSpPr/>
            <p:nvPr/>
          </p:nvSpPr>
          <p:spPr>
            <a:xfrm>
              <a:off x="6228408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7" name="Google Shape;2547;p20"/>
            <p:cNvSpPr/>
            <p:nvPr/>
          </p:nvSpPr>
          <p:spPr>
            <a:xfrm>
              <a:off x="6112595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8" name="Google Shape;2548;p20"/>
            <p:cNvSpPr/>
            <p:nvPr/>
          </p:nvSpPr>
          <p:spPr>
            <a:xfrm>
              <a:off x="599708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9" name="Google Shape;2549;p20"/>
            <p:cNvSpPr/>
            <p:nvPr/>
          </p:nvSpPr>
          <p:spPr>
            <a:xfrm>
              <a:off x="5881277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0" name="Google Shape;2550;p20"/>
            <p:cNvSpPr/>
            <p:nvPr/>
          </p:nvSpPr>
          <p:spPr>
            <a:xfrm>
              <a:off x="6691351" y="47620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1" name="Google Shape;2551;p20"/>
            <p:cNvSpPr/>
            <p:nvPr/>
          </p:nvSpPr>
          <p:spPr>
            <a:xfrm>
              <a:off x="6460020" y="47620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3" y="2149"/>
                  </a:cubicBezTo>
                  <a:cubicBezTo>
                    <a:pt x="1655" y="2149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2" name="Google Shape;2552;p20"/>
            <p:cNvSpPr/>
            <p:nvPr/>
          </p:nvSpPr>
          <p:spPr>
            <a:xfrm>
              <a:off x="6227195" y="4762143"/>
              <a:ext cx="28733" cy="26173"/>
            </a:xfrm>
            <a:custGeom>
              <a:avLst/>
              <a:gdLst/>
              <a:ahLst/>
              <a:cxnLst/>
              <a:rect l="l" t="t" r="r" b="b"/>
              <a:pathLst>
                <a:path w="2346" h="2137" extrusionOk="0">
                  <a:moveTo>
                    <a:pt x="1173" y="1"/>
                  </a:moveTo>
                  <a:cubicBezTo>
                    <a:pt x="902" y="1"/>
                    <a:pt x="630" y="106"/>
                    <a:pt x="420" y="316"/>
                  </a:cubicBezTo>
                  <a:cubicBezTo>
                    <a:pt x="0" y="735"/>
                    <a:pt x="0" y="1402"/>
                    <a:pt x="420" y="1822"/>
                  </a:cubicBezTo>
                  <a:cubicBezTo>
                    <a:pt x="630" y="2031"/>
                    <a:pt x="902" y="2136"/>
                    <a:pt x="1173" y="2136"/>
                  </a:cubicBezTo>
                  <a:cubicBezTo>
                    <a:pt x="1445" y="2136"/>
                    <a:pt x="1716" y="2031"/>
                    <a:pt x="1926" y="1822"/>
                  </a:cubicBezTo>
                  <a:cubicBezTo>
                    <a:pt x="2346" y="1402"/>
                    <a:pt x="2346" y="735"/>
                    <a:pt x="1926" y="316"/>
                  </a:cubicBezTo>
                  <a:cubicBezTo>
                    <a:pt x="1716" y="106"/>
                    <a:pt x="1445" y="1"/>
                    <a:pt x="117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3" name="Google Shape;2553;p20"/>
            <p:cNvSpPr/>
            <p:nvPr/>
          </p:nvSpPr>
          <p:spPr>
            <a:xfrm>
              <a:off x="5997089" y="4762069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4" y="2149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4" name="Google Shape;2554;p20"/>
            <p:cNvSpPr/>
            <p:nvPr/>
          </p:nvSpPr>
          <p:spPr>
            <a:xfrm>
              <a:off x="6691351" y="4641125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5" name="Google Shape;2555;p20"/>
            <p:cNvSpPr/>
            <p:nvPr/>
          </p:nvSpPr>
          <p:spPr>
            <a:xfrm>
              <a:off x="657553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6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6" name="Google Shape;2556;p20"/>
            <p:cNvSpPr/>
            <p:nvPr/>
          </p:nvSpPr>
          <p:spPr>
            <a:xfrm>
              <a:off x="6460020" y="464112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3" y="2148"/>
                  </a:cubicBezTo>
                  <a:cubicBezTo>
                    <a:pt x="1655" y="2148"/>
                    <a:pt x="2124" y="1654"/>
                    <a:pt x="2124" y="1062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7" name="Google Shape;2557;p20"/>
            <p:cNvSpPr/>
            <p:nvPr/>
          </p:nvSpPr>
          <p:spPr>
            <a:xfrm>
              <a:off x="6344220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8" name="Google Shape;2558;p20"/>
            <p:cNvSpPr/>
            <p:nvPr/>
          </p:nvSpPr>
          <p:spPr>
            <a:xfrm>
              <a:off x="6228408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9" name="Google Shape;2559;p20"/>
            <p:cNvSpPr/>
            <p:nvPr/>
          </p:nvSpPr>
          <p:spPr>
            <a:xfrm>
              <a:off x="6112595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0" name="Google Shape;2560;p20"/>
            <p:cNvSpPr/>
            <p:nvPr/>
          </p:nvSpPr>
          <p:spPr>
            <a:xfrm>
              <a:off x="599708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1" name="Google Shape;2561;p20"/>
            <p:cNvSpPr/>
            <p:nvPr/>
          </p:nvSpPr>
          <p:spPr>
            <a:xfrm>
              <a:off x="5881277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2" name="Google Shape;2562;p20"/>
            <p:cNvSpPr/>
            <p:nvPr/>
          </p:nvSpPr>
          <p:spPr>
            <a:xfrm>
              <a:off x="6691351" y="45201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3" name="Google Shape;2563;p20"/>
            <p:cNvSpPr/>
            <p:nvPr/>
          </p:nvSpPr>
          <p:spPr>
            <a:xfrm>
              <a:off x="6460020" y="45201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8"/>
                    <a:pt x="1063" y="2148"/>
                  </a:cubicBezTo>
                  <a:cubicBezTo>
                    <a:pt x="1655" y="2148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4" name="Google Shape;2564;p20"/>
            <p:cNvSpPr/>
            <p:nvPr/>
          </p:nvSpPr>
          <p:spPr>
            <a:xfrm>
              <a:off x="6228408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87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5" name="Google Shape;2565;p20"/>
            <p:cNvSpPr/>
            <p:nvPr/>
          </p:nvSpPr>
          <p:spPr>
            <a:xfrm>
              <a:off x="5997089" y="4520169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54" y="2148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6" name="Google Shape;2566;p20"/>
            <p:cNvSpPr/>
            <p:nvPr/>
          </p:nvSpPr>
          <p:spPr>
            <a:xfrm>
              <a:off x="6691351" y="4398918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7" name="Google Shape;2567;p20"/>
            <p:cNvSpPr/>
            <p:nvPr/>
          </p:nvSpPr>
          <p:spPr>
            <a:xfrm>
              <a:off x="657553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8" name="Google Shape;2568;p20"/>
            <p:cNvSpPr/>
            <p:nvPr/>
          </p:nvSpPr>
          <p:spPr>
            <a:xfrm>
              <a:off x="6460020" y="4398918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9" name="Google Shape;2569;p20"/>
            <p:cNvSpPr/>
            <p:nvPr/>
          </p:nvSpPr>
          <p:spPr>
            <a:xfrm>
              <a:off x="6344220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70" name="Google Shape;2570;p20"/>
            <p:cNvSpPr/>
            <p:nvPr/>
          </p:nvSpPr>
          <p:spPr>
            <a:xfrm>
              <a:off x="6228408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71" name="Google Shape;2571;p20"/>
            <p:cNvSpPr/>
            <p:nvPr/>
          </p:nvSpPr>
          <p:spPr>
            <a:xfrm>
              <a:off x="6112595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72" name="Google Shape;2572;p20"/>
            <p:cNvSpPr/>
            <p:nvPr/>
          </p:nvSpPr>
          <p:spPr>
            <a:xfrm>
              <a:off x="599708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73" name="Google Shape;2573;p20"/>
            <p:cNvSpPr/>
            <p:nvPr/>
          </p:nvSpPr>
          <p:spPr>
            <a:xfrm>
              <a:off x="5881277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574" name="Google Shape;2574;p20"/>
          <p:cNvGrpSpPr/>
          <p:nvPr/>
        </p:nvGrpSpPr>
        <p:grpSpPr>
          <a:xfrm>
            <a:off x="7997350" y="-515770"/>
            <a:ext cx="1699921" cy="1378500"/>
            <a:chOff x="7997350" y="-515770"/>
            <a:chExt cx="1699921" cy="1378500"/>
          </a:xfrm>
        </p:grpSpPr>
        <p:sp>
          <p:nvSpPr>
            <p:cNvPr id="2575" name="Google Shape;2575;p20"/>
            <p:cNvSpPr/>
            <p:nvPr/>
          </p:nvSpPr>
          <p:spPr>
            <a:xfrm>
              <a:off x="8318771" y="-515770"/>
              <a:ext cx="1378500" cy="1378500"/>
            </a:xfrm>
            <a:prstGeom prst="donut">
              <a:avLst>
                <a:gd name="adj" fmla="val 29191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76" name="Google Shape;2576;p20"/>
            <p:cNvSpPr/>
            <p:nvPr/>
          </p:nvSpPr>
          <p:spPr>
            <a:xfrm>
              <a:off x="7997350" y="228200"/>
              <a:ext cx="526200" cy="5262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577" name="Google Shape;2577;p20"/>
          <p:cNvGrpSpPr/>
          <p:nvPr/>
        </p:nvGrpSpPr>
        <p:grpSpPr>
          <a:xfrm>
            <a:off x="8579621" y="2160363"/>
            <a:ext cx="904875" cy="1974721"/>
            <a:chOff x="8579621" y="2236563"/>
            <a:chExt cx="904875" cy="1974721"/>
          </a:xfrm>
        </p:grpSpPr>
        <p:grpSp>
          <p:nvGrpSpPr>
            <p:cNvPr id="2578" name="Google Shape;2578;p20"/>
            <p:cNvGrpSpPr/>
            <p:nvPr/>
          </p:nvGrpSpPr>
          <p:grpSpPr>
            <a:xfrm>
              <a:off x="8579621" y="2236563"/>
              <a:ext cx="904875" cy="928325"/>
              <a:chOff x="1054075" y="2178525"/>
              <a:chExt cx="904875" cy="928325"/>
            </a:xfrm>
          </p:grpSpPr>
          <p:sp>
            <p:nvSpPr>
              <p:cNvPr id="2579" name="Google Shape;2579;p20"/>
              <p:cNvSpPr/>
              <p:nvPr/>
            </p:nvSpPr>
            <p:spPr>
              <a:xfrm>
                <a:off x="19330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5"/>
                      <a:pt x="248" y="1038"/>
                      <a:pt x="519" y="1038"/>
                    </a:cubicBezTo>
                    <a:cubicBezTo>
                      <a:pt x="816" y="1038"/>
                      <a:pt x="1038" y="815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0" name="Google Shape;2580;p20"/>
              <p:cNvSpPr/>
              <p:nvPr/>
            </p:nvSpPr>
            <p:spPr>
              <a:xfrm>
                <a:off x="19330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791"/>
                      <a:pt x="248" y="1038"/>
                      <a:pt x="519" y="1038"/>
                    </a:cubicBezTo>
                    <a:cubicBezTo>
                      <a:pt x="816" y="1038"/>
                      <a:pt x="1038" y="791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1" name="Google Shape;2581;p20"/>
              <p:cNvSpPr/>
              <p:nvPr/>
            </p:nvSpPr>
            <p:spPr>
              <a:xfrm>
                <a:off x="19330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48" y="0"/>
                      <a:pt x="1" y="247"/>
                      <a:pt x="1" y="519"/>
                    </a:cubicBezTo>
                    <a:cubicBezTo>
                      <a:pt x="1" y="815"/>
                      <a:pt x="248" y="1062"/>
                      <a:pt x="519" y="1062"/>
                    </a:cubicBezTo>
                    <a:cubicBezTo>
                      <a:pt x="816" y="1062"/>
                      <a:pt x="1038" y="815"/>
                      <a:pt x="1038" y="519"/>
                    </a:cubicBezTo>
                    <a:cubicBezTo>
                      <a:pt x="1038" y="247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2" name="Google Shape;2582;p20"/>
              <p:cNvSpPr/>
              <p:nvPr/>
            </p:nvSpPr>
            <p:spPr>
              <a:xfrm>
                <a:off x="19330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815"/>
                      <a:pt x="248" y="1037"/>
                      <a:pt x="519" y="1037"/>
                    </a:cubicBezTo>
                    <a:cubicBezTo>
                      <a:pt x="816" y="1037"/>
                      <a:pt x="1038" y="815"/>
                      <a:pt x="1038" y="519"/>
                    </a:cubicBezTo>
                    <a:cubicBezTo>
                      <a:pt x="1038" y="223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3" name="Google Shape;2583;p20"/>
              <p:cNvSpPr/>
              <p:nvPr/>
            </p:nvSpPr>
            <p:spPr>
              <a:xfrm>
                <a:off x="19330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790"/>
                      <a:pt x="248" y="1037"/>
                      <a:pt x="519" y="1037"/>
                    </a:cubicBezTo>
                    <a:cubicBezTo>
                      <a:pt x="816" y="1037"/>
                      <a:pt x="1038" y="790"/>
                      <a:pt x="1038" y="519"/>
                    </a:cubicBezTo>
                    <a:cubicBezTo>
                      <a:pt x="1038" y="223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4" name="Google Shape;2584;p20"/>
              <p:cNvSpPr/>
              <p:nvPr/>
            </p:nvSpPr>
            <p:spPr>
              <a:xfrm>
                <a:off x="19330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48" y="1"/>
                      <a:pt x="1" y="248"/>
                      <a:pt x="1" y="519"/>
                    </a:cubicBezTo>
                    <a:cubicBezTo>
                      <a:pt x="1" y="816"/>
                      <a:pt x="248" y="1062"/>
                      <a:pt x="519" y="1062"/>
                    </a:cubicBezTo>
                    <a:cubicBezTo>
                      <a:pt x="816" y="1062"/>
                      <a:pt x="1038" y="816"/>
                      <a:pt x="1038" y="519"/>
                    </a:cubicBezTo>
                    <a:cubicBezTo>
                      <a:pt x="1038" y="248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5" name="Google Shape;2585;p20"/>
              <p:cNvSpPr/>
              <p:nvPr/>
            </p:nvSpPr>
            <p:spPr>
              <a:xfrm>
                <a:off x="19330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6"/>
                      <a:pt x="248" y="1038"/>
                      <a:pt x="519" y="1038"/>
                    </a:cubicBezTo>
                    <a:cubicBezTo>
                      <a:pt x="816" y="1038"/>
                      <a:pt x="1038" y="816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6" name="Google Shape;2586;p20"/>
              <p:cNvSpPr/>
              <p:nvPr/>
            </p:nvSpPr>
            <p:spPr>
              <a:xfrm>
                <a:off x="1807725" y="2178525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815"/>
                      <a:pt x="222" y="1038"/>
                      <a:pt x="518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7" name="Google Shape;2587;p20"/>
              <p:cNvSpPr/>
              <p:nvPr/>
            </p:nvSpPr>
            <p:spPr>
              <a:xfrm>
                <a:off x="1807725" y="2329125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791"/>
                      <a:pt x="222" y="1038"/>
                      <a:pt x="518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8" name="Google Shape;2588;p20"/>
              <p:cNvSpPr/>
              <p:nvPr/>
            </p:nvSpPr>
            <p:spPr>
              <a:xfrm>
                <a:off x="1807725" y="2479125"/>
                <a:ext cx="259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62" extrusionOk="0">
                    <a:moveTo>
                      <a:pt x="518" y="0"/>
                    </a:moveTo>
                    <a:cubicBezTo>
                      <a:pt x="222" y="0"/>
                      <a:pt x="0" y="247"/>
                      <a:pt x="0" y="519"/>
                    </a:cubicBezTo>
                    <a:cubicBezTo>
                      <a:pt x="0" y="815"/>
                      <a:pt x="222" y="1062"/>
                      <a:pt x="518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9" name="Google Shape;2589;p20"/>
              <p:cNvSpPr/>
              <p:nvPr/>
            </p:nvSpPr>
            <p:spPr>
              <a:xfrm>
                <a:off x="1807725" y="2629725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0"/>
                    </a:moveTo>
                    <a:cubicBezTo>
                      <a:pt x="222" y="0"/>
                      <a:pt x="0" y="223"/>
                      <a:pt x="0" y="519"/>
                    </a:cubicBezTo>
                    <a:cubicBezTo>
                      <a:pt x="0" y="815"/>
                      <a:pt x="222" y="1037"/>
                      <a:pt x="518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0" name="Google Shape;2590;p20"/>
              <p:cNvSpPr/>
              <p:nvPr/>
            </p:nvSpPr>
            <p:spPr>
              <a:xfrm>
                <a:off x="1807725" y="2780325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0"/>
                    </a:moveTo>
                    <a:cubicBezTo>
                      <a:pt x="222" y="0"/>
                      <a:pt x="0" y="223"/>
                      <a:pt x="0" y="519"/>
                    </a:cubicBezTo>
                    <a:cubicBezTo>
                      <a:pt x="0" y="790"/>
                      <a:pt x="222" y="1037"/>
                      <a:pt x="518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1" name="Google Shape;2591;p20"/>
              <p:cNvSpPr/>
              <p:nvPr/>
            </p:nvSpPr>
            <p:spPr>
              <a:xfrm>
                <a:off x="1807725" y="2930300"/>
                <a:ext cx="2592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63" extrusionOk="0">
                    <a:moveTo>
                      <a:pt x="518" y="1"/>
                    </a:moveTo>
                    <a:cubicBezTo>
                      <a:pt x="222" y="1"/>
                      <a:pt x="0" y="248"/>
                      <a:pt x="0" y="519"/>
                    </a:cubicBezTo>
                    <a:cubicBezTo>
                      <a:pt x="0" y="816"/>
                      <a:pt x="222" y="1062"/>
                      <a:pt x="518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2" name="Google Shape;2592;p20"/>
              <p:cNvSpPr/>
              <p:nvPr/>
            </p:nvSpPr>
            <p:spPr>
              <a:xfrm>
                <a:off x="1807725" y="3080900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816"/>
                      <a:pt x="222" y="1038"/>
                      <a:pt x="518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3" name="Google Shape;2593;p20"/>
              <p:cNvSpPr/>
              <p:nvPr/>
            </p:nvSpPr>
            <p:spPr>
              <a:xfrm>
                <a:off x="1681800" y="21785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5"/>
                      <a:pt x="247" y="1038"/>
                      <a:pt x="519" y="1038"/>
                    </a:cubicBezTo>
                    <a:cubicBezTo>
                      <a:pt x="815" y="1038"/>
                      <a:pt x="1062" y="815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4" name="Google Shape;2594;p20"/>
              <p:cNvSpPr/>
              <p:nvPr/>
            </p:nvSpPr>
            <p:spPr>
              <a:xfrm>
                <a:off x="1681800" y="23291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791"/>
                      <a:pt x="247" y="1038"/>
                      <a:pt x="519" y="1038"/>
                    </a:cubicBezTo>
                    <a:cubicBezTo>
                      <a:pt x="815" y="1038"/>
                      <a:pt x="1062" y="791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5" name="Google Shape;2595;p20"/>
              <p:cNvSpPr/>
              <p:nvPr/>
            </p:nvSpPr>
            <p:spPr>
              <a:xfrm>
                <a:off x="1681800" y="2479125"/>
                <a:ext cx="265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2" extrusionOk="0">
                    <a:moveTo>
                      <a:pt x="519" y="0"/>
                    </a:moveTo>
                    <a:cubicBezTo>
                      <a:pt x="247" y="0"/>
                      <a:pt x="0" y="247"/>
                      <a:pt x="0" y="519"/>
                    </a:cubicBezTo>
                    <a:cubicBezTo>
                      <a:pt x="0" y="815"/>
                      <a:pt x="247" y="1062"/>
                      <a:pt x="519" y="1062"/>
                    </a:cubicBezTo>
                    <a:cubicBezTo>
                      <a:pt x="815" y="1062"/>
                      <a:pt x="1062" y="815"/>
                      <a:pt x="1062" y="519"/>
                    </a:cubicBezTo>
                    <a:cubicBezTo>
                      <a:pt x="1062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6" name="Google Shape;2596;p20"/>
              <p:cNvSpPr/>
              <p:nvPr/>
            </p:nvSpPr>
            <p:spPr>
              <a:xfrm>
                <a:off x="1681800" y="26297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815"/>
                      <a:pt x="247" y="1037"/>
                      <a:pt x="519" y="1037"/>
                    </a:cubicBezTo>
                    <a:cubicBezTo>
                      <a:pt x="815" y="1037"/>
                      <a:pt x="1062" y="815"/>
                      <a:pt x="1062" y="519"/>
                    </a:cubicBezTo>
                    <a:cubicBezTo>
                      <a:pt x="1062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7" name="Google Shape;2597;p20"/>
              <p:cNvSpPr/>
              <p:nvPr/>
            </p:nvSpPr>
            <p:spPr>
              <a:xfrm>
                <a:off x="1681800" y="27803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790"/>
                      <a:pt x="247" y="1037"/>
                      <a:pt x="519" y="1037"/>
                    </a:cubicBezTo>
                    <a:cubicBezTo>
                      <a:pt x="815" y="1037"/>
                      <a:pt x="1062" y="790"/>
                      <a:pt x="1062" y="519"/>
                    </a:cubicBezTo>
                    <a:cubicBezTo>
                      <a:pt x="1062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8" name="Google Shape;2598;p20"/>
              <p:cNvSpPr/>
              <p:nvPr/>
            </p:nvSpPr>
            <p:spPr>
              <a:xfrm>
                <a:off x="1681800" y="2930300"/>
                <a:ext cx="2657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3" extrusionOk="0">
                    <a:moveTo>
                      <a:pt x="519" y="1"/>
                    </a:moveTo>
                    <a:cubicBezTo>
                      <a:pt x="247" y="1"/>
                      <a:pt x="0" y="248"/>
                      <a:pt x="0" y="519"/>
                    </a:cubicBezTo>
                    <a:cubicBezTo>
                      <a:pt x="0" y="816"/>
                      <a:pt x="247" y="1062"/>
                      <a:pt x="519" y="1062"/>
                    </a:cubicBezTo>
                    <a:cubicBezTo>
                      <a:pt x="815" y="1062"/>
                      <a:pt x="1062" y="816"/>
                      <a:pt x="1062" y="519"/>
                    </a:cubicBezTo>
                    <a:cubicBezTo>
                      <a:pt x="1062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9" name="Google Shape;2599;p20"/>
              <p:cNvSpPr/>
              <p:nvPr/>
            </p:nvSpPr>
            <p:spPr>
              <a:xfrm>
                <a:off x="1681800" y="3080900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6"/>
                      <a:pt x="247" y="1038"/>
                      <a:pt x="519" y="1038"/>
                    </a:cubicBezTo>
                    <a:cubicBezTo>
                      <a:pt x="815" y="1038"/>
                      <a:pt x="1062" y="816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00" name="Google Shape;2600;p20"/>
              <p:cNvSpPr/>
              <p:nvPr/>
            </p:nvSpPr>
            <p:spPr>
              <a:xfrm>
                <a:off x="15565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5"/>
                      <a:pt x="223" y="1038"/>
                      <a:pt x="519" y="1038"/>
                    </a:cubicBezTo>
                    <a:cubicBezTo>
                      <a:pt x="815" y="1038"/>
                      <a:pt x="1038" y="815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01" name="Google Shape;2601;p20"/>
              <p:cNvSpPr/>
              <p:nvPr/>
            </p:nvSpPr>
            <p:spPr>
              <a:xfrm>
                <a:off x="15565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791"/>
                      <a:pt x="223" y="1038"/>
                      <a:pt x="519" y="1038"/>
                    </a:cubicBezTo>
                    <a:cubicBezTo>
                      <a:pt x="815" y="1038"/>
                      <a:pt x="1038" y="791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02" name="Google Shape;2602;p20"/>
              <p:cNvSpPr/>
              <p:nvPr/>
            </p:nvSpPr>
            <p:spPr>
              <a:xfrm>
                <a:off x="15565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1" y="247"/>
                      <a:pt x="1" y="519"/>
                    </a:cubicBezTo>
                    <a:cubicBezTo>
                      <a:pt x="1" y="815"/>
                      <a:pt x="223" y="1062"/>
                      <a:pt x="519" y="1062"/>
                    </a:cubicBezTo>
                    <a:cubicBezTo>
                      <a:pt x="815" y="1062"/>
                      <a:pt x="1038" y="815"/>
                      <a:pt x="1038" y="519"/>
                    </a:cubicBezTo>
                    <a:cubicBezTo>
                      <a:pt x="1038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03" name="Google Shape;2603;p20"/>
              <p:cNvSpPr/>
              <p:nvPr/>
            </p:nvSpPr>
            <p:spPr>
              <a:xfrm>
                <a:off x="15565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815"/>
                      <a:pt x="223" y="1037"/>
                      <a:pt x="519" y="1037"/>
                    </a:cubicBezTo>
                    <a:cubicBezTo>
                      <a:pt x="815" y="1037"/>
                      <a:pt x="1038" y="815"/>
                      <a:pt x="1038" y="519"/>
                    </a:cubicBezTo>
                    <a:cubicBezTo>
                      <a:pt x="1038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04" name="Google Shape;2604;p20"/>
              <p:cNvSpPr/>
              <p:nvPr/>
            </p:nvSpPr>
            <p:spPr>
              <a:xfrm>
                <a:off x="15565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790"/>
                      <a:pt x="223" y="1037"/>
                      <a:pt x="519" y="1037"/>
                    </a:cubicBezTo>
                    <a:cubicBezTo>
                      <a:pt x="815" y="1037"/>
                      <a:pt x="1038" y="790"/>
                      <a:pt x="1038" y="519"/>
                    </a:cubicBezTo>
                    <a:cubicBezTo>
                      <a:pt x="1038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05" name="Google Shape;2605;p20"/>
              <p:cNvSpPr/>
              <p:nvPr/>
            </p:nvSpPr>
            <p:spPr>
              <a:xfrm>
                <a:off x="15565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1" y="248"/>
                      <a:pt x="1" y="519"/>
                    </a:cubicBezTo>
                    <a:cubicBezTo>
                      <a:pt x="1" y="816"/>
                      <a:pt x="223" y="1062"/>
                      <a:pt x="519" y="1062"/>
                    </a:cubicBezTo>
                    <a:cubicBezTo>
                      <a:pt x="815" y="1062"/>
                      <a:pt x="1038" y="816"/>
                      <a:pt x="1038" y="519"/>
                    </a:cubicBezTo>
                    <a:cubicBezTo>
                      <a:pt x="1038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06" name="Google Shape;2606;p20"/>
              <p:cNvSpPr/>
              <p:nvPr/>
            </p:nvSpPr>
            <p:spPr>
              <a:xfrm>
                <a:off x="15565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6"/>
                      <a:pt x="223" y="1038"/>
                      <a:pt x="519" y="1038"/>
                    </a:cubicBezTo>
                    <a:cubicBezTo>
                      <a:pt x="815" y="1038"/>
                      <a:pt x="1038" y="816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07" name="Google Shape;2607;p20"/>
              <p:cNvSpPr/>
              <p:nvPr/>
            </p:nvSpPr>
            <p:spPr>
              <a:xfrm>
                <a:off x="14312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5"/>
                      <a:pt x="223" y="1038"/>
                      <a:pt x="519" y="1038"/>
                    </a:cubicBezTo>
                    <a:cubicBezTo>
                      <a:pt x="791" y="1038"/>
                      <a:pt x="1038" y="815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08" name="Google Shape;2608;p20"/>
              <p:cNvSpPr/>
              <p:nvPr/>
            </p:nvSpPr>
            <p:spPr>
              <a:xfrm>
                <a:off x="14312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791"/>
                      <a:pt x="223" y="1038"/>
                      <a:pt x="519" y="1038"/>
                    </a:cubicBezTo>
                    <a:cubicBezTo>
                      <a:pt x="791" y="1038"/>
                      <a:pt x="1038" y="791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09" name="Google Shape;2609;p20"/>
              <p:cNvSpPr/>
              <p:nvPr/>
            </p:nvSpPr>
            <p:spPr>
              <a:xfrm>
                <a:off x="14312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1" y="247"/>
                      <a:pt x="1" y="519"/>
                    </a:cubicBezTo>
                    <a:cubicBezTo>
                      <a:pt x="1" y="815"/>
                      <a:pt x="223" y="1062"/>
                      <a:pt x="519" y="1062"/>
                    </a:cubicBezTo>
                    <a:cubicBezTo>
                      <a:pt x="791" y="1062"/>
                      <a:pt x="1038" y="815"/>
                      <a:pt x="1038" y="519"/>
                    </a:cubicBezTo>
                    <a:cubicBezTo>
                      <a:pt x="1038" y="247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10" name="Google Shape;2610;p20"/>
              <p:cNvSpPr/>
              <p:nvPr/>
            </p:nvSpPr>
            <p:spPr>
              <a:xfrm>
                <a:off x="14312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815"/>
                      <a:pt x="223" y="1037"/>
                      <a:pt x="519" y="1037"/>
                    </a:cubicBezTo>
                    <a:cubicBezTo>
                      <a:pt x="791" y="1037"/>
                      <a:pt x="1038" y="815"/>
                      <a:pt x="1038" y="519"/>
                    </a:cubicBezTo>
                    <a:cubicBezTo>
                      <a:pt x="1038" y="223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11" name="Google Shape;2611;p20"/>
              <p:cNvSpPr/>
              <p:nvPr/>
            </p:nvSpPr>
            <p:spPr>
              <a:xfrm>
                <a:off x="14312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790"/>
                      <a:pt x="223" y="1037"/>
                      <a:pt x="519" y="1037"/>
                    </a:cubicBezTo>
                    <a:cubicBezTo>
                      <a:pt x="791" y="1037"/>
                      <a:pt x="1038" y="790"/>
                      <a:pt x="1038" y="519"/>
                    </a:cubicBezTo>
                    <a:cubicBezTo>
                      <a:pt x="1038" y="223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12" name="Google Shape;2612;p20"/>
              <p:cNvSpPr/>
              <p:nvPr/>
            </p:nvSpPr>
            <p:spPr>
              <a:xfrm>
                <a:off x="14312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1" y="248"/>
                      <a:pt x="1" y="519"/>
                    </a:cubicBezTo>
                    <a:cubicBezTo>
                      <a:pt x="1" y="816"/>
                      <a:pt x="223" y="1062"/>
                      <a:pt x="519" y="1062"/>
                    </a:cubicBezTo>
                    <a:cubicBezTo>
                      <a:pt x="791" y="1062"/>
                      <a:pt x="1038" y="816"/>
                      <a:pt x="1038" y="519"/>
                    </a:cubicBezTo>
                    <a:cubicBezTo>
                      <a:pt x="1038" y="248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13" name="Google Shape;2613;p20"/>
              <p:cNvSpPr/>
              <p:nvPr/>
            </p:nvSpPr>
            <p:spPr>
              <a:xfrm>
                <a:off x="14312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6"/>
                      <a:pt x="223" y="1038"/>
                      <a:pt x="519" y="1038"/>
                    </a:cubicBezTo>
                    <a:cubicBezTo>
                      <a:pt x="791" y="1038"/>
                      <a:pt x="1038" y="816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14" name="Google Shape;2614;p20"/>
              <p:cNvSpPr/>
              <p:nvPr/>
            </p:nvSpPr>
            <p:spPr>
              <a:xfrm>
                <a:off x="13053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5"/>
                      <a:pt x="247" y="1038"/>
                      <a:pt x="519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15" name="Google Shape;2615;p20"/>
              <p:cNvSpPr/>
              <p:nvPr/>
            </p:nvSpPr>
            <p:spPr>
              <a:xfrm>
                <a:off x="13053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791"/>
                      <a:pt x="247" y="1038"/>
                      <a:pt x="519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16" name="Google Shape;2616;p20"/>
              <p:cNvSpPr/>
              <p:nvPr/>
            </p:nvSpPr>
            <p:spPr>
              <a:xfrm>
                <a:off x="13053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47" y="0"/>
                      <a:pt x="0" y="247"/>
                      <a:pt x="0" y="519"/>
                    </a:cubicBezTo>
                    <a:cubicBezTo>
                      <a:pt x="0" y="815"/>
                      <a:pt x="247" y="1062"/>
                      <a:pt x="519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17" name="Google Shape;2617;p20"/>
              <p:cNvSpPr/>
              <p:nvPr/>
            </p:nvSpPr>
            <p:spPr>
              <a:xfrm>
                <a:off x="13053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815"/>
                      <a:pt x="247" y="1037"/>
                      <a:pt x="519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18" name="Google Shape;2618;p20"/>
              <p:cNvSpPr/>
              <p:nvPr/>
            </p:nvSpPr>
            <p:spPr>
              <a:xfrm>
                <a:off x="13053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790"/>
                      <a:pt x="247" y="1037"/>
                      <a:pt x="519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19" name="Google Shape;2619;p20"/>
              <p:cNvSpPr/>
              <p:nvPr/>
            </p:nvSpPr>
            <p:spPr>
              <a:xfrm>
                <a:off x="13053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47" y="1"/>
                      <a:pt x="0" y="248"/>
                      <a:pt x="0" y="519"/>
                    </a:cubicBezTo>
                    <a:cubicBezTo>
                      <a:pt x="0" y="816"/>
                      <a:pt x="247" y="1062"/>
                      <a:pt x="519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20" name="Google Shape;2620;p20"/>
              <p:cNvSpPr/>
              <p:nvPr/>
            </p:nvSpPr>
            <p:spPr>
              <a:xfrm>
                <a:off x="13053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6"/>
                      <a:pt x="247" y="1038"/>
                      <a:pt x="519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21" name="Google Shape;2621;p20"/>
              <p:cNvSpPr/>
              <p:nvPr/>
            </p:nvSpPr>
            <p:spPr>
              <a:xfrm>
                <a:off x="11800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815"/>
                      <a:pt x="223" y="1038"/>
                      <a:pt x="519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22" name="Google Shape;2622;p20"/>
              <p:cNvSpPr/>
              <p:nvPr/>
            </p:nvSpPr>
            <p:spPr>
              <a:xfrm>
                <a:off x="11800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791"/>
                      <a:pt x="223" y="1038"/>
                      <a:pt x="519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23" name="Google Shape;2623;p20"/>
              <p:cNvSpPr/>
              <p:nvPr/>
            </p:nvSpPr>
            <p:spPr>
              <a:xfrm>
                <a:off x="11800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0" y="247"/>
                      <a:pt x="0" y="519"/>
                    </a:cubicBezTo>
                    <a:cubicBezTo>
                      <a:pt x="0" y="815"/>
                      <a:pt x="223" y="1062"/>
                      <a:pt x="519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24" name="Google Shape;2624;p20"/>
              <p:cNvSpPr/>
              <p:nvPr/>
            </p:nvSpPr>
            <p:spPr>
              <a:xfrm>
                <a:off x="11800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0" y="223"/>
                      <a:pt x="0" y="519"/>
                    </a:cubicBezTo>
                    <a:cubicBezTo>
                      <a:pt x="0" y="815"/>
                      <a:pt x="223" y="1037"/>
                      <a:pt x="519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25" name="Google Shape;2625;p20"/>
              <p:cNvSpPr/>
              <p:nvPr/>
            </p:nvSpPr>
            <p:spPr>
              <a:xfrm>
                <a:off x="11800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0" y="223"/>
                      <a:pt x="0" y="519"/>
                    </a:cubicBezTo>
                    <a:cubicBezTo>
                      <a:pt x="0" y="790"/>
                      <a:pt x="223" y="1037"/>
                      <a:pt x="519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26" name="Google Shape;2626;p20"/>
              <p:cNvSpPr/>
              <p:nvPr/>
            </p:nvSpPr>
            <p:spPr>
              <a:xfrm>
                <a:off x="11800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0" y="248"/>
                      <a:pt x="0" y="519"/>
                    </a:cubicBezTo>
                    <a:cubicBezTo>
                      <a:pt x="0" y="816"/>
                      <a:pt x="223" y="1062"/>
                      <a:pt x="519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27" name="Google Shape;2627;p20"/>
              <p:cNvSpPr/>
              <p:nvPr/>
            </p:nvSpPr>
            <p:spPr>
              <a:xfrm>
                <a:off x="11800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816"/>
                      <a:pt x="223" y="1038"/>
                      <a:pt x="519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28" name="Google Shape;2628;p20"/>
              <p:cNvSpPr/>
              <p:nvPr/>
            </p:nvSpPr>
            <p:spPr>
              <a:xfrm>
                <a:off x="1054075" y="21785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5"/>
                      <a:pt x="248" y="1038"/>
                      <a:pt x="544" y="1038"/>
                    </a:cubicBezTo>
                    <a:cubicBezTo>
                      <a:pt x="816" y="1038"/>
                      <a:pt x="1062" y="815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29" name="Google Shape;2629;p20"/>
              <p:cNvSpPr/>
              <p:nvPr/>
            </p:nvSpPr>
            <p:spPr>
              <a:xfrm>
                <a:off x="1054075" y="23291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791"/>
                      <a:pt x="248" y="1038"/>
                      <a:pt x="544" y="1038"/>
                    </a:cubicBezTo>
                    <a:cubicBezTo>
                      <a:pt x="816" y="1038"/>
                      <a:pt x="1062" y="791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30" name="Google Shape;2630;p20"/>
              <p:cNvSpPr/>
              <p:nvPr/>
            </p:nvSpPr>
            <p:spPr>
              <a:xfrm>
                <a:off x="1054075" y="2479125"/>
                <a:ext cx="265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2" extrusionOk="0">
                    <a:moveTo>
                      <a:pt x="544" y="0"/>
                    </a:moveTo>
                    <a:cubicBezTo>
                      <a:pt x="248" y="0"/>
                      <a:pt x="1" y="247"/>
                      <a:pt x="1" y="519"/>
                    </a:cubicBezTo>
                    <a:cubicBezTo>
                      <a:pt x="1" y="815"/>
                      <a:pt x="248" y="1062"/>
                      <a:pt x="544" y="1062"/>
                    </a:cubicBezTo>
                    <a:cubicBezTo>
                      <a:pt x="816" y="1062"/>
                      <a:pt x="1062" y="815"/>
                      <a:pt x="1062" y="519"/>
                    </a:cubicBezTo>
                    <a:cubicBezTo>
                      <a:pt x="1062" y="247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31" name="Google Shape;2631;p20"/>
              <p:cNvSpPr/>
              <p:nvPr/>
            </p:nvSpPr>
            <p:spPr>
              <a:xfrm>
                <a:off x="1054075" y="26297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815"/>
                      <a:pt x="248" y="1037"/>
                      <a:pt x="544" y="1037"/>
                    </a:cubicBezTo>
                    <a:cubicBezTo>
                      <a:pt x="816" y="1037"/>
                      <a:pt x="1062" y="815"/>
                      <a:pt x="1062" y="519"/>
                    </a:cubicBezTo>
                    <a:cubicBezTo>
                      <a:pt x="1062" y="223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32" name="Google Shape;2632;p20"/>
              <p:cNvSpPr/>
              <p:nvPr/>
            </p:nvSpPr>
            <p:spPr>
              <a:xfrm>
                <a:off x="1054075" y="27803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790"/>
                      <a:pt x="248" y="1037"/>
                      <a:pt x="544" y="1037"/>
                    </a:cubicBezTo>
                    <a:cubicBezTo>
                      <a:pt x="816" y="1037"/>
                      <a:pt x="1062" y="790"/>
                      <a:pt x="1062" y="519"/>
                    </a:cubicBezTo>
                    <a:cubicBezTo>
                      <a:pt x="1062" y="223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33" name="Google Shape;2633;p20"/>
              <p:cNvSpPr/>
              <p:nvPr/>
            </p:nvSpPr>
            <p:spPr>
              <a:xfrm>
                <a:off x="1054075" y="2930300"/>
                <a:ext cx="2657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3" extrusionOk="0">
                    <a:moveTo>
                      <a:pt x="544" y="1"/>
                    </a:moveTo>
                    <a:cubicBezTo>
                      <a:pt x="248" y="1"/>
                      <a:pt x="1" y="248"/>
                      <a:pt x="1" y="519"/>
                    </a:cubicBezTo>
                    <a:cubicBezTo>
                      <a:pt x="1" y="816"/>
                      <a:pt x="248" y="1062"/>
                      <a:pt x="544" y="1062"/>
                    </a:cubicBezTo>
                    <a:cubicBezTo>
                      <a:pt x="816" y="1062"/>
                      <a:pt x="1062" y="816"/>
                      <a:pt x="1062" y="519"/>
                    </a:cubicBezTo>
                    <a:cubicBezTo>
                      <a:pt x="1062" y="248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34" name="Google Shape;2634;p20"/>
              <p:cNvSpPr/>
              <p:nvPr/>
            </p:nvSpPr>
            <p:spPr>
              <a:xfrm>
                <a:off x="1054075" y="3080900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6"/>
                      <a:pt x="248" y="1038"/>
                      <a:pt x="544" y="1038"/>
                    </a:cubicBezTo>
                    <a:cubicBezTo>
                      <a:pt x="816" y="1038"/>
                      <a:pt x="1062" y="816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635" name="Google Shape;2635;p20"/>
            <p:cNvGrpSpPr/>
            <p:nvPr/>
          </p:nvGrpSpPr>
          <p:grpSpPr>
            <a:xfrm>
              <a:off x="8579621" y="3282959"/>
              <a:ext cx="904875" cy="928325"/>
              <a:chOff x="1054075" y="2178525"/>
              <a:chExt cx="904875" cy="928325"/>
            </a:xfrm>
          </p:grpSpPr>
          <p:sp>
            <p:nvSpPr>
              <p:cNvPr id="2636" name="Google Shape;2636;p20"/>
              <p:cNvSpPr/>
              <p:nvPr/>
            </p:nvSpPr>
            <p:spPr>
              <a:xfrm>
                <a:off x="19330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5"/>
                      <a:pt x="248" y="1038"/>
                      <a:pt x="519" y="1038"/>
                    </a:cubicBezTo>
                    <a:cubicBezTo>
                      <a:pt x="816" y="1038"/>
                      <a:pt x="1038" y="815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37" name="Google Shape;2637;p20"/>
              <p:cNvSpPr/>
              <p:nvPr/>
            </p:nvSpPr>
            <p:spPr>
              <a:xfrm>
                <a:off x="19330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791"/>
                      <a:pt x="248" y="1038"/>
                      <a:pt x="519" y="1038"/>
                    </a:cubicBezTo>
                    <a:cubicBezTo>
                      <a:pt x="816" y="1038"/>
                      <a:pt x="1038" y="791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38" name="Google Shape;2638;p20"/>
              <p:cNvSpPr/>
              <p:nvPr/>
            </p:nvSpPr>
            <p:spPr>
              <a:xfrm>
                <a:off x="19330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48" y="0"/>
                      <a:pt x="1" y="247"/>
                      <a:pt x="1" y="519"/>
                    </a:cubicBezTo>
                    <a:cubicBezTo>
                      <a:pt x="1" y="815"/>
                      <a:pt x="248" y="1062"/>
                      <a:pt x="519" y="1062"/>
                    </a:cubicBezTo>
                    <a:cubicBezTo>
                      <a:pt x="816" y="1062"/>
                      <a:pt x="1038" y="815"/>
                      <a:pt x="1038" y="519"/>
                    </a:cubicBezTo>
                    <a:cubicBezTo>
                      <a:pt x="1038" y="247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39" name="Google Shape;2639;p20"/>
              <p:cNvSpPr/>
              <p:nvPr/>
            </p:nvSpPr>
            <p:spPr>
              <a:xfrm>
                <a:off x="19330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815"/>
                      <a:pt x="248" y="1037"/>
                      <a:pt x="519" y="1037"/>
                    </a:cubicBezTo>
                    <a:cubicBezTo>
                      <a:pt x="816" y="1037"/>
                      <a:pt x="1038" y="815"/>
                      <a:pt x="1038" y="519"/>
                    </a:cubicBezTo>
                    <a:cubicBezTo>
                      <a:pt x="1038" y="223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40" name="Google Shape;2640;p20"/>
              <p:cNvSpPr/>
              <p:nvPr/>
            </p:nvSpPr>
            <p:spPr>
              <a:xfrm>
                <a:off x="19330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790"/>
                      <a:pt x="248" y="1037"/>
                      <a:pt x="519" y="1037"/>
                    </a:cubicBezTo>
                    <a:cubicBezTo>
                      <a:pt x="816" y="1037"/>
                      <a:pt x="1038" y="790"/>
                      <a:pt x="1038" y="519"/>
                    </a:cubicBezTo>
                    <a:cubicBezTo>
                      <a:pt x="1038" y="223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41" name="Google Shape;2641;p20"/>
              <p:cNvSpPr/>
              <p:nvPr/>
            </p:nvSpPr>
            <p:spPr>
              <a:xfrm>
                <a:off x="19330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48" y="1"/>
                      <a:pt x="1" y="248"/>
                      <a:pt x="1" y="519"/>
                    </a:cubicBezTo>
                    <a:cubicBezTo>
                      <a:pt x="1" y="816"/>
                      <a:pt x="248" y="1062"/>
                      <a:pt x="519" y="1062"/>
                    </a:cubicBezTo>
                    <a:cubicBezTo>
                      <a:pt x="816" y="1062"/>
                      <a:pt x="1038" y="816"/>
                      <a:pt x="1038" y="519"/>
                    </a:cubicBezTo>
                    <a:cubicBezTo>
                      <a:pt x="1038" y="248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42" name="Google Shape;2642;p20"/>
              <p:cNvSpPr/>
              <p:nvPr/>
            </p:nvSpPr>
            <p:spPr>
              <a:xfrm>
                <a:off x="19330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6"/>
                      <a:pt x="248" y="1038"/>
                      <a:pt x="519" y="1038"/>
                    </a:cubicBezTo>
                    <a:cubicBezTo>
                      <a:pt x="816" y="1038"/>
                      <a:pt x="1038" y="816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43" name="Google Shape;2643;p20"/>
              <p:cNvSpPr/>
              <p:nvPr/>
            </p:nvSpPr>
            <p:spPr>
              <a:xfrm>
                <a:off x="1807725" y="2178525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815"/>
                      <a:pt x="222" y="1038"/>
                      <a:pt x="518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44" name="Google Shape;2644;p20"/>
              <p:cNvSpPr/>
              <p:nvPr/>
            </p:nvSpPr>
            <p:spPr>
              <a:xfrm>
                <a:off x="1807725" y="2329125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791"/>
                      <a:pt x="222" y="1038"/>
                      <a:pt x="518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45" name="Google Shape;2645;p20"/>
              <p:cNvSpPr/>
              <p:nvPr/>
            </p:nvSpPr>
            <p:spPr>
              <a:xfrm>
                <a:off x="1807725" y="2479125"/>
                <a:ext cx="259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62" extrusionOk="0">
                    <a:moveTo>
                      <a:pt x="518" y="0"/>
                    </a:moveTo>
                    <a:cubicBezTo>
                      <a:pt x="222" y="0"/>
                      <a:pt x="0" y="247"/>
                      <a:pt x="0" y="519"/>
                    </a:cubicBezTo>
                    <a:cubicBezTo>
                      <a:pt x="0" y="815"/>
                      <a:pt x="222" y="1062"/>
                      <a:pt x="518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46" name="Google Shape;2646;p20"/>
              <p:cNvSpPr/>
              <p:nvPr/>
            </p:nvSpPr>
            <p:spPr>
              <a:xfrm>
                <a:off x="1807725" y="2629725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0"/>
                    </a:moveTo>
                    <a:cubicBezTo>
                      <a:pt x="222" y="0"/>
                      <a:pt x="0" y="223"/>
                      <a:pt x="0" y="519"/>
                    </a:cubicBezTo>
                    <a:cubicBezTo>
                      <a:pt x="0" y="815"/>
                      <a:pt x="222" y="1037"/>
                      <a:pt x="518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47" name="Google Shape;2647;p20"/>
              <p:cNvSpPr/>
              <p:nvPr/>
            </p:nvSpPr>
            <p:spPr>
              <a:xfrm>
                <a:off x="1807725" y="2780325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0"/>
                    </a:moveTo>
                    <a:cubicBezTo>
                      <a:pt x="222" y="0"/>
                      <a:pt x="0" y="223"/>
                      <a:pt x="0" y="519"/>
                    </a:cubicBezTo>
                    <a:cubicBezTo>
                      <a:pt x="0" y="790"/>
                      <a:pt x="222" y="1037"/>
                      <a:pt x="518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48" name="Google Shape;2648;p20"/>
              <p:cNvSpPr/>
              <p:nvPr/>
            </p:nvSpPr>
            <p:spPr>
              <a:xfrm>
                <a:off x="1807725" y="2930300"/>
                <a:ext cx="2592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63" extrusionOk="0">
                    <a:moveTo>
                      <a:pt x="518" y="1"/>
                    </a:moveTo>
                    <a:cubicBezTo>
                      <a:pt x="222" y="1"/>
                      <a:pt x="0" y="248"/>
                      <a:pt x="0" y="519"/>
                    </a:cubicBezTo>
                    <a:cubicBezTo>
                      <a:pt x="0" y="816"/>
                      <a:pt x="222" y="1062"/>
                      <a:pt x="518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49" name="Google Shape;2649;p20"/>
              <p:cNvSpPr/>
              <p:nvPr/>
            </p:nvSpPr>
            <p:spPr>
              <a:xfrm>
                <a:off x="1807725" y="3080900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816"/>
                      <a:pt x="222" y="1038"/>
                      <a:pt x="518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50" name="Google Shape;2650;p20"/>
              <p:cNvSpPr/>
              <p:nvPr/>
            </p:nvSpPr>
            <p:spPr>
              <a:xfrm>
                <a:off x="1681800" y="21785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5"/>
                      <a:pt x="247" y="1038"/>
                      <a:pt x="519" y="1038"/>
                    </a:cubicBezTo>
                    <a:cubicBezTo>
                      <a:pt x="815" y="1038"/>
                      <a:pt x="1062" y="815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51" name="Google Shape;2651;p20"/>
              <p:cNvSpPr/>
              <p:nvPr/>
            </p:nvSpPr>
            <p:spPr>
              <a:xfrm>
                <a:off x="1681800" y="23291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791"/>
                      <a:pt x="247" y="1038"/>
                      <a:pt x="519" y="1038"/>
                    </a:cubicBezTo>
                    <a:cubicBezTo>
                      <a:pt x="815" y="1038"/>
                      <a:pt x="1062" y="791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52" name="Google Shape;2652;p20"/>
              <p:cNvSpPr/>
              <p:nvPr/>
            </p:nvSpPr>
            <p:spPr>
              <a:xfrm>
                <a:off x="1681800" y="2479125"/>
                <a:ext cx="265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2" extrusionOk="0">
                    <a:moveTo>
                      <a:pt x="519" y="0"/>
                    </a:moveTo>
                    <a:cubicBezTo>
                      <a:pt x="247" y="0"/>
                      <a:pt x="0" y="247"/>
                      <a:pt x="0" y="519"/>
                    </a:cubicBezTo>
                    <a:cubicBezTo>
                      <a:pt x="0" y="815"/>
                      <a:pt x="247" y="1062"/>
                      <a:pt x="519" y="1062"/>
                    </a:cubicBezTo>
                    <a:cubicBezTo>
                      <a:pt x="815" y="1062"/>
                      <a:pt x="1062" y="815"/>
                      <a:pt x="1062" y="519"/>
                    </a:cubicBezTo>
                    <a:cubicBezTo>
                      <a:pt x="1062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53" name="Google Shape;2653;p20"/>
              <p:cNvSpPr/>
              <p:nvPr/>
            </p:nvSpPr>
            <p:spPr>
              <a:xfrm>
                <a:off x="1681800" y="26297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815"/>
                      <a:pt x="247" y="1037"/>
                      <a:pt x="519" y="1037"/>
                    </a:cubicBezTo>
                    <a:cubicBezTo>
                      <a:pt x="815" y="1037"/>
                      <a:pt x="1062" y="815"/>
                      <a:pt x="1062" y="519"/>
                    </a:cubicBezTo>
                    <a:cubicBezTo>
                      <a:pt x="1062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54" name="Google Shape;2654;p20"/>
              <p:cNvSpPr/>
              <p:nvPr/>
            </p:nvSpPr>
            <p:spPr>
              <a:xfrm>
                <a:off x="1681800" y="27803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790"/>
                      <a:pt x="247" y="1037"/>
                      <a:pt x="519" y="1037"/>
                    </a:cubicBezTo>
                    <a:cubicBezTo>
                      <a:pt x="815" y="1037"/>
                      <a:pt x="1062" y="790"/>
                      <a:pt x="1062" y="519"/>
                    </a:cubicBezTo>
                    <a:cubicBezTo>
                      <a:pt x="1062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55" name="Google Shape;2655;p20"/>
              <p:cNvSpPr/>
              <p:nvPr/>
            </p:nvSpPr>
            <p:spPr>
              <a:xfrm>
                <a:off x="1681800" y="2930300"/>
                <a:ext cx="2657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3" extrusionOk="0">
                    <a:moveTo>
                      <a:pt x="519" y="1"/>
                    </a:moveTo>
                    <a:cubicBezTo>
                      <a:pt x="247" y="1"/>
                      <a:pt x="0" y="248"/>
                      <a:pt x="0" y="519"/>
                    </a:cubicBezTo>
                    <a:cubicBezTo>
                      <a:pt x="0" y="816"/>
                      <a:pt x="247" y="1062"/>
                      <a:pt x="519" y="1062"/>
                    </a:cubicBezTo>
                    <a:cubicBezTo>
                      <a:pt x="815" y="1062"/>
                      <a:pt x="1062" y="816"/>
                      <a:pt x="1062" y="519"/>
                    </a:cubicBezTo>
                    <a:cubicBezTo>
                      <a:pt x="1062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56" name="Google Shape;2656;p20"/>
              <p:cNvSpPr/>
              <p:nvPr/>
            </p:nvSpPr>
            <p:spPr>
              <a:xfrm>
                <a:off x="1681800" y="3080900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6"/>
                      <a:pt x="247" y="1038"/>
                      <a:pt x="519" y="1038"/>
                    </a:cubicBezTo>
                    <a:cubicBezTo>
                      <a:pt x="815" y="1038"/>
                      <a:pt x="1062" y="816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57" name="Google Shape;2657;p20"/>
              <p:cNvSpPr/>
              <p:nvPr/>
            </p:nvSpPr>
            <p:spPr>
              <a:xfrm>
                <a:off x="15565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5"/>
                      <a:pt x="223" y="1038"/>
                      <a:pt x="519" y="1038"/>
                    </a:cubicBezTo>
                    <a:cubicBezTo>
                      <a:pt x="815" y="1038"/>
                      <a:pt x="1038" y="815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58" name="Google Shape;2658;p20"/>
              <p:cNvSpPr/>
              <p:nvPr/>
            </p:nvSpPr>
            <p:spPr>
              <a:xfrm>
                <a:off x="15565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791"/>
                      <a:pt x="223" y="1038"/>
                      <a:pt x="519" y="1038"/>
                    </a:cubicBezTo>
                    <a:cubicBezTo>
                      <a:pt x="815" y="1038"/>
                      <a:pt x="1038" y="791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59" name="Google Shape;2659;p20"/>
              <p:cNvSpPr/>
              <p:nvPr/>
            </p:nvSpPr>
            <p:spPr>
              <a:xfrm>
                <a:off x="15565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1" y="247"/>
                      <a:pt x="1" y="519"/>
                    </a:cubicBezTo>
                    <a:cubicBezTo>
                      <a:pt x="1" y="815"/>
                      <a:pt x="223" y="1062"/>
                      <a:pt x="519" y="1062"/>
                    </a:cubicBezTo>
                    <a:cubicBezTo>
                      <a:pt x="815" y="1062"/>
                      <a:pt x="1038" y="815"/>
                      <a:pt x="1038" y="519"/>
                    </a:cubicBezTo>
                    <a:cubicBezTo>
                      <a:pt x="1038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60" name="Google Shape;2660;p20"/>
              <p:cNvSpPr/>
              <p:nvPr/>
            </p:nvSpPr>
            <p:spPr>
              <a:xfrm>
                <a:off x="15565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815"/>
                      <a:pt x="223" y="1037"/>
                      <a:pt x="519" y="1037"/>
                    </a:cubicBezTo>
                    <a:cubicBezTo>
                      <a:pt x="815" y="1037"/>
                      <a:pt x="1038" y="815"/>
                      <a:pt x="1038" y="519"/>
                    </a:cubicBezTo>
                    <a:cubicBezTo>
                      <a:pt x="1038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61" name="Google Shape;2661;p20"/>
              <p:cNvSpPr/>
              <p:nvPr/>
            </p:nvSpPr>
            <p:spPr>
              <a:xfrm>
                <a:off x="15565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790"/>
                      <a:pt x="223" y="1037"/>
                      <a:pt x="519" y="1037"/>
                    </a:cubicBezTo>
                    <a:cubicBezTo>
                      <a:pt x="815" y="1037"/>
                      <a:pt x="1038" y="790"/>
                      <a:pt x="1038" y="519"/>
                    </a:cubicBezTo>
                    <a:cubicBezTo>
                      <a:pt x="1038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62" name="Google Shape;2662;p20"/>
              <p:cNvSpPr/>
              <p:nvPr/>
            </p:nvSpPr>
            <p:spPr>
              <a:xfrm>
                <a:off x="15565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1" y="248"/>
                      <a:pt x="1" y="519"/>
                    </a:cubicBezTo>
                    <a:cubicBezTo>
                      <a:pt x="1" y="816"/>
                      <a:pt x="223" y="1062"/>
                      <a:pt x="519" y="1062"/>
                    </a:cubicBezTo>
                    <a:cubicBezTo>
                      <a:pt x="815" y="1062"/>
                      <a:pt x="1038" y="816"/>
                      <a:pt x="1038" y="519"/>
                    </a:cubicBezTo>
                    <a:cubicBezTo>
                      <a:pt x="1038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63" name="Google Shape;2663;p20"/>
              <p:cNvSpPr/>
              <p:nvPr/>
            </p:nvSpPr>
            <p:spPr>
              <a:xfrm>
                <a:off x="15565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6"/>
                      <a:pt x="223" y="1038"/>
                      <a:pt x="519" y="1038"/>
                    </a:cubicBezTo>
                    <a:cubicBezTo>
                      <a:pt x="815" y="1038"/>
                      <a:pt x="1038" y="816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64" name="Google Shape;2664;p20"/>
              <p:cNvSpPr/>
              <p:nvPr/>
            </p:nvSpPr>
            <p:spPr>
              <a:xfrm>
                <a:off x="14312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5"/>
                      <a:pt x="223" y="1038"/>
                      <a:pt x="519" y="1038"/>
                    </a:cubicBezTo>
                    <a:cubicBezTo>
                      <a:pt x="791" y="1038"/>
                      <a:pt x="1038" y="815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65" name="Google Shape;2665;p20"/>
              <p:cNvSpPr/>
              <p:nvPr/>
            </p:nvSpPr>
            <p:spPr>
              <a:xfrm>
                <a:off x="14312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791"/>
                      <a:pt x="223" y="1038"/>
                      <a:pt x="519" y="1038"/>
                    </a:cubicBezTo>
                    <a:cubicBezTo>
                      <a:pt x="791" y="1038"/>
                      <a:pt x="1038" y="791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66" name="Google Shape;2666;p20"/>
              <p:cNvSpPr/>
              <p:nvPr/>
            </p:nvSpPr>
            <p:spPr>
              <a:xfrm>
                <a:off x="14312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1" y="247"/>
                      <a:pt x="1" y="519"/>
                    </a:cubicBezTo>
                    <a:cubicBezTo>
                      <a:pt x="1" y="815"/>
                      <a:pt x="223" y="1062"/>
                      <a:pt x="519" y="1062"/>
                    </a:cubicBezTo>
                    <a:cubicBezTo>
                      <a:pt x="791" y="1062"/>
                      <a:pt x="1038" y="815"/>
                      <a:pt x="1038" y="519"/>
                    </a:cubicBezTo>
                    <a:cubicBezTo>
                      <a:pt x="1038" y="247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67" name="Google Shape;2667;p20"/>
              <p:cNvSpPr/>
              <p:nvPr/>
            </p:nvSpPr>
            <p:spPr>
              <a:xfrm>
                <a:off x="14312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815"/>
                      <a:pt x="223" y="1037"/>
                      <a:pt x="519" y="1037"/>
                    </a:cubicBezTo>
                    <a:cubicBezTo>
                      <a:pt x="791" y="1037"/>
                      <a:pt x="1038" y="815"/>
                      <a:pt x="1038" y="519"/>
                    </a:cubicBezTo>
                    <a:cubicBezTo>
                      <a:pt x="1038" y="223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68" name="Google Shape;2668;p20"/>
              <p:cNvSpPr/>
              <p:nvPr/>
            </p:nvSpPr>
            <p:spPr>
              <a:xfrm>
                <a:off x="14312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790"/>
                      <a:pt x="223" y="1037"/>
                      <a:pt x="519" y="1037"/>
                    </a:cubicBezTo>
                    <a:cubicBezTo>
                      <a:pt x="791" y="1037"/>
                      <a:pt x="1038" y="790"/>
                      <a:pt x="1038" y="519"/>
                    </a:cubicBezTo>
                    <a:cubicBezTo>
                      <a:pt x="1038" y="223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69" name="Google Shape;2669;p20"/>
              <p:cNvSpPr/>
              <p:nvPr/>
            </p:nvSpPr>
            <p:spPr>
              <a:xfrm>
                <a:off x="14312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1" y="248"/>
                      <a:pt x="1" y="519"/>
                    </a:cubicBezTo>
                    <a:cubicBezTo>
                      <a:pt x="1" y="816"/>
                      <a:pt x="223" y="1062"/>
                      <a:pt x="519" y="1062"/>
                    </a:cubicBezTo>
                    <a:cubicBezTo>
                      <a:pt x="791" y="1062"/>
                      <a:pt x="1038" y="816"/>
                      <a:pt x="1038" y="519"/>
                    </a:cubicBezTo>
                    <a:cubicBezTo>
                      <a:pt x="1038" y="248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70" name="Google Shape;2670;p20"/>
              <p:cNvSpPr/>
              <p:nvPr/>
            </p:nvSpPr>
            <p:spPr>
              <a:xfrm>
                <a:off x="14312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6"/>
                      <a:pt x="223" y="1038"/>
                      <a:pt x="519" y="1038"/>
                    </a:cubicBezTo>
                    <a:cubicBezTo>
                      <a:pt x="791" y="1038"/>
                      <a:pt x="1038" y="816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71" name="Google Shape;2671;p20"/>
              <p:cNvSpPr/>
              <p:nvPr/>
            </p:nvSpPr>
            <p:spPr>
              <a:xfrm>
                <a:off x="13053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5"/>
                      <a:pt x="247" y="1038"/>
                      <a:pt x="519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72" name="Google Shape;2672;p20"/>
              <p:cNvSpPr/>
              <p:nvPr/>
            </p:nvSpPr>
            <p:spPr>
              <a:xfrm>
                <a:off x="13053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791"/>
                      <a:pt x="247" y="1038"/>
                      <a:pt x="519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73" name="Google Shape;2673;p20"/>
              <p:cNvSpPr/>
              <p:nvPr/>
            </p:nvSpPr>
            <p:spPr>
              <a:xfrm>
                <a:off x="13053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47" y="0"/>
                      <a:pt x="0" y="247"/>
                      <a:pt x="0" y="519"/>
                    </a:cubicBezTo>
                    <a:cubicBezTo>
                      <a:pt x="0" y="815"/>
                      <a:pt x="247" y="1062"/>
                      <a:pt x="519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74" name="Google Shape;2674;p20"/>
              <p:cNvSpPr/>
              <p:nvPr/>
            </p:nvSpPr>
            <p:spPr>
              <a:xfrm>
                <a:off x="13053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815"/>
                      <a:pt x="247" y="1037"/>
                      <a:pt x="519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75" name="Google Shape;2675;p20"/>
              <p:cNvSpPr/>
              <p:nvPr/>
            </p:nvSpPr>
            <p:spPr>
              <a:xfrm>
                <a:off x="13053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790"/>
                      <a:pt x="247" y="1037"/>
                      <a:pt x="519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76" name="Google Shape;2676;p20"/>
              <p:cNvSpPr/>
              <p:nvPr/>
            </p:nvSpPr>
            <p:spPr>
              <a:xfrm>
                <a:off x="13053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47" y="1"/>
                      <a:pt x="0" y="248"/>
                      <a:pt x="0" y="519"/>
                    </a:cubicBezTo>
                    <a:cubicBezTo>
                      <a:pt x="0" y="816"/>
                      <a:pt x="247" y="1062"/>
                      <a:pt x="519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77" name="Google Shape;2677;p20"/>
              <p:cNvSpPr/>
              <p:nvPr/>
            </p:nvSpPr>
            <p:spPr>
              <a:xfrm>
                <a:off x="13053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6"/>
                      <a:pt x="247" y="1038"/>
                      <a:pt x="519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78" name="Google Shape;2678;p20"/>
              <p:cNvSpPr/>
              <p:nvPr/>
            </p:nvSpPr>
            <p:spPr>
              <a:xfrm>
                <a:off x="1180000" y="21785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815"/>
                      <a:pt x="223" y="1038"/>
                      <a:pt x="519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79" name="Google Shape;2679;p20"/>
              <p:cNvSpPr/>
              <p:nvPr/>
            </p:nvSpPr>
            <p:spPr>
              <a:xfrm>
                <a:off x="1180000" y="23291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791"/>
                      <a:pt x="223" y="1038"/>
                      <a:pt x="519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80" name="Google Shape;2680;p20"/>
              <p:cNvSpPr/>
              <p:nvPr/>
            </p:nvSpPr>
            <p:spPr>
              <a:xfrm>
                <a:off x="1180000" y="2479125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0" y="247"/>
                      <a:pt x="0" y="519"/>
                    </a:cubicBezTo>
                    <a:cubicBezTo>
                      <a:pt x="0" y="815"/>
                      <a:pt x="223" y="1062"/>
                      <a:pt x="519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81" name="Google Shape;2681;p20"/>
              <p:cNvSpPr/>
              <p:nvPr/>
            </p:nvSpPr>
            <p:spPr>
              <a:xfrm>
                <a:off x="1180000" y="26297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0" y="223"/>
                      <a:pt x="0" y="519"/>
                    </a:cubicBezTo>
                    <a:cubicBezTo>
                      <a:pt x="0" y="815"/>
                      <a:pt x="223" y="1037"/>
                      <a:pt x="519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82" name="Google Shape;2682;p20"/>
              <p:cNvSpPr/>
              <p:nvPr/>
            </p:nvSpPr>
            <p:spPr>
              <a:xfrm>
                <a:off x="1180000" y="2780325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0" y="223"/>
                      <a:pt x="0" y="519"/>
                    </a:cubicBezTo>
                    <a:cubicBezTo>
                      <a:pt x="0" y="790"/>
                      <a:pt x="223" y="1037"/>
                      <a:pt x="519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83" name="Google Shape;2683;p20"/>
              <p:cNvSpPr/>
              <p:nvPr/>
            </p:nvSpPr>
            <p:spPr>
              <a:xfrm>
                <a:off x="1180000" y="2930300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0" y="248"/>
                      <a:pt x="0" y="519"/>
                    </a:cubicBezTo>
                    <a:cubicBezTo>
                      <a:pt x="0" y="816"/>
                      <a:pt x="223" y="1062"/>
                      <a:pt x="519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84" name="Google Shape;2684;p20"/>
              <p:cNvSpPr/>
              <p:nvPr/>
            </p:nvSpPr>
            <p:spPr>
              <a:xfrm>
                <a:off x="1180000" y="3080900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816"/>
                      <a:pt x="223" y="1038"/>
                      <a:pt x="519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85" name="Google Shape;2685;p20"/>
              <p:cNvSpPr/>
              <p:nvPr/>
            </p:nvSpPr>
            <p:spPr>
              <a:xfrm>
                <a:off x="1054075" y="21785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5"/>
                      <a:pt x="248" y="1038"/>
                      <a:pt x="544" y="1038"/>
                    </a:cubicBezTo>
                    <a:cubicBezTo>
                      <a:pt x="816" y="1038"/>
                      <a:pt x="1062" y="815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86" name="Google Shape;2686;p20"/>
              <p:cNvSpPr/>
              <p:nvPr/>
            </p:nvSpPr>
            <p:spPr>
              <a:xfrm>
                <a:off x="1054075" y="23291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791"/>
                      <a:pt x="248" y="1038"/>
                      <a:pt x="544" y="1038"/>
                    </a:cubicBezTo>
                    <a:cubicBezTo>
                      <a:pt x="816" y="1038"/>
                      <a:pt x="1062" y="791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87" name="Google Shape;2687;p20"/>
              <p:cNvSpPr/>
              <p:nvPr/>
            </p:nvSpPr>
            <p:spPr>
              <a:xfrm>
                <a:off x="1054075" y="2479125"/>
                <a:ext cx="265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2" extrusionOk="0">
                    <a:moveTo>
                      <a:pt x="544" y="0"/>
                    </a:moveTo>
                    <a:cubicBezTo>
                      <a:pt x="248" y="0"/>
                      <a:pt x="1" y="247"/>
                      <a:pt x="1" y="519"/>
                    </a:cubicBezTo>
                    <a:cubicBezTo>
                      <a:pt x="1" y="815"/>
                      <a:pt x="248" y="1062"/>
                      <a:pt x="544" y="1062"/>
                    </a:cubicBezTo>
                    <a:cubicBezTo>
                      <a:pt x="816" y="1062"/>
                      <a:pt x="1062" y="815"/>
                      <a:pt x="1062" y="519"/>
                    </a:cubicBezTo>
                    <a:cubicBezTo>
                      <a:pt x="1062" y="247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88" name="Google Shape;2688;p20"/>
              <p:cNvSpPr/>
              <p:nvPr/>
            </p:nvSpPr>
            <p:spPr>
              <a:xfrm>
                <a:off x="1054075" y="26297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815"/>
                      <a:pt x="248" y="1037"/>
                      <a:pt x="544" y="1037"/>
                    </a:cubicBezTo>
                    <a:cubicBezTo>
                      <a:pt x="816" y="1037"/>
                      <a:pt x="1062" y="815"/>
                      <a:pt x="1062" y="519"/>
                    </a:cubicBezTo>
                    <a:cubicBezTo>
                      <a:pt x="1062" y="223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89" name="Google Shape;2689;p20"/>
              <p:cNvSpPr/>
              <p:nvPr/>
            </p:nvSpPr>
            <p:spPr>
              <a:xfrm>
                <a:off x="1054075" y="2780325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790"/>
                      <a:pt x="248" y="1037"/>
                      <a:pt x="544" y="1037"/>
                    </a:cubicBezTo>
                    <a:cubicBezTo>
                      <a:pt x="816" y="1037"/>
                      <a:pt x="1062" y="790"/>
                      <a:pt x="1062" y="519"/>
                    </a:cubicBezTo>
                    <a:cubicBezTo>
                      <a:pt x="1062" y="223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90" name="Google Shape;2690;p20"/>
              <p:cNvSpPr/>
              <p:nvPr/>
            </p:nvSpPr>
            <p:spPr>
              <a:xfrm>
                <a:off x="1054075" y="2930300"/>
                <a:ext cx="2657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3" extrusionOk="0">
                    <a:moveTo>
                      <a:pt x="544" y="1"/>
                    </a:moveTo>
                    <a:cubicBezTo>
                      <a:pt x="248" y="1"/>
                      <a:pt x="1" y="248"/>
                      <a:pt x="1" y="519"/>
                    </a:cubicBezTo>
                    <a:cubicBezTo>
                      <a:pt x="1" y="816"/>
                      <a:pt x="248" y="1062"/>
                      <a:pt x="544" y="1062"/>
                    </a:cubicBezTo>
                    <a:cubicBezTo>
                      <a:pt x="816" y="1062"/>
                      <a:pt x="1062" y="816"/>
                      <a:pt x="1062" y="519"/>
                    </a:cubicBezTo>
                    <a:cubicBezTo>
                      <a:pt x="1062" y="248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91" name="Google Shape;2691;p20"/>
              <p:cNvSpPr/>
              <p:nvPr/>
            </p:nvSpPr>
            <p:spPr>
              <a:xfrm>
                <a:off x="1054075" y="3080900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6"/>
                      <a:pt x="248" y="1038"/>
                      <a:pt x="544" y="1038"/>
                    </a:cubicBezTo>
                    <a:cubicBezTo>
                      <a:pt x="816" y="1038"/>
                      <a:pt x="1062" y="816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6">
    <p:spTree>
      <p:nvGrpSpPr>
        <p:cNvPr id="1" name="Shape 2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" name="Google Shape;2693;p21"/>
          <p:cNvSpPr txBox="1">
            <a:spLocks noGrp="1"/>
          </p:cNvSpPr>
          <p:nvPr>
            <p:ph type="body" idx="1"/>
          </p:nvPr>
        </p:nvSpPr>
        <p:spPr>
          <a:xfrm>
            <a:off x="713100" y="1239750"/>
            <a:ext cx="7717800" cy="12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94" name="Google Shape;2694;p21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695" name="Google Shape;2695;p21"/>
          <p:cNvGrpSpPr/>
          <p:nvPr/>
        </p:nvGrpSpPr>
        <p:grpSpPr>
          <a:xfrm>
            <a:off x="7607679" y="-77893"/>
            <a:ext cx="1646456" cy="1010476"/>
            <a:chOff x="7607679" y="-77893"/>
            <a:chExt cx="1646456" cy="1010476"/>
          </a:xfrm>
        </p:grpSpPr>
        <p:grpSp>
          <p:nvGrpSpPr>
            <p:cNvPr id="2696" name="Google Shape;2696;p21"/>
            <p:cNvGrpSpPr/>
            <p:nvPr/>
          </p:nvGrpSpPr>
          <p:grpSpPr>
            <a:xfrm>
              <a:off x="7607679" y="-77893"/>
              <a:ext cx="1646456" cy="754740"/>
              <a:chOff x="5071203" y="4398918"/>
              <a:chExt cx="1646456" cy="754740"/>
            </a:xfrm>
          </p:grpSpPr>
          <p:sp>
            <p:nvSpPr>
              <p:cNvPr id="2697" name="Google Shape;2697;p21"/>
              <p:cNvSpPr/>
              <p:nvPr/>
            </p:nvSpPr>
            <p:spPr>
              <a:xfrm>
                <a:off x="5071203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62" y="2148"/>
                    </a:cubicBezTo>
                    <a:cubicBezTo>
                      <a:pt x="1655" y="2148"/>
                      <a:pt x="2149" y="1679"/>
                      <a:pt x="2149" y="1087"/>
                    </a:cubicBezTo>
                    <a:cubicBezTo>
                      <a:pt x="2149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98" name="Google Shape;2698;p21"/>
              <p:cNvSpPr/>
              <p:nvPr/>
            </p:nvSpPr>
            <p:spPr>
              <a:xfrm>
                <a:off x="518670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94"/>
                      <a:pt x="1" y="1087"/>
                    </a:cubicBezTo>
                    <a:cubicBezTo>
                      <a:pt x="1" y="1679"/>
                      <a:pt x="495" y="2148"/>
                      <a:pt x="1087" y="2148"/>
                    </a:cubicBezTo>
                    <a:cubicBezTo>
                      <a:pt x="1680" y="2148"/>
                      <a:pt x="2149" y="1679"/>
                      <a:pt x="2149" y="1087"/>
                    </a:cubicBezTo>
                    <a:cubicBezTo>
                      <a:pt x="2149" y="494"/>
                      <a:pt x="1680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99" name="Google Shape;2699;p21"/>
              <p:cNvSpPr/>
              <p:nvPr/>
            </p:nvSpPr>
            <p:spPr>
              <a:xfrm>
                <a:off x="5302521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87" y="2148"/>
                    </a:cubicBezTo>
                    <a:cubicBezTo>
                      <a:pt x="1679" y="2148"/>
                      <a:pt x="2149" y="1679"/>
                      <a:pt x="2149" y="1087"/>
                    </a:cubicBezTo>
                    <a:cubicBezTo>
                      <a:pt x="2149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00" name="Google Shape;2700;p21"/>
              <p:cNvSpPr/>
              <p:nvPr/>
            </p:nvSpPr>
            <p:spPr>
              <a:xfrm>
                <a:off x="5418334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679"/>
                      <a:pt x="470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01" name="Google Shape;2701;p21"/>
              <p:cNvSpPr/>
              <p:nvPr/>
            </p:nvSpPr>
            <p:spPr>
              <a:xfrm>
                <a:off x="5534146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02" name="Google Shape;2702;p21"/>
              <p:cNvSpPr/>
              <p:nvPr/>
            </p:nvSpPr>
            <p:spPr>
              <a:xfrm>
                <a:off x="5649652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94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03" name="Google Shape;2703;p21"/>
              <p:cNvSpPr/>
              <p:nvPr/>
            </p:nvSpPr>
            <p:spPr>
              <a:xfrm>
                <a:off x="5765465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679"/>
                      <a:pt x="470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04" name="Google Shape;2704;p21"/>
              <p:cNvSpPr/>
              <p:nvPr/>
            </p:nvSpPr>
            <p:spPr>
              <a:xfrm>
                <a:off x="5071203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8"/>
                      <a:pt x="1062" y="2148"/>
                    </a:cubicBezTo>
                    <a:cubicBezTo>
                      <a:pt x="1655" y="2148"/>
                      <a:pt x="2149" y="1655"/>
                      <a:pt x="2149" y="1062"/>
                    </a:cubicBezTo>
                    <a:cubicBezTo>
                      <a:pt x="2149" y="470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05" name="Google Shape;2705;p21"/>
              <p:cNvSpPr/>
              <p:nvPr/>
            </p:nvSpPr>
            <p:spPr>
              <a:xfrm>
                <a:off x="5302521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94" y="2148"/>
                      <a:pt x="1087" y="2148"/>
                    </a:cubicBezTo>
                    <a:cubicBezTo>
                      <a:pt x="1679" y="2148"/>
                      <a:pt x="2149" y="1655"/>
                      <a:pt x="2149" y="1062"/>
                    </a:cubicBezTo>
                    <a:cubicBezTo>
                      <a:pt x="2149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06" name="Google Shape;2706;p21"/>
              <p:cNvSpPr/>
              <p:nvPr/>
            </p:nvSpPr>
            <p:spPr>
              <a:xfrm>
                <a:off x="5534146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55" y="2148"/>
                      <a:pt x="2148" y="1655"/>
                      <a:pt x="2148" y="1062"/>
                    </a:cubicBezTo>
                    <a:cubicBezTo>
                      <a:pt x="2148" y="470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07" name="Google Shape;2707;p21"/>
              <p:cNvSpPr/>
              <p:nvPr/>
            </p:nvSpPr>
            <p:spPr>
              <a:xfrm>
                <a:off x="5765465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70"/>
                      <a:pt x="0" y="1062"/>
                    </a:cubicBezTo>
                    <a:cubicBezTo>
                      <a:pt x="0" y="1655"/>
                      <a:pt x="470" y="2148"/>
                      <a:pt x="1087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08" name="Google Shape;2708;p21"/>
              <p:cNvSpPr/>
              <p:nvPr/>
            </p:nvSpPr>
            <p:spPr>
              <a:xfrm>
                <a:off x="5071203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70" y="2148"/>
                      <a:pt x="1062" y="2148"/>
                    </a:cubicBezTo>
                    <a:cubicBezTo>
                      <a:pt x="1655" y="2148"/>
                      <a:pt x="2149" y="1654"/>
                      <a:pt x="2149" y="1062"/>
                    </a:cubicBezTo>
                    <a:cubicBezTo>
                      <a:pt x="2149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09" name="Google Shape;2709;p21"/>
              <p:cNvSpPr/>
              <p:nvPr/>
            </p:nvSpPr>
            <p:spPr>
              <a:xfrm>
                <a:off x="518670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69"/>
                      <a:pt x="1" y="1062"/>
                    </a:cubicBezTo>
                    <a:cubicBezTo>
                      <a:pt x="1" y="1654"/>
                      <a:pt x="495" y="2148"/>
                      <a:pt x="1087" y="2148"/>
                    </a:cubicBezTo>
                    <a:cubicBezTo>
                      <a:pt x="1680" y="2148"/>
                      <a:pt x="2149" y="1654"/>
                      <a:pt x="2149" y="1062"/>
                    </a:cubicBezTo>
                    <a:cubicBezTo>
                      <a:pt x="2149" y="469"/>
                      <a:pt x="1680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10" name="Google Shape;2710;p21"/>
              <p:cNvSpPr/>
              <p:nvPr/>
            </p:nvSpPr>
            <p:spPr>
              <a:xfrm>
                <a:off x="5302521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94" y="2148"/>
                      <a:pt x="1087" y="2148"/>
                    </a:cubicBezTo>
                    <a:cubicBezTo>
                      <a:pt x="1679" y="2148"/>
                      <a:pt x="2149" y="1654"/>
                      <a:pt x="2149" y="1062"/>
                    </a:cubicBezTo>
                    <a:cubicBezTo>
                      <a:pt x="2149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11" name="Google Shape;2711;p21"/>
              <p:cNvSpPr/>
              <p:nvPr/>
            </p:nvSpPr>
            <p:spPr>
              <a:xfrm>
                <a:off x="5418334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69"/>
                      <a:pt x="0" y="1062"/>
                    </a:cubicBezTo>
                    <a:cubicBezTo>
                      <a:pt x="0" y="1654"/>
                      <a:pt x="470" y="2148"/>
                      <a:pt x="1062" y="2148"/>
                    </a:cubicBezTo>
                    <a:cubicBezTo>
                      <a:pt x="1655" y="2148"/>
                      <a:pt x="2148" y="1654"/>
                      <a:pt x="2148" y="1062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12" name="Google Shape;2712;p21"/>
              <p:cNvSpPr/>
              <p:nvPr/>
            </p:nvSpPr>
            <p:spPr>
              <a:xfrm>
                <a:off x="5534146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5" y="2148"/>
                      <a:pt x="2148" y="1654"/>
                      <a:pt x="2148" y="1062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13" name="Google Shape;2713;p21"/>
              <p:cNvSpPr/>
              <p:nvPr/>
            </p:nvSpPr>
            <p:spPr>
              <a:xfrm>
                <a:off x="5649652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69"/>
                      <a:pt x="1" y="1062"/>
                    </a:cubicBezTo>
                    <a:cubicBezTo>
                      <a:pt x="1" y="1654"/>
                      <a:pt x="494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14" name="Google Shape;2714;p21"/>
              <p:cNvSpPr/>
              <p:nvPr/>
            </p:nvSpPr>
            <p:spPr>
              <a:xfrm>
                <a:off x="5765465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69"/>
                      <a:pt x="0" y="1062"/>
                    </a:cubicBezTo>
                    <a:cubicBezTo>
                      <a:pt x="0" y="1654"/>
                      <a:pt x="470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15" name="Google Shape;2715;p21"/>
              <p:cNvSpPr/>
              <p:nvPr/>
            </p:nvSpPr>
            <p:spPr>
              <a:xfrm>
                <a:off x="5071203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62" y="2149"/>
                    </a:cubicBezTo>
                    <a:cubicBezTo>
                      <a:pt x="1655" y="2149"/>
                      <a:pt x="2149" y="1655"/>
                      <a:pt x="2149" y="1062"/>
                    </a:cubicBezTo>
                    <a:cubicBezTo>
                      <a:pt x="2149" y="470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16" name="Google Shape;2716;p21"/>
              <p:cNvSpPr/>
              <p:nvPr/>
            </p:nvSpPr>
            <p:spPr>
              <a:xfrm>
                <a:off x="5302521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87" y="2149"/>
                    </a:cubicBezTo>
                    <a:cubicBezTo>
                      <a:pt x="1679" y="2149"/>
                      <a:pt x="2149" y="1655"/>
                      <a:pt x="2149" y="1062"/>
                    </a:cubicBezTo>
                    <a:cubicBezTo>
                      <a:pt x="2149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17" name="Google Shape;2717;p21"/>
              <p:cNvSpPr/>
              <p:nvPr/>
            </p:nvSpPr>
            <p:spPr>
              <a:xfrm>
                <a:off x="5534146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55" y="2149"/>
                      <a:pt x="2148" y="1655"/>
                      <a:pt x="2148" y="1062"/>
                    </a:cubicBezTo>
                    <a:cubicBezTo>
                      <a:pt x="2148" y="470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18" name="Google Shape;2718;p21"/>
              <p:cNvSpPr/>
              <p:nvPr/>
            </p:nvSpPr>
            <p:spPr>
              <a:xfrm>
                <a:off x="5765465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70"/>
                      <a:pt x="0" y="1062"/>
                    </a:cubicBezTo>
                    <a:cubicBezTo>
                      <a:pt x="0" y="1655"/>
                      <a:pt x="470" y="2149"/>
                      <a:pt x="1087" y="2149"/>
                    </a:cubicBezTo>
                    <a:cubicBezTo>
                      <a:pt x="1679" y="2149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19" name="Google Shape;2719;p21"/>
              <p:cNvSpPr/>
              <p:nvPr/>
            </p:nvSpPr>
            <p:spPr>
              <a:xfrm>
                <a:off x="5071203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70" y="2148"/>
                      <a:pt x="1062" y="2148"/>
                    </a:cubicBezTo>
                    <a:cubicBezTo>
                      <a:pt x="1655" y="2148"/>
                      <a:pt x="2149" y="1679"/>
                      <a:pt x="2149" y="1087"/>
                    </a:cubicBezTo>
                    <a:cubicBezTo>
                      <a:pt x="2149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20" name="Google Shape;2720;p21"/>
              <p:cNvSpPr/>
              <p:nvPr/>
            </p:nvSpPr>
            <p:spPr>
              <a:xfrm>
                <a:off x="518670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69"/>
                      <a:pt x="1" y="1087"/>
                    </a:cubicBezTo>
                    <a:cubicBezTo>
                      <a:pt x="1" y="1679"/>
                      <a:pt x="495" y="2148"/>
                      <a:pt x="1087" y="2148"/>
                    </a:cubicBezTo>
                    <a:cubicBezTo>
                      <a:pt x="1680" y="2148"/>
                      <a:pt x="2149" y="1679"/>
                      <a:pt x="2149" y="1087"/>
                    </a:cubicBezTo>
                    <a:cubicBezTo>
                      <a:pt x="2149" y="469"/>
                      <a:pt x="1680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21" name="Google Shape;2721;p21"/>
              <p:cNvSpPr/>
              <p:nvPr/>
            </p:nvSpPr>
            <p:spPr>
              <a:xfrm>
                <a:off x="5302521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9" y="1679"/>
                      <a:pt x="2149" y="1087"/>
                    </a:cubicBezTo>
                    <a:cubicBezTo>
                      <a:pt x="2149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22" name="Google Shape;2722;p21"/>
              <p:cNvSpPr/>
              <p:nvPr/>
            </p:nvSpPr>
            <p:spPr>
              <a:xfrm>
                <a:off x="5418334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69"/>
                      <a:pt x="0" y="1087"/>
                    </a:cubicBezTo>
                    <a:cubicBezTo>
                      <a:pt x="0" y="1679"/>
                      <a:pt x="470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23" name="Google Shape;2723;p21"/>
              <p:cNvSpPr/>
              <p:nvPr/>
            </p:nvSpPr>
            <p:spPr>
              <a:xfrm>
                <a:off x="5534146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24" name="Google Shape;2724;p21"/>
              <p:cNvSpPr/>
              <p:nvPr/>
            </p:nvSpPr>
            <p:spPr>
              <a:xfrm>
                <a:off x="5649652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69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25" name="Google Shape;2725;p21"/>
              <p:cNvSpPr/>
              <p:nvPr/>
            </p:nvSpPr>
            <p:spPr>
              <a:xfrm>
                <a:off x="5765465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69"/>
                      <a:pt x="0" y="1087"/>
                    </a:cubicBezTo>
                    <a:cubicBezTo>
                      <a:pt x="0" y="1679"/>
                      <a:pt x="470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26" name="Google Shape;2726;p21"/>
              <p:cNvSpPr/>
              <p:nvPr/>
            </p:nvSpPr>
            <p:spPr>
              <a:xfrm>
                <a:off x="5071203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70" y="2149"/>
                      <a:pt x="1062" y="2149"/>
                    </a:cubicBezTo>
                    <a:cubicBezTo>
                      <a:pt x="1655" y="2149"/>
                      <a:pt x="2149" y="1680"/>
                      <a:pt x="2149" y="1087"/>
                    </a:cubicBezTo>
                    <a:cubicBezTo>
                      <a:pt x="2149" y="495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27" name="Google Shape;2727;p21"/>
              <p:cNvSpPr/>
              <p:nvPr/>
            </p:nvSpPr>
            <p:spPr>
              <a:xfrm>
                <a:off x="5302521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94" y="2149"/>
                      <a:pt x="1087" y="2149"/>
                    </a:cubicBezTo>
                    <a:cubicBezTo>
                      <a:pt x="1679" y="2149"/>
                      <a:pt x="2149" y="1680"/>
                      <a:pt x="2149" y="1087"/>
                    </a:cubicBezTo>
                    <a:cubicBezTo>
                      <a:pt x="2149" y="495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28" name="Google Shape;2728;p21"/>
              <p:cNvSpPr/>
              <p:nvPr/>
            </p:nvSpPr>
            <p:spPr>
              <a:xfrm>
                <a:off x="5534146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55" y="2149"/>
                      <a:pt x="2148" y="1680"/>
                      <a:pt x="2148" y="1087"/>
                    </a:cubicBezTo>
                    <a:cubicBezTo>
                      <a:pt x="2148" y="495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29" name="Google Shape;2729;p21"/>
              <p:cNvSpPr/>
              <p:nvPr/>
            </p:nvSpPr>
            <p:spPr>
              <a:xfrm>
                <a:off x="5765465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95"/>
                      <a:pt x="0" y="1087"/>
                    </a:cubicBezTo>
                    <a:cubicBezTo>
                      <a:pt x="0" y="1680"/>
                      <a:pt x="470" y="2149"/>
                      <a:pt x="1087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30" name="Google Shape;2730;p21"/>
              <p:cNvSpPr/>
              <p:nvPr/>
            </p:nvSpPr>
            <p:spPr>
              <a:xfrm>
                <a:off x="5071203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62" y="2346"/>
                    </a:cubicBezTo>
                    <a:cubicBezTo>
                      <a:pt x="1655" y="2346"/>
                      <a:pt x="2149" y="1852"/>
                      <a:pt x="2149" y="1259"/>
                    </a:cubicBezTo>
                    <a:cubicBezTo>
                      <a:pt x="2149" y="1235"/>
                      <a:pt x="2124" y="1210"/>
                      <a:pt x="2124" y="1161"/>
                    </a:cubicBezTo>
                    <a:cubicBezTo>
                      <a:pt x="2124" y="1136"/>
                      <a:pt x="2149" y="1111"/>
                      <a:pt x="2149" y="1087"/>
                    </a:cubicBezTo>
                    <a:cubicBezTo>
                      <a:pt x="2149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31" name="Google Shape;2731;p21"/>
              <p:cNvSpPr/>
              <p:nvPr/>
            </p:nvSpPr>
            <p:spPr>
              <a:xfrm>
                <a:off x="518670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5" y="0"/>
                      <a:pt x="1" y="494"/>
                      <a:pt x="1" y="1087"/>
                    </a:cubicBezTo>
                    <a:cubicBezTo>
                      <a:pt x="1" y="1111"/>
                      <a:pt x="25" y="1136"/>
                      <a:pt x="25" y="1161"/>
                    </a:cubicBezTo>
                    <a:cubicBezTo>
                      <a:pt x="25" y="1210"/>
                      <a:pt x="1" y="1235"/>
                      <a:pt x="1" y="1259"/>
                    </a:cubicBezTo>
                    <a:cubicBezTo>
                      <a:pt x="1" y="1852"/>
                      <a:pt x="495" y="2346"/>
                      <a:pt x="1087" y="2346"/>
                    </a:cubicBezTo>
                    <a:cubicBezTo>
                      <a:pt x="1680" y="2346"/>
                      <a:pt x="2149" y="1852"/>
                      <a:pt x="2149" y="1259"/>
                    </a:cubicBezTo>
                    <a:cubicBezTo>
                      <a:pt x="2149" y="1235"/>
                      <a:pt x="2149" y="1210"/>
                      <a:pt x="2149" y="1161"/>
                    </a:cubicBezTo>
                    <a:cubicBezTo>
                      <a:pt x="2149" y="1136"/>
                      <a:pt x="2149" y="1111"/>
                      <a:pt x="2149" y="1087"/>
                    </a:cubicBezTo>
                    <a:cubicBezTo>
                      <a:pt x="2149" y="494"/>
                      <a:pt x="1680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32" name="Google Shape;2732;p21"/>
              <p:cNvSpPr/>
              <p:nvPr/>
            </p:nvSpPr>
            <p:spPr>
              <a:xfrm>
                <a:off x="5302521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87" y="2346"/>
                    </a:cubicBezTo>
                    <a:cubicBezTo>
                      <a:pt x="1679" y="2346"/>
                      <a:pt x="2149" y="1852"/>
                      <a:pt x="2149" y="1259"/>
                    </a:cubicBezTo>
                    <a:cubicBezTo>
                      <a:pt x="2149" y="1235"/>
                      <a:pt x="2149" y="1210"/>
                      <a:pt x="2149" y="1161"/>
                    </a:cubicBezTo>
                    <a:cubicBezTo>
                      <a:pt x="2149" y="1136"/>
                      <a:pt x="2149" y="1111"/>
                      <a:pt x="2149" y="1087"/>
                    </a:cubicBezTo>
                    <a:cubicBezTo>
                      <a:pt x="2149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33" name="Google Shape;2733;p21"/>
              <p:cNvSpPr/>
              <p:nvPr/>
            </p:nvSpPr>
            <p:spPr>
              <a:xfrm>
                <a:off x="5418334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70" y="2346"/>
                      <a:pt x="1062" y="2346"/>
                    </a:cubicBezTo>
                    <a:cubicBezTo>
                      <a:pt x="1655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34" name="Google Shape;2734;p21"/>
              <p:cNvSpPr/>
              <p:nvPr/>
            </p:nvSpPr>
            <p:spPr>
              <a:xfrm>
                <a:off x="5534146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5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35" name="Google Shape;2735;p21"/>
              <p:cNvSpPr/>
              <p:nvPr/>
            </p:nvSpPr>
            <p:spPr>
              <a:xfrm>
                <a:off x="5649652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4" y="0"/>
                      <a:pt x="1" y="494"/>
                      <a:pt x="1" y="1087"/>
                    </a:cubicBezTo>
                    <a:cubicBezTo>
                      <a:pt x="1" y="1111"/>
                      <a:pt x="25" y="1136"/>
                      <a:pt x="25" y="1161"/>
                    </a:cubicBezTo>
                    <a:cubicBezTo>
                      <a:pt x="25" y="1210"/>
                      <a:pt x="1" y="1235"/>
                      <a:pt x="1" y="1259"/>
                    </a:cubicBezTo>
                    <a:cubicBezTo>
                      <a:pt x="1" y="1852"/>
                      <a:pt x="494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36" name="Google Shape;2736;p21"/>
              <p:cNvSpPr/>
              <p:nvPr/>
            </p:nvSpPr>
            <p:spPr>
              <a:xfrm>
                <a:off x="5765465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70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37" name="Google Shape;2737;p21"/>
              <p:cNvSpPr/>
              <p:nvPr/>
            </p:nvSpPr>
            <p:spPr>
              <a:xfrm>
                <a:off x="6691351" y="5124926"/>
                <a:ext cx="26308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38" name="Google Shape;2738;p21"/>
              <p:cNvSpPr/>
              <p:nvPr/>
            </p:nvSpPr>
            <p:spPr>
              <a:xfrm>
                <a:off x="657553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6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111"/>
                      <a:pt x="25" y="1136"/>
                      <a:pt x="25" y="1161"/>
                    </a:cubicBezTo>
                    <a:cubicBezTo>
                      <a:pt x="25" y="1210"/>
                      <a:pt x="0" y="1235"/>
                      <a:pt x="0" y="1259"/>
                    </a:cubicBezTo>
                    <a:cubicBezTo>
                      <a:pt x="0" y="1852"/>
                      <a:pt x="494" y="2346"/>
                      <a:pt x="1086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6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39" name="Google Shape;2739;p21"/>
              <p:cNvSpPr/>
              <p:nvPr/>
            </p:nvSpPr>
            <p:spPr>
              <a:xfrm>
                <a:off x="6460020" y="5124926"/>
                <a:ext cx="26026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346" extrusionOk="0">
                    <a:moveTo>
                      <a:pt x="1063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63" y="2346"/>
                    </a:cubicBezTo>
                    <a:cubicBezTo>
                      <a:pt x="1655" y="2346"/>
                      <a:pt x="2124" y="1852"/>
                      <a:pt x="2124" y="1259"/>
                    </a:cubicBezTo>
                    <a:cubicBezTo>
                      <a:pt x="2124" y="1235"/>
                      <a:pt x="2124" y="1210"/>
                      <a:pt x="2124" y="1161"/>
                    </a:cubicBezTo>
                    <a:cubicBezTo>
                      <a:pt x="2124" y="1136"/>
                      <a:pt x="2124" y="1111"/>
                      <a:pt x="2124" y="1087"/>
                    </a:cubicBezTo>
                    <a:cubicBezTo>
                      <a:pt x="2124" y="494"/>
                      <a:pt x="1655" y="0"/>
                      <a:pt x="1063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40" name="Google Shape;2740;p21"/>
              <p:cNvSpPr/>
              <p:nvPr/>
            </p:nvSpPr>
            <p:spPr>
              <a:xfrm>
                <a:off x="6344220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48" y="1852"/>
                      <a:pt x="2148" y="1259"/>
                    </a:cubicBezTo>
                    <a:cubicBezTo>
                      <a:pt x="2148" y="1235"/>
                      <a:pt x="2123" y="1210"/>
                      <a:pt x="2123" y="1161"/>
                    </a:cubicBezTo>
                    <a:cubicBezTo>
                      <a:pt x="2123" y="1136"/>
                      <a:pt x="2148" y="1111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41" name="Google Shape;2741;p21"/>
              <p:cNvSpPr/>
              <p:nvPr/>
            </p:nvSpPr>
            <p:spPr>
              <a:xfrm>
                <a:off x="6228408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42" name="Google Shape;2742;p21"/>
              <p:cNvSpPr/>
              <p:nvPr/>
            </p:nvSpPr>
            <p:spPr>
              <a:xfrm>
                <a:off x="6112595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111"/>
                      <a:pt x="25" y="1136"/>
                      <a:pt x="25" y="1161"/>
                    </a:cubicBezTo>
                    <a:cubicBezTo>
                      <a:pt x="25" y="1210"/>
                      <a:pt x="0" y="1235"/>
                      <a:pt x="0" y="1259"/>
                    </a:cubicBezTo>
                    <a:cubicBezTo>
                      <a:pt x="0" y="1852"/>
                      <a:pt x="494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43" name="Google Shape;2743;p21"/>
              <p:cNvSpPr/>
              <p:nvPr/>
            </p:nvSpPr>
            <p:spPr>
              <a:xfrm>
                <a:off x="599708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23" y="1852"/>
                      <a:pt x="2123" y="1259"/>
                    </a:cubicBezTo>
                    <a:cubicBezTo>
                      <a:pt x="2123" y="1235"/>
                      <a:pt x="2123" y="1210"/>
                      <a:pt x="2123" y="1161"/>
                    </a:cubicBezTo>
                    <a:cubicBezTo>
                      <a:pt x="2123" y="1136"/>
                      <a:pt x="2123" y="1111"/>
                      <a:pt x="2123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44" name="Google Shape;2744;p21"/>
              <p:cNvSpPr/>
              <p:nvPr/>
            </p:nvSpPr>
            <p:spPr>
              <a:xfrm>
                <a:off x="5881277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45" name="Google Shape;2745;p21"/>
              <p:cNvSpPr/>
              <p:nvPr/>
            </p:nvSpPr>
            <p:spPr>
              <a:xfrm>
                <a:off x="6691351" y="50039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46" name="Google Shape;2746;p21"/>
              <p:cNvSpPr/>
              <p:nvPr/>
            </p:nvSpPr>
            <p:spPr>
              <a:xfrm>
                <a:off x="6460020" y="50039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70" y="2149"/>
                      <a:pt x="1063" y="2149"/>
                    </a:cubicBezTo>
                    <a:cubicBezTo>
                      <a:pt x="1655" y="2149"/>
                      <a:pt x="2124" y="1680"/>
                      <a:pt x="2124" y="1087"/>
                    </a:cubicBezTo>
                    <a:cubicBezTo>
                      <a:pt x="2124" y="495"/>
                      <a:pt x="1655" y="1"/>
                      <a:pt x="1063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47" name="Google Shape;2747;p21"/>
              <p:cNvSpPr/>
              <p:nvPr/>
            </p:nvSpPr>
            <p:spPr>
              <a:xfrm>
                <a:off x="6228408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87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48" name="Google Shape;2748;p21"/>
              <p:cNvSpPr/>
              <p:nvPr/>
            </p:nvSpPr>
            <p:spPr>
              <a:xfrm>
                <a:off x="5997089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54" y="2149"/>
                      <a:pt x="2148" y="1680"/>
                      <a:pt x="2148" y="1087"/>
                    </a:cubicBezTo>
                    <a:cubicBezTo>
                      <a:pt x="2148" y="495"/>
                      <a:pt x="1654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49" name="Google Shape;2749;p21"/>
              <p:cNvSpPr/>
              <p:nvPr/>
            </p:nvSpPr>
            <p:spPr>
              <a:xfrm>
                <a:off x="6691351" y="4883025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50" name="Google Shape;2750;p21"/>
              <p:cNvSpPr/>
              <p:nvPr/>
            </p:nvSpPr>
            <p:spPr>
              <a:xfrm>
                <a:off x="657553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69"/>
                      <a:pt x="0" y="1087"/>
                    </a:cubicBezTo>
                    <a:cubicBezTo>
                      <a:pt x="0" y="1679"/>
                      <a:pt x="494" y="2148"/>
                      <a:pt x="1086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6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51" name="Google Shape;2751;p21"/>
              <p:cNvSpPr/>
              <p:nvPr/>
            </p:nvSpPr>
            <p:spPr>
              <a:xfrm>
                <a:off x="6460020" y="4883025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70" y="2148"/>
                      <a:pt x="1063" y="2148"/>
                    </a:cubicBezTo>
                    <a:cubicBezTo>
                      <a:pt x="1655" y="2148"/>
                      <a:pt x="2124" y="1679"/>
                      <a:pt x="2124" y="1087"/>
                    </a:cubicBezTo>
                    <a:cubicBezTo>
                      <a:pt x="2124" y="469"/>
                      <a:pt x="1655" y="0"/>
                      <a:pt x="1063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52" name="Google Shape;2752;p21"/>
              <p:cNvSpPr/>
              <p:nvPr/>
            </p:nvSpPr>
            <p:spPr>
              <a:xfrm>
                <a:off x="6344220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53" name="Google Shape;2753;p21"/>
              <p:cNvSpPr/>
              <p:nvPr/>
            </p:nvSpPr>
            <p:spPr>
              <a:xfrm>
                <a:off x="6228408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54" name="Google Shape;2754;p21"/>
              <p:cNvSpPr/>
              <p:nvPr/>
            </p:nvSpPr>
            <p:spPr>
              <a:xfrm>
                <a:off x="6112595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69"/>
                      <a:pt x="0" y="1087"/>
                    </a:cubicBezTo>
                    <a:cubicBezTo>
                      <a:pt x="0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55" name="Google Shape;2755;p21"/>
              <p:cNvSpPr/>
              <p:nvPr/>
            </p:nvSpPr>
            <p:spPr>
              <a:xfrm>
                <a:off x="599708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23" y="1679"/>
                      <a:pt x="2123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56" name="Google Shape;2756;p21"/>
              <p:cNvSpPr/>
              <p:nvPr/>
            </p:nvSpPr>
            <p:spPr>
              <a:xfrm>
                <a:off x="5881277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57" name="Google Shape;2757;p21"/>
              <p:cNvSpPr/>
              <p:nvPr/>
            </p:nvSpPr>
            <p:spPr>
              <a:xfrm>
                <a:off x="6691351" y="47620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79" y="2149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58" name="Google Shape;2758;p21"/>
              <p:cNvSpPr/>
              <p:nvPr/>
            </p:nvSpPr>
            <p:spPr>
              <a:xfrm>
                <a:off x="6460020" y="47620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63" y="2149"/>
                    </a:cubicBezTo>
                    <a:cubicBezTo>
                      <a:pt x="1655" y="2149"/>
                      <a:pt x="2124" y="1655"/>
                      <a:pt x="2124" y="1062"/>
                    </a:cubicBezTo>
                    <a:cubicBezTo>
                      <a:pt x="2124" y="470"/>
                      <a:pt x="1655" y="1"/>
                      <a:pt x="1063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59" name="Google Shape;2759;p21"/>
              <p:cNvSpPr/>
              <p:nvPr/>
            </p:nvSpPr>
            <p:spPr>
              <a:xfrm>
                <a:off x="6227195" y="4762143"/>
                <a:ext cx="28733" cy="26173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137" extrusionOk="0">
                    <a:moveTo>
                      <a:pt x="1173" y="1"/>
                    </a:moveTo>
                    <a:cubicBezTo>
                      <a:pt x="902" y="1"/>
                      <a:pt x="630" y="106"/>
                      <a:pt x="420" y="316"/>
                    </a:cubicBezTo>
                    <a:cubicBezTo>
                      <a:pt x="0" y="735"/>
                      <a:pt x="0" y="1402"/>
                      <a:pt x="420" y="1822"/>
                    </a:cubicBezTo>
                    <a:cubicBezTo>
                      <a:pt x="630" y="2031"/>
                      <a:pt x="902" y="2136"/>
                      <a:pt x="1173" y="2136"/>
                    </a:cubicBezTo>
                    <a:cubicBezTo>
                      <a:pt x="1445" y="2136"/>
                      <a:pt x="1716" y="2031"/>
                      <a:pt x="1926" y="1822"/>
                    </a:cubicBezTo>
                    <a:cubicBezTo>
                      <a:pt x="2346" y="1402"/>
                      <a:pt x="2346" y="735"/>
                      <a:pt x="1926" y="316"/>
                    </a:cubicBezTo>
                    <a:cubicBezTo>
                      <a:pt x="1716" y="106"/>
                      <a:pt x="1445" y="1"/>
                      <a:pt x="1173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60" name="Google Shape;2760;p21"/>
              <p:cNvSpPr/>
              <p:nvPr/>
            </p:nvSpPr>
            <p:spPr>
              <a:xfrm>
                <a:off x="5997089" y="4762069"/>
                <a:ext cx="26014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54" y="2149"/>
                      <a:pt x="2123" y="1655"/>
                      <a:pt x="2123" y="1062"/>
                    </a:cubicBezTo>
                    <a:cubicBezTo>
                      <a:pt x="2123" y="470"/>
                      <a:pt x="1654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61" name="Google Shape;2761;p21"/>
              <p:cNvSpPr/>
              <p:nvPr/>
            </p:nvSpPr>
            <p:spPr>
              <a:xfrm>
                <a:off x="6691351" y="4641125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62" name="Google Shape;2762;p21"/>
              <p:cNvSpPr/>
              <p:nvPr/>
            </p:nvSpPr>
            <p:spPr>
              <a:xfrm>
                <a:off x="657553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69"/>
                      <a:pt x="0" y="1062"/>
                    </a:cubicBezTo>
                    <a:cubicBezTo>
                      <a:pt x="0" y="1654"/>
                      <a:pt x="494" y="2148"/>
                      <a:pt x="1086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6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63" name="Google Shape;2763;p21"/>
              <p:cNvSpPr/>
              <p:nvPr/>
            </p:nvSpPr>
            <p:spPr>
              <a:xfrm>
                <a:off x="6460020" y="4641125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70" y="2148"/>
                      <a:pt x="1063" y="2148"/>
                    </a:cubicBezTo>
                    <a:cubicBezTo>
                      <a:pt x="1655" y="2148"/>
                      <a:pt x="2124" y="1654"/>
                      <a:pt x="2124" y="1062"/>
                    </a:cubicBezTo>
                    <a:cubicBezTo>
                      <a:pt x="2124" y="469"/>
                      <a:pt x="1655" y="0"/>
                      <a:pt x="1063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64" name="Google Shape;2764;p21"/>
              <p:cNvSpPr/>
              <p:nvPr/>
            </p:nvSpPr>
            <p:spPr>
              <a:xfrm>
                <a:off x="6344220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65" name="Google Shape;2765;p21"/>
              <p:cNvSpPr/>
              <p:nvPr/>
            </p:nvSpPr>
            <p:spPr>
              <a:xfrm>
                <a:off x="6228408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66" name="Google Shape;2766;p21"/>
              <p:cNvSpPr/>
              <p:nvPr/>
            </p:nvSpPr>
            <p:spPr>
              <a:xfrm>
                <a:off x="6112595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69"/>
                      <a:pt x="0" y="1062"/>
                    </a:cubicBezTo>
                    <a:cubicBezTo>
                      <a:pt x="0" y="1654"/>
                      <a:pt x="494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67" name="Google Shape;2767;p21"/>
              <p:cNvSpPr/>
              <p:nvPr/>
            </p:nvSpPr>
            <p:spPr>
              <a:xfrm>
                <a:off x="599708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68" name="Google Shape;2768;p21"/>
              <p:cNvSpPr/>
              <p:nvPr/>
            </p:nvSpPr>
            <p:spPr>
              <a:xfrm>
                <a:off x="5881277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69" name="Google Shape;2769;p21"/>
              <p:cNvSpPr/>
              <p:nvPr/>
            </p:nvSpPr>
            <p:spPr>
              <a:xfrm>
                <a:off x="6691351" y="45201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70" name="Google Shape;2770;p21"/>
              <p:cNvSpPr/>
              <p:nvPr/>
            </p:nvSpPr>
            <p:spPr>
              <a:xfrm>
                <a:off x="6460020" y="45201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8"/>
                      <a:pt x="1063" y="2148"/>
                    </a:cubicBezTo>
                    <a:cubicBezTo>
                      <a:pt x="1655" y="2148"/>
                      <a:pt x="2124" y="1655"/>
                      <a:pt x="2124" y="1062"/>
                    </a:cubicBezTo>
                    <a:cubicBezTo>
                      <a:pt x="2124" y="470"/>
                      <a:pt x="1655" y="1"/>
                      <a:pt x="1063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71" name="Google Shape;2771;p21"/>
              <p:cNvSpPr/>
              <p:nvPr/>
            </p:nvSpPr>
            <p:spPr>
              <a:xfrm>
                <a:off x="6228408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87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72" name="Google Shape;2772;p21"/>
              <p:cNvSpPr/>
              <p:nvPr/>
            </p:nvSpPr>
            <p:spPr>
              <a:xfrm>
                <a:off x="5997089" y="4520169"/>
                <a:ext cx="26014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54" y="2148"/>
                      <a:pt x="2123" y="1655"/>
                      <a:pt x="2123" y="1062"/>
                    </a:cubicBezTo>
                    <a:cubicBezTo>
                      <a:pt x="2123" y="470"/>
                      <a:pt x="1654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73" name="Google Shape;2773;p21"/>
              <p:cNvSpPr/>
              <p:nvPr/>
            </p:nvSpPr>
            <p:spPr>
              <a:xfrm>
                <a:off x="6691351" y="4398918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74" name="Google Shape;2774;p21"/>
              <p:cNvSpPr/>
              <p:nvPr/>
            </p:nvSpPr>
            <p:spPr>
              <a:xfrm>
                <a:off x="657553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679"/>
                      <a:pt x="494" y="2148"/>
                      <a:pt x="1086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6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75" name="Google Shape;2775;p21"/>
              <p:cNvSpPr/>
              <p:nvPr/>
            </p:nvSpPr>
            <p:spPr>
              <a:xfrm>
                <a:off x="6460020" y="4398918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63" y="2148"/>
                    </a:cubicBezTo>
                    <a:cubicBezTo>
                      <a:pt x="1655" y="2148"/>
                      <a:pt x="2124" y="1679"/>
                      <a:pt x="2124" y="1087"/>
                    </a:cubicBezTo>
                    <a:cubicBezTo>
                      <a:pt x="2124" y="494"/>
                      <a:pt x="1655" y="0"/>
                      <a:pt x="1063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76" name="Google Shape;2776;p21"/>
              <p:cNvSpPr/>
              <p:nvPr/>
            </p:nvSpPr>
            <p:spPr>
              <a:xfrm>
                <a:off x="6344220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77" name="Google Shape;2777;p21"/>
              <p:cNvSpPr/>
              <p:nvPr/>
            </p:nvSpPr>
            <p:spPr>
              <a:xfrm>
                <a:off x="6228408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78" name="Google Shape;2778;p21"/>
              <p:cNvSpPr/>
              <p:nvPr/>
            </p:nvSpPr>
            <p:spPr>
              <a:xfrm>
                <a:off x="6112595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79" name="Google Shape;2779;p21"/>
              <p:cNvSpPr/>
              <p:nvPr/>
            </p:nvSpPr>
            <p:spPr>
              <a:xfrm>
                <a:off x="599708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23" y="1679"/>
                      <a:pt x="2123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80" name="Google Shape;2780;p21"/>
              <p:cNvSpPr/>
              <p:nvPr/>
            </p:nvSpPr>
            <p:spPr>
              <a:xfrm>
                <a:off x="5881277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781" name="Google Shape;2781;p21"/>
            <p:cNvSpPr/>
            <p:nvPr/>
          </p:nvSpPr>
          <p:spPr>
            <a:xfrm>
              <a:off x="8154895" y="380583"/>
              <a:ext cx="552000" cy="552000"/>
            </a:xfrm>
            <a:prstGeom prst="mathPlus">
              <a:avLst>
                <a:gd name="adj1" fmla="val 1723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782" name="Google Shape;2782;p21"/>
          <p:cNvGrpSpPr/>
          <p:nvPr/>
        </p:nvGrpSpPr>
        <p:grpSpPr>
          <a:xfrm>
            <a:off x="-554754" y="4266121"/>
            <a:ext cx="1575550" cy="1461559"/>
            <a:chOff x="-554754" y="4266121"/>
            <a:chExt cx="1575550" cy="1461559"/>
          </a:xfrm>
        </p:grpSpPr>
        <p:sp>
          <p:nvSpPr>
            <p:cNvPr id="2783" name="Google Shape;2783;p21"/>
            <p:cNvSpPr/>
            <p:nvPr/>
          </p:nvSpPr>
          <p:spPr>
            <a:xfrm>
              <a:off x="-554754" y="4349180"/>
              <a:ext cx="1378500" cy="1378500"/>
            </a:xfrm>
            <a:prstGeom prst="donut">
              <a:avLst>
                <a:gd name="adj" fmla="val 29191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84" name="Google Shape;2784;p21"/>
            <p:cNvSpPr/>
            <p:nvPr/>
          </p:nvSpPr>
          <p:spPr>
            <a:xfrm>
              <a:off x="410896" y="4266121"/>
              <a:ext cx="609900" cy="6099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785" name="Google Shape;2785;p21"/>
          <p:cNvGrpSpPr/>
          <p:nvPr/>
        </p:nvGrpSpPr>
        <p:grpSpPr>
          <a:xfrm>
            <a:off x="-467250" y="1420363"/>
            <a:ext cx="904875" cy="928325"/>
            <a:chOff x="1054075" y="2178525"/>
            <a:chExt cx="904875" cy="928325"/>
          </a:xfrm>
        </p:grpSpPr>
        <p:sp>
          <p:nvSpPr>
            <p:cNvPr id="2786" name="Google Shape;2786;p21"/>
            <p:cNvSpPr/>
            <p:nvPr/>
          </p:nvSpPr>
          <p:spPr>
            <a:xfrm>
              <a:off x="19330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19" y="1038"/>
                  </a:cubicBezTo>
                  <a:cubicBezTo>
                    <a:pt x="816" y="1038"/>
                    <a:pt x="1038" y="815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87" name="Google Shape;2787;p21"/>
            <p:cNvSpPr/>
            <p:nvPr/>
          </p:nvSpPr>
          <p:spPr>
            <a:xfrm>
              <a:off x="19330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19" y="1038"/>
                  </a:cubicBezTo>
                  <a:cubicBezTo>
                    <a:pt x="816" y="1038"/>
                    <a:pt x="1038" y="791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88" name="Google Shape;2788;p21"/>
            <p:cNvSpPr/>
            <p:nvPr/>
          </p:nvSpPr>
          <p:spPr>
            <a:xfrm>
              <a:off x="19330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19" y="1062"/>
                  </a:cubicBezTo>
                  <a:cubicBezTo>
                    <a:pt x="816" y="1062"/>
                    <a:pt x="1038" y="815"/>
                    <a:pt x="1038" y="519"/>
                  </a:cubicBezTo>
                  <a:cubicBezTo>
                    <a:pt x="1038" y="247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89" name="Google Shape;2789;p21"/>
            <p:cNvSpPr/>
            <p:nvPr/>
          </p:nvSpPr>
          <p:spPr>
            <a:xfrm>
              <a:off x="19330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19" y="1037"/>
                  </a:cubicBezTo>
                  <a:cubicBezTo>
                    <a:pt x="816" y="1037"/>
                    <a:pt x="1038" y="815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0" name="Google Shape;2790;p21"/>
            <p:cNvSpPr/>
            <p:nvPr/>
          </p:nvSpPr>
          <p:spPr>
            <a:xfrm>
              <a:off x="19330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19" y="1037"/>
                  </a:cubicBezTo>
                  <a:cubicBezTo>
                    <a:pt x="816" y="1037"/>
                    <a:pt x="1038" y="790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1" name="Google Shape;2791;p21"/>
            <p:cNvSpPr/>
            <p:nvPr/>
          </p:nvSpPr>
          <p:spPr>
            <a:xfrm>
              <a:off x="19330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19" y="1062"/>
                  </a:cubicBezTo>
                  <a:cubicBezTo>
                    <a:pt x="816" y="1062"/>
                    <a:pt x="1038" y="816"/>
                    <a:pt x="1038" y="519"/>
                  </a:cubicBezTo>
                  <a:cubicBezTo>
                    <a:pt x="1038" y="248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2" name="Google Shape;2792;p21"/>
            <p:cNvSpPr/>
            <p:nvPr/>
          </p:nvSpPr>
          <p:spPr>
            <a:xfrm>
              <a:off x="19330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19" y="1038"/>
                  </a:cubicBezTo>
                  <a:cubicBezTo>
                    <a:pt x="816" y="1038"/>
                    <a:pt x="1038" y="816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3" name="Google Shape;2793;p21"/>
            <p:cNvSpPr/>
            <p:nvPr/>
          </p:nvSpPr>
          <p:spPr>
            <a:xfrm>
              <a:off x="1807725" y="21785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5"/>
                    <a:pt x="222" y="1038"/>
                    <a:pt x="518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4" name="Google Shape;2794;p21"/>
            <p:cNvSpPr/>
            <p:nvPr/>
          </p:nvSpPr>
          <p:spPr>
            <a:xfrm>
              <a:off x="1807725" y="23291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791"/>
                    <a:pt x="222" y="1038"/>
                    <a:pt x="518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5" name="Google Shape;2795;p21"/>
            <p:cNvSpPr/>
            <p:nvPr/>
          </p:nvSpPr>
          <p:spPr>
            <a:xfrm>
              <a:off x="1807725" y="2479125"/>
              <a:ext cx="25925" cy="26550"/>
            </a:xfrm>
            <a:custGeom>
              <a:avLst/>
              <a:gdLst/>
              <a:ahLst/>
              <a:cxnLst/>
              <a:rect l="l" t="t" r="r" b="b"/>
              <a:pathLst>
                <a:path w="1037" h="1062" extrusionOk="0">
                  <a:moveTo>
                    <a:pt x="518" y="0"/>
                  </a:moveTo>
                  <a:cubicBezTo>
                    <a:pt x="222" y="0"/>
                    <a:pt x="0" y="247"/>
                    <a:pt x="0" y="519"/>
                  </a:cubicBezTo>
                  <a:cubicBezTo>
                    <a:pt x="0" y="815"/>
                    <a:pt x="222" y="1062"/>
                    <a:pt x="518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6" name="Google Shape;2796;p21"/>
            <p:cNvSpPr/>
            <p:nvPr/>
          </p:nvSpPr>
          <p:spPr>
            <a:xfrm>
              <a:off x="1807725" y="26297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815"/>
                    <a:pt x="222" y="1037"/>
                    <a:pt x="518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7" name="Google Shape;2797;p21"/>
            <p:cNvSpPr/>
            <p:nvPr/>
          </p:nvSpPr>
          <p:spPr>
            <a:xfrm>
              <a:off x="1807725" y="27803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790"/>
                    <a:pt x="222" y="1037"/>
                    <a:pt x="518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8" name="Google Shape;2798;p21"/>
            <p:cNvSpPr/>
            <p:nvPr/>
          </p:nvSpPr>
          <p:spPr>
            <a:xfrm>
              <a:off x="1807725" y="2930300"/>
              <a:ext cx="25925" cy="26575"/>
            </a:xfrm>
            <a:custGeom>
              <a:avLst/>
              <a:gdLst/>
              <a:ahLst/>
              <a:cxnLst/>
              <a:rect l="l" t="t" r="r" b="b"/>
              <a:pathLst>
                <a:path w="1037" h="1063" extrusionOk="0">
                  <a:moveTo>
                    <a:pt x="518" y="1"/>
                  </a:moveTo>
                  <a:cubicBezTo>
                    <a:pt x="222" y="1"/>
                    <a:pt x="0" y="248"/>
                    <a:pt x="0" y="519"/>
                  </a:cubicBezTo>
                  <a:cubicBezTo>
                    <a:pt x="0" y="816"/>
                    <a:pt x="222" y="1062"/>
                    <a:pt x="518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9" name="Google Shape;2799;p21"/>
            <p:cNvSpPr/>
            <p:nvPr/>
          </p:nvSpPr>
          <p:spPr>
            <a:xfrm>
              <a:off x="1807725" y="3080900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6"/>
                    <a:pt x="222" y="1038"/>
                    <a:pt x="518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0" name="Google Shape;2800;p21"/>
            <p:cNvSpPr/>
            <p:nvPr/>
          </p:nvSpPr>
          <p:spPr>
            <a:xfrm>
              <a:off x="1681800" y="21785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62" y="815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1" name="Google Shape;2801;p21"/>
            <p:cNvSpPr/>
            <p:nvPr/>
          </p:nvSpPr>
          <p:spPr>
            <a:xfrm>
              <a:off x="1681800" y="23291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62" y="791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2" name="Google Shape;2802;p21"/>
            <p:cNvSpPr/>
            <p:nvPr/>
          </p:nvSpPr>
          <p:spPr>
            <a:xfrm>
              <a:off x="1681800" y="2479125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62" y="815"/>
                    <a:pt x="1062" y="519"/>
                  </a:cubicBezTo>
                  <a:cubicBezTo>
                    <a:pt x="1062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3" name="Google Shape;2803;p21"/>
            <p:cNvSpPr/>
            <p:nvPr/>
          </p:nvSpPr>
          <p:spPr>
            <a:xfrm>
              <a:off x="1681800" y="26297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62" y="815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4" name="Google Shape;2804;p21"/>
            <p:cNvSpPr/>
            <p:nvPr/>
          </p:nvSpPr>
          <p:spPr>
            <a:xfrm>
              <a:off x="1681800" y="27803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62" y="790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5" name="Google Shape;2805;p21"/>
            <p:cNvSpPr/>
            <p:nvPr/>
          </p:nvSpPr>
          <p:spPr>
            <a:xfrm>
              <a:off x="1681800" y="2930300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62" y="816"/>
                    <a:pt x="1062" y="519"/>
                  </a:cubicBezTo>
                  <a:cubicBezTo>
                    <a:pt x="1062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6" name="Google Shape;2806;p21"/>
            <p:cNvSpPr/>
            <p:nvPr/>
          </p:nvSpPr>
          <p:spPr>
            <a:xfrm>
              <a:off x="1681800" y="308090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62" y="816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7" name="Google Shape;2807;p21"/>
            <p:cNvSpPr/>
            <p:nvPr/>
          </p:nvSpPr>
          <p:spPr>
            <a:xfrm>
              <a:off x="15565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815" y="1038"/>
                    <a:pt x="1038" y="815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8" name="Google Shape;2808;p21"/>
            <p:cNvSpPr/>
            <p:nvPr/>
          </p:nvSpPr>
          <p:spPr>
            <a:xfrm>
              <a:off x="15565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815" y="1038"/>
                    <a:pt x="1038" y="791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9" name="Google Shape;2809;p21"/>
            <p:cNvSpPr/>
            <p:nvPr/>
          </p:nvSpPr>
          <p:spPr>
            <a:xfrm>
              <a:off x="15565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815" y="1062"/>
                    <a:pt x="1038" y="815"/>
                    <a:pt x="1038" y="519"/>
                  </a:cubicBezTo>
                  <a:cubicBezTo>
                    <a:pt x="1038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0" name="Google Shape;2810;p21"/>
            <p:cNvSpPr/>
            <p:nvPr/>
          </p:nvSpPr>
          <p:spPr>
            <a:xfrm>
              <a:off x="15565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815" y="1037"/>
                    <a:pt x="1038" y="815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1" name="Google Shape;2811;p21"/>
            <p:cNvSpPr/>
            <p:nvPr/>
          </p:nvSpPr>
          <p:spPr>
            <a:xfrm>
              <a:off x="15565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815" y="1037"/>
                    <a:pt x="1038" y="790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2" name="Google Shape;2812;p21"/>
            <p:cNvSpPr/>
            <p:nvPr/>
          </p:nvSpPr>
          <p:spPr>
            <a:xfrm>
              <a:off x="15565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815" y="1062"/>
                    <a:pt x="1038" y="816"/>
                    <a:pt x="1038" y="519"/>
                  </a:cubicBezTo>
                  <a:cubicBezTo>
                    <a:pt x="1038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3" name="Google Shape;2813;p21"/>
            <p:cNvSpPr/>
            <p:nvPr/>
          </p:nvSpPr>
          <p:spPr>
            <a:xfrm>
              <a:off x="15565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815" y="1038"/>
                    <a:pt x="1038" y="816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4" name="Google Shape;2814;p21"/>
            <p:cNvSpPr/>
            <p:nvPr/>
          </p:nvSpPr>
          <p:spPr>
            <a:xfrm>
              <a:off x="14312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791" y="1038"/>
                    <a:pt x="1038" y="815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5" name="Google Shape;2815;p21"/>
            <p:cNvSpPr/>
            <p:nvPr/>
          </p:nvSpPr>
          <p:spPr>
            <a:xfrm>
              <a:off x="14312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791" y="1038"/>
                    <a:pt x="1038" y="791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6" name="Google Shape;2816;p21"/>
            <p:cNvSpPr/>
            <p:nvPr/>
          </p:nvSpPr>
          <p:spPr>
            <a:xfrm>
              <a:off x="14312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791" y="1062"/>
                    <a:pt x="1038" y="815"/>
                    <a:pt x="1038" y="519"/>
                  </a:cubicBezTo>
                  <a:cubicBezTo>
                    <a:pt x="1038" y="247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7" name="Google Shape;2817;p21"/>
            <p:cNvSpPr/>
            <p:nvPr/>
          </p:nvSpPr>
          <p:spPr>
            <a:xfrm>
              <a:off x="14312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791" y="1037"/>
                    <a:pt x="1038" y="815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8" name="Google Shape;2818;p21"/>
            <p:cNvSpPr/>
            <p:nvPr/>
          </p:nvSpPr>
          <p:spPr>
            <a:xfrm>
              <a:off x="14312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791" y="1037"/>
                    <a:pt x="1038" y="790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9" name="Google Shape;2819;p21"/>
            <p:cNvSpPr/>
            <p:nvPr/>
          </p:nvSpPr>
          <p:spPr>
            <a:xfrm>
              <a:off x="14312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791" y="1062"/>
                    <a:pt x="1038" y="816"/>
                    <a:pt x="1038" y="519"/>
                  </a:cubicBezTo>
                  <a:cubicBezTo>
                    <a:pt x="1038" y="248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0" name="Google Shape;2820;p21"/>
            <p:cNvSpPr/>
            <p:nvPr/>
          </p:nvSpPr>
          <p:spPr>
            <a:xfrm>
              <a:off x="14312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791" y="1038"/>
                    <a:pt x="1038" y="816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1" name="Google Shape;2821;p21"/>
            <p:cNvSpPr/>
            <p:nvPr/>
          </p:nvSpPr>
          <p:spPr>
            <a:xfrm>
              <a:off x="13053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2" name="Google Shape;2822;p21"/>
            <p:cNvSpPr/>
            <p:nvPr/>
          </p:nvSpPr>
          <p:spPr>
            <a:xfrm>
              <a:off x="13053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3" name="Google Shape;2823;p21"/>
            <p:cNvSpPr/>
            <p:nvPr/>
          </p:nvSpPr>
          <p:spPr>
            <a:xfrm>
              <a:off x="13053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4" name="Google Shape;2824;p21"/>
            <p:cNvSpPr/>
            <p:nvPr/>
          </p:nvSpPr>
          <p:spPr>
            <a:xfrm>
              <a:off x="13053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5" name="Google Shape;2825;p21"/>
            <p:cNvSpPr/>
            <p:nvPr/>
          </p:nvSpPr>
          <p:spPr>
            <a:xfrm>
              <a:off x="13053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6" name="Google Shape;2826;p21"/>
            <p:cNvSpPr/>
            <p:nvPr/>
          </p:nvSpPr>
          <p:spPr>
            <a:xfrm>
              <a:off x="13053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7" name="Google Shape;2827;p21"/>
            <p:cNvSpPr/>
            <p:nvPr/>
          </p:nvSpPr>
          <p:spPr>
            <a:xfrm>
              <a:off x="13053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8" name="Google Shape;2828;p21"/>
            <p:cNvSpPr/>
            <p:nvPr/>
          </p:nvSpPr>
          <p:spPr>
            <a:xfrm>
              <a:off x="11800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5"/>
                    <a:pt x="223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9" name="Google Shape;2829;p21"/>
            <p:cNvSpPr/>
            <p:nvPr/>
          </p:nvSpPr>
          <p:spPr>
            <a:xfrm>
              <a:off x="11800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791"/>
                    <a:pt x="223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0" name="Google Shape;2830;p21"/>
            <p:cNvSpPr/>
            <p:nvPr/>
          </p:nvSpPr>
          <p:spPr>
            <a:xfrm>
              <a:off x="11800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0" y="247"/>
                    <a:pt x="0" y="519"/>
                  </a:cubicBezTo>
                  <a:cubicBezTo>
                    <a:pt x="0" y="815"/>
                    <a:pt x="223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1" name="Google Shape;2831;p21"/>
            <p:cNvSpPr/>
            <p:nvPr/>
          </p:nvSpPr>
          <p:spPr>
            <a:xfrm>
              <a:off x="11800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815"/>
                    <a:pt x="223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2" name="Google Shape;2832;p21"/>
            <p:cNvSpPr/>
            <p:nvPr/>
          </p:nvSpPr>
          <p:spPr>
            <a:xfrm>
              <a:off x="11800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790"/>
                    <a:pt x="223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3" name="Google Shape;2833;p21"/>
            <p:cNvSpPr/>
            <p:nvPr/>
          </p:nvSpPr>
          <p:spPr>
            <a:xfrm>
              <a:off x="11800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0" y="248"/>
                    <a:pt x="0" y="519"/>
                  </a:cubicBezTo>
                  <a:cubicBezTo>
                    <a:pt x="0" y="816"/>
                    <a:pt x="223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4" name="Google Shape;2834;p21"/>
            <p:cNvSpPr/>
            <p:nvPr/>
          </p:nvSpPr>
          <p:spPr>
            <a:xfrm>
              <a:off x="11800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6"/>
                    <a:pt x="223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5" name="Google Shape;2835;p21"/>
            <p:cNvSpPr/>
            <p:nvPr/>
          </p:nvSpPr>
          <p:spPr>
            <a:xfrm>
              <a:off x="1054075" y="21785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44" y="1038"/>
                  </a:cubicBezTo>
                  <a:cubicBezTo>
                    <a:pt x="816" y="1038"/>
                    <a:pt x="1062" y="815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6" name="Google Shape;2836;p21"/>
            <p:cNvSpPr/>
            <p:nvPr/>
          </p:nvSpPr>
          <p:spPr>
            <a:xfrm>
              <a:off x="1054075" y="23291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44" y="1038"/>
                  </a:cubicBezTo>
                  <a:cubicBezTo>
                    <a:pt x="816" y="1038"/>
                    <a:pt x="1062" y="791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7" name="Google Shape;2837;p21"/>
            <p:cNvSpPr/>
            <p:nvPr/>
          </p:nvSpPr>
          <p:spPr>
            <a:xfrm>
              <a:off x="1054075" y="2479125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44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44" y="1062"/>
                  </a:cubicBezTo>
                  <a:cubicBezTo>
                    <a:pt x="816" y="1062"/>
                    <a:pt x="1062" y="815"/>
                    <a:pt x="1062" y="519"/>
                  </a:cubicBezTo>
                  <a:cubicBezTo>
                    <a:pt x="1062" y="247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8" name="Google Shape;2838;p21"/>
            <p:cNvSpPr/>
            <p:nvPr/>
          </p:nvSpPr>
          <p:spPr>
            <a:xfrm>
              <a:off x="1054075" y="26297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44" y="1037"/>
                  </a:cubicBezTo>
                  <a:cubicBezTo>
                    <a:pt x="816" y="1037"/>
                    <a:pt x="1062" y="815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9" name="Google Shape;2839;p21"/>
            <p:cNvSpPr/>
            <p:nvPr/>
          </p:nvSpPr>
          <p:spPr>
            <a:xfrm>
              <a:off x="1054075" y="27803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44" y="1037"/>
                  </a:cubicBezTo>
                  <a:cubicBezTo>
                    <a:pt x="816" y="1037"/>
                    <a:pt x="1062" y="790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0" name="Google Shape;2840;p21"/>
            <p:cNvSpPr/>
            <p:nvPr/>
          </p:nvSpPr>
          <p:spPr>
            <a:xfrm>
              <a:off x="1054075" y="2930300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44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44" y="1062"/>
                  </a:cubicBezTo>
                  <a:cubicBezTo>
                    <a:pt x="816" y="1062"/>
                    <a:pt x="1062" y="816"/>
                    <a:pt x="1062" y="519"/>
                  </a:cubicBezTo>
                  <a:cubicBezTo>
                    <a:pt x="1062" y="248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1" name="Google Shape;2841;p21"/>
            <p:cNvSpPr/>
            <p:nvPr/>
          </p:nvSpPr>
          <p:spPr>
            <a:xfrm>
              <a:off x="1054075" y="308090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44" y="1038"/>
                  </a:cubicBezTo>
                  <a:cubicBezTo>
                    <a:pt x="816" y="1038"/>
                    <a:pt x="1062" y="816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BLANK_11">
    <p:spTree>
      <p:nvGrpSpPr>
        <p:cNvPr id="1" name="Shape 2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3" name="Google Shape;2843;p22"/>
          <p:cNvSpPr txBox="1">
            <a:spLocks noGrp="1"/>
          </p:cNvSpPr>
          <p:nvPr>
            <p:ph type="title"/>
          </p:nvPr>
        </p:nvSpPr>
        <p:spPr>
          <a:xfrm>
            <a:off x="713101" y="1337525"/>
            <a:ext cx="3995700" cy="152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44" name="Google Shape;2844;p22"/>
          <p:cNvSpPr txBox="1">
            <a:spLocks noGrp="1"/>
          </p:cNvSpPr>
          <p:nvPr>
            <p:ph type="subTitle" idx="1"/>
          </p:nvPr>
        </p:nvSpPr>
        <p:spPr>
          <a:xfrm>
            <a:off x="713100" y="2964800"/>
            <a:ext cx="39957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845" name="Google Shape;2845;p22"/>
          <p:cNvGrpSpPr/>
          <p:nvPr/>
        </p:nvGrpSpPr>
        <p:grpSpPr>
          <a:xfrm>
            <a:off x="-802725" y="-827102"/>
            <a:ext cx="3694208" cy="2067000"/>
            <a:chOff x="-802725" y="-827102"/>
            <a:chExt cx="3694208" cy="2067000"/>
          </a:xfrm>
        </p:grpSpPr>
        <p:sp>
          <p:nvSpPr>
            <p:cNvPr id="2846" name="Google Shape;2846;p22"/>
            <p:cNvSpPr/>
            <p:nvPr/>
          </p:nvSpPr>
          <p:spPr>
            <a:xfrm flipH="1">
              <a:off x="-802725" y="-827102"/>
              <a:ext cx="2067000" cy="2067000"/>
            </a:xfrm>
            <a:prstGeom prst="donut">
              <a:avLst>
                <a:gd name="adj" fmla="val 29191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7" name="Google Shape;2847;p22"/>
            <p:cNvSpPr/>
            <p:nvPr/>
          </p:nvSpPr>
          <p:spPr>
            <a:xfrm flipH="1">
              <a:off x="303466" y="578035"/>
              <a:ext cx="615900" cy="615900"/>
            </a:xfrm>
            <a:prstGeom prst="mathPlus">
              <a:avLst>
                <a:gd name="adj1" fmla="val 17232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848" name="Google Shape;2848;p22"/>
            <p:cNvGrpSpPr/>
            <p:nvPr/>
          </p:nvGrpSpPr>
          <p:grpSpPr>
            <a:xfrm flipH="1">
              <a:off x="996533" y="-108673"/>
              <a:ext cx="1894950" cy="928325"/>
              <a:chOff x="2658576" y="-68427"/>
              <a:chExt cx="1894950" cy="928325"/>
            </a:xfrm>
          </p:grpSpPr>
          <p:sp>
            <p:nvSpPr>
              <p:cNvPr id="2849" name="Google Shape;2849;p22"/>
              <p:cNvSpPr/>
              <p:nvPr/>
            </p:nvSpPr>
            <p:spPr>
              <a:xfrm>
                <a:off x="4527576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5"/>
                      <a:pt x="248" y="1038"/>
                      <a:pt x="519" y="1038"/>
                    </a:cubicBezTo>
                    <a:cubicBezTo>
                      <a:pt x="816" y="1038"/>
                      <a:pt x="1038" y="815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50" name="Google Shape;2850;p22"/>
              <p:cNvSpPr/>
              <p:nvPr/>
            </p:nvSpPr>
            <p:spPr>
              <a:xfrm>
                <a:off x="4527576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791"/>
                      <a:pt x="248" y="1038"/>
                      <a:pt x="519" y="1038"/>
                    </a:cubicBezTo>
                    <a:cubicBezTo>
                      <a:pt x="816" y="1038"/>
                      <a:pt x="1038" y="791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51" name="Google Shape;2851;p22"/>
              <p:cNvSpPr/>
              <p:nvPr/>
            </p:nvSpPr>
            <p:spPr>
              <a:xfrm>
                <a:off x="4527576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48" y="0"/>
                      <a:pt x="1" y="247"/>
                      <a:pt x="1" y="519"/>
                    </a:cubicBezTo>
                    <a:cubicBezTo>
                      <a:pt x="1" y="815"/>
                      <a:pt x="248" y="1062"/>
                      <a:pt x="519" y="1062"/>
                    </a:cubicBezTo>
                    <a:cubicBezTo>
                      <a:pt x="816" y="1062"/>
                      <a:pt x="1038" y="815"/>
                      <a:pt x="1038" y="519"/>
                    </a:cubicBezTo>
                    <a:cubicBezTo>
                      <a:pt x="1038" y="247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52" name="Google Shape;2852;p22"/>
              <p:cNvSpPr/>
              <p:nvPr/>
            </p:nvSpPr>
            <p:spPr>
              <a:xfrm>
                <a:off x="4527576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815"/>
                      <a:pt x="248" y="1037"/>
                      <a:pt x="519" y="1037"/>
                    </a:cubicBezTo>
                    <a:cubicBezTo>
                      <a:pt x="816" y="1037"/>
                      <a:pt x="1038" y="815"/>
                      <a:pt x="1038" y="519"/>
                    </a:cubicBezTo>
                    <a:cubicBezTo>
                      <a:pt x="1038" y="223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53" name="Google Shape;2853;p22"/>
              <p:cNvSpPr/>
              <p:nvPr/>
            </p:nvSpPr>
            <p:spPr>
              <a:xfrm>
                <a:off x="4527576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790"/>
                      <a:pt x="248" y="1037"/>
                      <a:pt x="519" y="1037"/>
                    </a:cubicBezTo>
                    <a:cubicBezTo>
                      <a:pt x="816" y="1037"/>
                      <a:pt x="1038" y="790"/>
                      <a:pt x="1038" y="519"/>
                    </a:cubicBezTo>
                    <a:cubicBezTo>
                      <a:pt x="1038" y="223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54" name="Google Shape;2854;p22"/>
              <p:cNvSpPr/>
              <p:nvPr/>
            </p:nvSpPr>
            <p:spPr>
              <a:xfrm>
                <a:off x="4527576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48" y="1"/>
                      <a:pt x="1" y="248"/>
                      <a:pt x="1" y="519"/>
                    </a:cubicBezTo>
                    <a:cubicBezTo>
                      <a:pt x="1" y="816"/>
                      <a:pt x="248" y="1062"/>
                      <a:pt x="519" y="1062"/>
                    </a:cubicBezTo>
                    <a:cubicBezTo>
                      <a:pt x="816" y="1062"/>
                      <a:pt x="1038" y="816"/>
                      <a:pt x="1038" y="519"/>
                    </a:cubicBezTo>
                    <a:cubicBezTo>
                      <a:pt x="1038" y="248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55" name="Google Shape;2855;p22"/>
              <p:cNvSpPr/>
              <p:nvPr/>
            </p:nvSpPr>
            <p:spPr>
              <a:xfrm>
                <a:off x="4527576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6"/>
                      <a:pt x="248" y="1038"/>
                      <a:pt x="519" y="1038"/>
                    </a:cubicBezTo>
                    <a:cubicBezTo>
                      <a:pt x="816" y="1038"/>
                      <a:pt x="1038" y="816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56" name="Google Shape;2856;p22"/>
              <p:cNvSpPr/>
              <p:nvPr/>
            </p:nvSpPr>
            <p:spPr>
              <a:xfrm>
                <a:off x="4402301" y="-68427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815"/>
                      <a:pt x="222" y="1038"/>
                      <a:pt x="518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57" name="Google Shape;2857;p22"/>
              <p:cNvSpPr/>
              <p:nvPr/>
            </p:nvSpPr>
            <p:spPr>
              <a:xfrm>
                <a:off x="4402301" y="82173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791"/>
                      <a:pt x="222" y="1038"/>
                      <a:pt x="518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58" name="Google Shape;2858;p22"/>
              <p:cNvSpPr/>
              <p:nvPr/>
            </p:nvSpPr>
            <p:spPr>
              <a:xfrm>
                <a:off x="4402301" y="232173"/>
                <a:ext cx="259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62" extrusionOk="0">
                    <a:moveTo>
                      <a:pt x="518" y="0"/>
                    </a:moveTo>
                    <a:cubicBezTo>
                      <a:pt x="222" y="0"/>
                      <a:pt x="0" y="247"/>
                      <a:pt x="0" y="519"/>
                    </a:cubicBezTo>
                    <a:cubicBezTo>
                      <a:pt x="0" y="815"/>
                      <a:pt x="222" y="1062"/>
                      <a:pt x="518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59" name="Google Shape;2859;p22"/>
              <p:cNvSpPr/>
              <p:nvPr/>
            </p:nvSpPr>
            <p:spPr>
              <a:xfrm>
                <a:off x="4402301" y="382773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0"/>
                    </a:moveTo>
                    <a:cubicBezTo>
                      <a:pt x="222" y="0"/>
                      <a:pt x="0" y="223"/>
                      <a:pt x="0" y="519"/>
                    </a:cubicBezTo>
                    <a:cubicBezTo>
                      <a:pt x="0" y="815"/>
                      <a:pt x="222" y="1037"/>
                      <a:pt x="518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60" name="Google Shape;2860;p22"/>
              <p:cNvSpPr/>
              <p:nvPr/>
            </p:nvSpPr>
            <p:spPr>
              <a:xfrm>
                <a:off x="4402301" y="533373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0"/>
                    </a:moveTo>
                    <a:cubicBezTo>
                      <a:pt x="222" y="0"/>
                      <a:pt x="0" y="223"/>
                      <a:pt x="0" y="519"/>
                    </a:cubicBezTo>
                    <a:cubicBezTo>
                      <a:pt x="0" y="790"/>
                      <a:pt x="222" y="1037"/>
                      <a:pt x="518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61" name="Google Shape;2861;p22"/>
              <p:cNvSpPr/>
              <p:nvPr/>
            </p:nvSpPr>
            <p:spPr>
              <a:xfrm>
                <a:off x="4402301" y="683348"/>
                <a:ext cx="2592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63" extrusionOk="0">
                    <a:moveTo>
                      <a:pt x="518" y="1"/>
                    </a:moveTo>
                    <a:cubicBezTo>
                      <a:pt x="222" y="1"/>
                      <a:pt x="0" y="248"/>
                      <a:pt x="0" y="519"/>
                    </a:cubicBezTo>
                    <a:cubicBezTo>
                      <a:pt x="0" y="816"/>
                      <a:pt x="222" y="1062"/>
                      <a:pt x="518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62" name="Google Shape;2862;p22"/>
              <p:cNvSpPr/>
              <p:nvPr/>
            </p:nvSpPr>
            <p:spPr>
              <a:xfrm>
                <a:off x="4402301" y="833948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816"/>
                      <a:pt x="222" y="1038"/>
                      <a:pt x="518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63" name="Google Shape;2863;p22"/>
              <p:cNvSpPr/>
              <p:nvPr/>
            </p:nvSpPr>
            <p:spPr>
              <a:xfrm>
                <a:off x="4276376" y="-68427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5"/>
                      <a:pt x="247" y="1038"/>
                      <a:pt x="519" y="1038"/>
                    </a:cubicBezTo>
                    <a:cubicBezTo>
                      <a:pt x="815" y="1038"/>
                      <a:pt x="1062" y="815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64" name="Google Shape;2864;p22"/>
              <p:cNvSpPr/>
              <p:nvPr/>
            </p:nvSpPr>
            <p:spPr>
              <a:xfrm>
                <a:off x="4276376" y="821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791"/>
                      <a:pt x="247" y="1038"/>
                      <a:pt x="519" y="1038"/>
                    </a:cubicBezTo>
                    <a:cubicBezTo>
                      <a:pt x="815" y="1038"/>
                      <a:pt x="1062" y="791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65" name="Google Shape;2865;p22"/>
              <p:cNvSpPr/>
              <p:nvPr/>
            </p:nvSpPr>
            <p:spPr>
              <a:xfrm>
                <a:off x="4276376" y="232173"/>
                <a:ext cx="265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2" extrusionOk="0">
                    <a:moveTo>
                      <a:pt x="519" y="0"/>
                    </a:moveTo>
                    <a:cubicBezTo>
                      <a:pt x="247" y="0"/>
                      <a:pt x="0" y="247"/>
                      <a:pt x="0" y="519"/>
                    </a:cubicBezTo>
                    <a:cubicBezTo>
                      <a:pt x="0" y="815"/>
                      <a:pt x="247" y="1062"/>
                      <a:pt x="519" y="1062"/>
                    </a:cubicBezTo>
                    <a:cubicBezTo>
                      <a:pt x="815" y="1062"/>
                      <a:pt x="1062" y="815"/>
                      <a:pt x="1062" y="519"/>
                    </a:cubicBezTo>
                    <a:cubicBezTo>
                      <a:pt x="1062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66" name="Google Shape;2866;p22"/>
              <p:cNvSpPr/>
              <p:nvPr/>
            </p:nvSpPr>
            <p:spPr>
              <a:xfrm>
                <a:off x="4276376" y="3827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815"/>
                      <a:pt x="247" y="1037"/>
                      <a:pt x="519" y="1037"/>
                    </a:cubicBezTo>
                    <a:cubicBezTo>
                      <a:pt x="815" y="1037"/>
                      <a:pt x="1062" y="815"/>
                      <a:pt x="1062" y="519"/>
                    </a:cubicBezTo>
                    <a:cubicBezTo>
                      <a:pt x="1062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67" name="Google Shape;2867;p22"/>
              <p:cNvSpPr/>
              <p:nvPr/>
            </p:nvSpPr>
            <p:spPr>
              <a:xfrm>
                <a:off x="4276376" y="5333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790"/>
                      <a:pt x="247" y="1037"/>
                      <a:pt x="519" y="1037"/>
                    </a:cubicBezTo>
                    <a:cubicBezTo>
                      <a:pt x="815" y="1037"/>
                      <a:pt x="1062" y="790"/>
                      <a:pt x="1062" y="519"/>
                    </a:cubicBezTo>
                    <a:cubicBezTo>
                      <a:pt x="1062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68" name="Google Shape;2868;p22"/>
              <p:cNvSpPr/>
              <p:nvPr/>
            </p:nvSpPr>
            <p:spPr>
              <a:xfrm>
                <a:off x="4276376" y="683348"/>
                <a:ext cx="2657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3" extrusionOk="0">
                    <a:moveTo>
                      <a:pt x="519" y="1"/>
                    </a:moveTo>
                    <a:cubicBezTo>
                      <a:pt x="247" y="1"/>
                      <a:pt x="0" y="248"/>
                      <a:pt x="0" y="519"/>
                    </a:cubicBezTo>
                    <a:cubicBezTo>
                      <a:pt x="0" y="816"/>
                      <a:pt x="247" y="1062"/>
                      <a:pt x="519" y="1062"/>
                    </a:cubicBezTo>
                    <a:cubicBezTo>
                      <a:pt x="815" y="1062"/>
                      <a:pt x="1062" y="816"/>
                      <a:pt x="1062" y="519"/>
                    </a:cubicBezTo>
                    <a:cubicBezTo>
                      <a:pt x="1062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69" name="Google Shape;2869;p22"/>
              <p:cNvSpPr/>
              <p:nvPr/>
            </p:nvSpPr>
            <p:spPr>
              <a:xfrm>
                <a:off x="4276376" y="833948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6"/>
                      <a:pt x="247" y="1038"/>
                      <a:pt x="519" y="1038"/>
                    </a:cubicBezTo>
                    <a:cubicBezTo>
                      <a:pt x="815" y="1038"/>
                      <a:pt x="1062" y="816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70" name="Google Shape;2870;p22"/>
              <p:cNvSpPr/>
              <p:nvPr/>
            </p:nvSpPr>
            <p:spPr>
              <a:xfrm>
                <a:off x="4151076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5"/>
                      <a:pt x="223" y="1038"/>
                      <a:pt x="519" y="1038"/>
                    </a:cubicBezTo>
                    <a:cubicBezTo>
                      <a:pt x="815" y="1038"/>
                      <a:pt x="1038" y="815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71" name="Google Shape;2871;p22"/>
              <p:cNvSpPr/>
              <p:nvPr/>
            </p:nvSpPr>
            <p:spPr>
              <a:xfrm>
                <a:off x="4151076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791"/>
                      <a:pt x="223" y="1038"/>
                      <a:pt x="519" y="1038"/>
                    </a:cubicBezTo>
                    <a:cubicBezTo>
                      <a:pt x="815" y="1038"/>
                      <a:pt x="1038" y="791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72" name="Google Shape;2872;p22"/>
              <p:cNvSpPr/>
              <p:nvPr/>
            </p:nvSpPr>
            <p:spPr>
              <a:xfrm>
                <a:off x="4151076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1" y="247"/>
                      <a:pt x="1" y="519"/>
                    </a:cubicBezTo>
                    <a:cubicBezTo>
                      <a:pt x="1" y="815"/>
                      <a:pt x="223" y="1062"/>
                      <a:pt x="519" y="1062"/>
                    </a:cubicBezTo>
                    <a:cubicBezTo>
                      <a:pt x="815" y="1062"/>
                      <a:pt x="1038" y="815"/>
                      <a:pt x="1038" y="519"/>
                    </a:cubicBezTo>
                    <a:cubicBezTo>
                      <a:pt x="1038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73" name="Google Shape;2873;p22"/>
              <p:cNvSpPr/>
              <p:nvPr/>
            </p:nvSpPr>
            <p:spPr>
              <a:xfrm>
                <a:off x="4151076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815"/>
                      <a:pt x="223" y="1037"/>
                      <a:pt x="519" y="1037"/>
                    </a:cubicBezTo>
                    <a:cubicBezTo>
                      <a:pt x="815" y="1037"/>
                      <a:pt x="1038" y="815"/>
                      <a:pt x="1038" y="519"/>
                    </a:cubicBezTo>
                    <a:cubicBezTo>
                      <a:pt x="1038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74" name="Google Shape;2874;p22"/>
              <p:cNvSpPr/>
              <p:nvPr/>
            </p:nvSpPr>
            <p:spPr>
              <a:xfrm>
                <a:off x="4151076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790"/>
                      <a:pt x="223" y="1037"/>
                      <a:pt x="519" y="1037"/>
                    </a:cubicBezTo>
                    <a:cubicBezTo>
                      <a:pt x="815" y="1037"/>
                      <a:pt x="1038" y="790"/>
                      <a:pt x="1038" y="519"/>
                    </a:cubicBezTo>
                    <a:cubicBezTo>
                      <a:pt x="1038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75" name="Google Shape;2875;p22"/>
              <p:cNvSpPr/>
              <p:nvPr/>
            </p:nvSpPr>
            <p:spPr>
              <a:xfrm>
                <a:off x="4151076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1" y="248"/>
                      <a:pt x="1" y="519"/>
                    </a:cubicBezTo>
                    <a:cubicBezTo>
                      <a:pt x="1" y="816"/>
                      <a:pt x="223" y="1062"/>
                      <a:pt x="519" y="1062"/>
                    </a:cubicBezTo>
                    <a:cubicBezTo>
                      <a:pt x="815" y="1062"/>
                      <a:pt x="1038" y="816"/>
                      <a:pt x="1038" y="519"/>
                    </a:cubicBezTo>
                    <a:cubicBezTo>
                      <a:pt x="1038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76" name="Google Shape;2876;p22"/>
              <p:cNvSpPr/>
              <p:nvPr/>
            </p:nvSpPr>
            <p:spPr>
              <a:xfrm>
                <a:off x="4151076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6"/>
                      <a:pt x="223" y="1038"/>
                      <a:pt x="519" y="1038"/>
                    </a:cubicBezTo>
                    <a:cubicBezTo>
                      <a:pt x="815" y="1038"/>
                      <a:pt x="1038" y="816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77" name="Google Shape;2877;p22"/>
              <p:cNvSpPr/>
              <p:nvPr/>
            </p:nvSpPr>
            <p:spPr>
              <a:xfrm>
                <a:off x="4025776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5"/>
                      <a:pt x="223" y="1038"/>
                      <a:pt x="519" y="1038"/>
                    </a:cubicBezTo>
                    <a:cubicBezTo>
                      <a:pt x="791" y="1038"/>
                      <a:pt x="1038" y="815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78" name="Google Shape;2878;p22"/>
              <p:cNvSpPr/>
              <p:nvPr/>
            </p:nvSpPr>
            <p:spPr>
              <a:xfrm>
                <a:off x="4025776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791"/>
                      <a:pt x="223" y="1038"/>
                      <a:pt x="519" y="1038"/>
                    </a:cubicBezTo>
                    <a:cubicBezTo>
                      <a:pt x="791" y="1038"/>
                      <a:pt x="1038" y="791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79" name="Google Shape;2879;p22"/>
              <p:cNvSpPr/>
              <p:nvPr/>
            </p:nvSpPr>
            <p:spPr>
              <a:xfrm>
                <a:off x="4025776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1" y="247"/>
                      <a:pt x="1" y="519"/>
                    </a:cubicBezTo>
                    <a:cubicBezTo>
                      <a:pt x="1" y="815"/>
                      <a:pt x="223" y="1062"/>
                      <a:pt x="519" y="1062"/>
                    </a:cubicBezTo>
                    <a:cubicBezTo>
                      <a:pt x="791" y="1062"/>
                      <a:pt x="1038" y="815"/>
                      <a:pt x="1038" y="519"/>
                    </a:cubicBezTo>
                    <a:cubicBezTo>
                      <a:pt x="1038" y="247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80" name="Google Shape;2880;p22"/>
              <p:cNvSpPr/>
              <p:nvPr/>
            </p:nvSpPr>
            <p:spPr>
              <a:xfrm>
                <a:off x="4025776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815"/>
                      <a:pt x="223" y="1037"/>
                      <a:pt x="519" y="1037"/>
                    </a:cubicBezTo>
                    <a:cubicBezTo>
                      <a:pt x="791" y="1037"/>
                      <a:pt x="1038" y="815"/>
                      <a:pt x="1038" y="519"/>
                    </a:cubicBezTo>
                    <a:cubicBezTo>
                      <a:pt x="1038" y="223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81" name="Google Shape;2881;p22"/>
              <p:cNvSpPr/>
              <p:nvPr/>
            </p:nvSpPr>
            <p:spPr>
              <a:xfrm>
                <a:off x="4025776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790"/>
                      <a:pt x="223" y="1037"/>
                      <a:pt x="519" y="1037"/>
                    </a:cubicBezTo>
                    <a:cubicBezTo>
                      <a:pt x="791" y="1037"/>
                      <a:pt x="1038" y="790"/>
                      <a:pt x="1038" y="519"/>
                    </a:cubicBezTo>
                    <a:cubicBezTo>
                      <a:pt x="1038" y="223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82" name="Google Shape;2882;p22"/>
              <p:cNvSpPr/>
              <p:nvPr/>
            </p:nvSpPr>
            <p:spPr>
              <a:xfrm>
                <a:off x="4025776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1" y="248"/>
                      <a:pt x="1" y="519"/>
                    </a:cubicBezTo>
                    <a:cubicBezTo>
                      <a:pt x="1" y="816"/>
                      <a:pt x="223" y="1062"/>
                      <a:pt x="519" y="1062"/>
                    </a:cubicBezTo>
                    <a:cubicBezTo>
                      <a:pt x="791" y="1062"/>
                      <a:pt x="1038" y="816"/>
                      <a:pt x="1038" y="519"/>
                    </a:cubicBezTo>
                    <a:cubicBezTo>
                      <a:pt x="1038" y="248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83" name="Google Shape;2883;p22"/>
              <p:cNvSpPr/>
              <p:nvPr/>
            </p:nvSpPr>
            <p:spPr>
              <a:xfrm>
                <a:off x="4025776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6"/>
                      <a:pt x="223" y="1038"/>
                      <a:pt x="519" y="1038"/>
                    </a:cubicBezTo>
                    <a:cubicBezTo>
                      <a:pt x="791" y="1038"/>
                      <a:pt x="1038" y="816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84" name="Google Shape;2884;p22"/>
              <p:cNvSpPr/>
              <p:nvPr/>
            </p:nvSpPr>
            <p:spPr>
              <a:xfrm>
                <a:off x="3899876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5"/>
                      <a:pt x="247" y="1038"/>
                      <a:pt x="519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85" name="Google Shape;2885;p22"/>
              <p:cNvSpPr/>
              <p:nvPr/>
            </p:nvSpPr>
            <p:spPr>
              <a:xfrm>
                <a:off x="3899876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791"/>
                      <a:pt x="247" y="1038"/>
                      <a:pt x="519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86" name="Google Shape;2886;p22"/>
              <p:cNvSpPr/>
              <p:nvPr/>
            </p:nvSpPr>
            <p:spPr>
              <a:xfrm>
                <a:off x="3899876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47" y="0"/>
                      <a:pt x="0" y="247"/>
                      <a:pt x="0" y="519"/>
                    </a:cubicBezTo>
                    <a:cubicBezTo>
                      <a:pt x="0" y="815"/>
                      <a:pt x="247" y="1062"/>
                      <a:pt x="519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87" name="Google Shape;2887;p22"/>
              <p:cNvSpPr/>
              <p:nvPr/>
            </p:nvSpPr>
            <p:spPr>
              <a:xfrm>
                <a:off x="3899876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815"/>
                      <a:pt x="247" y="1037"/>
                      <a:pt x="519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88" name="Google Shape;2888;p22"/>
              <p:cNvSpPr/>
              <p:nvPr/>
            </p:nvSpPr>
            <p:spPr>
              <a:xfrm>
                <a:off x="3899876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790"/>
                      <a:pt x="247" y="1037"/>
                      <a:pt x="519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89" name="Google Shape;2889;p22"/>
              <p:cNvSpPr/>
              <p:nvPr/>
            </p:nvSpPr>
            <p:spPr>
              <a:xfrm>
                <a:off x="3899876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47" y="1"/>
                      <a:pt x="0" y="248"/>
                      <a:pt x="0" y="519"/>
                    </a:cubicBezTo>
                    <a:cubicBezTo>
                      <a:pt x="0" y="816"/>
                      <a:pt x="247" y="1062"/>
                      <a:pt x="519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90" name="Google Shape;2890;p22"/>
              <p:cNvSpPr/>
              <p:nvPr/>
            </p:nvSpPr>
            <p:spPr>
              <a:xfrm>
                <a:off x="3899876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6"/>
                      <a:pt x="247" y="1038"/>
                      <a:pt x="519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91" name="Google Shape;2891;p22"/>
              <p:cNvSpPr/>
              <p:nvPr/>
            </p:nvSpPr>
            <p:spPr>
              <a:xfrm>
                <a:off x="3774576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815"/>
                      <a:pt x="223" y="1038"/>
                      <a:pt x="519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92" name="Google Shape;2892;p22"/>
              <p:cNvSpPr/>
              <p:nvPr/>
            </p:nvSpPr>
            <p:spPr>
              <a:xfrm>
                <a:off x="3774576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791"/>
                      <a:pt x="223" y="1038"/>
                      <a:pt x="519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93" name="Google Shape;2893;p22"/>
              <p:cNvSpPr/>
              <p:nvPr/>
            </p:nvSpPr>
            <p:spPr>
              <a:xfrm>
                <a:off x="3774576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0" y="247"/>
                      <a:pt x="0" y="519"/>
                    </a:cubicBezTo>
                    <a:cubicBezTo>
                      <a:pt x="0" y="815"/>
                      <a:pt x="223" y="1062"/>
                      <a:pt x="519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94" name="Google Shape;2894;p22"/>
              <p:cNvSpPr/>
              <p:nvPr/>
            </p:nvSpPr>
            <p:spPr>
              <a:xfrm>
                <a:off x="3774576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0" y="223"/>
                      <a:pt x="0" y="519"/>
                    </a:cubicBezTo>
                    <a:cubicBezTo>
                      <a:pt x="0" y="815"/>
                      <a:pt x="223" y="1037"/>
                      <a:pt x="519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95" name="Google Shape;2895;p22"/>
              <p:cNvSpPr/>
              <p:nvPr/>
            </p:nvSpPr>
            <p:spPr>
              <a:xfrm>
                <a:off x="3774576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0" y="223"/>
                      <a:pt x="0" y="519"/>
                    </a:cubicBezTo>
                    <a:cubicBezTo>
                      <a:pt x="0" y="790"/>
                      <a:pt x="223" y="1037"/>
                      <a:pt x="519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96" name="Google Shape;2896;p22"/>
              <p:cNvSpPr/>
              <p:nvPr/>
            </p:nvSpPr>
            <p:spPr>
              <a:xfrm>
                <a:off x="3774576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0" y="248"/>
                      <a:pt x="0" y="519"/>
                    </a:cubicBezTo>
                    <a:cubicBezTo>
                      <a:pt x="0" y="816"/>
                      <a:pt x="223" y="1062"/>
                      <a:pt x="519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97" name="Google Shape;2897;p22"/>
              <p:cNvSpPr/>
              <p:nvPr/>
            </p:nvSpPr>
            <p:spPr>
              <a:xfrm>
                <a:off x="3774576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816"/>
                      <a:pt x="223" y="1038"/>
                      <a:pt x="519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98" name="Google Shape;2898;p22"/>
              <p:cNvSpPr/>
              <p:nvPr/>
            </p:nvSpPr>
            <p:spPr>
              <a:xfrm>
                <a:off x="3648651" y="-68427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5"/>
                      <a:pt x="248" y="1038"/>
                      <a:pt x="544" y="1038"/>
                    </a:cubicBezTo>
                    <a:cubicBezTo>
                      <a:pt x="816" y="1038"/>
                      <a:pt x="1062" y="815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99" name="Google Shape;2899;p22"/>
              <p:cNvSpPr/>
              <p:nvPr/>
            </p:nvSpPr>
            <p:spPr>
              <a:xfrm>
                <a:off x="3648651" y="821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791"/>
                      <a:pt x="248" y="1038"/>
                      <a:pt x="544" y="1038"/>
                    </a:cubicBezTo>
                    <a:cubicBezTo>
                      <a:pt x="816" y="1038"/>
                      <a:pt x="1062" y="791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00" name="Google Shape;2900;p22"/>
              <p:cNvSpPr/>
              <p:nvPr/>
            </p:nvSpPr>
            <p:spPr>
              <a:xfrm>
                <a:off x="3648651" y="232173"/>
                <a:ext cx="265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2" extrusionOk="0">
                    <a:moveTo>
                      <a:pt x="544" y="0"/>
                    </a:moveTo>
                    <a:cubicBezTo>
                      <a:pt x="248" y="0"/>
                      <a:pt x="1" y="247"/>
                      <a:pt x="1" y="519"/>
                    </a:cubicBezTo>
                    <a:cubicBezTo>
                      <a:pt x="1" y="815"/>
                      <a:pt x="248" y="1062"/>
                      <a:pt x="544" y="1062"/>
                    </a:cubicBezTo>
                    <a:cubicBezTo>
                      <a:pt x="816" y="1062"/>
                      <a:pt x="1062" y="815"/>
                      <a:pt x="1062" y="519"/>
                    </a:cubicBezTo>
                    <a:cubicBezTo>
                      <a:pt x="1062" y="247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01" name="Google Shape;2901;p22"/>
              <p:cNvSpPr/>
              <p:nvPr/>
            </p:nvSpPr>
            <p:spPr>
              <a:xfrm>
                <a:off x="3648651" y="3827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815"/>
                      <a:pt x="248" y="1037"/>
                      <a:pt x="544" y="1037"/>
                    </a:cubicBezTo>
                    <a:cubicBezTo>
                      <a:pt x="816" y="1037"/>
                      <a:pt x="1062" y="815"/>
                      <a:pt x="1062" y="519"/>
                    </a:cubicBezTo>
                    <a:cubicBezTo>
                      <a:pt x="1062" y="223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02" name="Google Shape;2902;p22"/>
              <p:cNvSpPr/>
              <p:nvPr/>
            </p:nvSpPr>
            <p:spPr>
              <a:xfrm>
                <a:off x="3648651" y="5333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790"/>
                      <a:pt x="248" y="1037"/>
                      <a:pt x="544" y="1037"/>
                    </a:cubicBezTo>
                    <a:cubicBezTo>
                      <a:pt x="816" y="1037"/>
                      <a:pt x="1062" y="790"/>
                      <a:pt x="1062" y="519"/>
                    </a:cubicBezTo>
                    <a:cubicBezTo>
                      <a:pt x="1062" y="223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03" name="Google Shape;2903;p22"/>
              <p:cNvSpPr/>
              <p:nvPr/>
            </p:nvSpPr>
            <p:spPr>
              <a:xfrm>
                <a:off x="3648651" y="683348"/>
                <a:ext cx="2657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3" extrusionOk="0">
                    <a:moveTo>
                      <a:pt x="544" y="1"/>
                    </a:moveTo>
                    <a:cubicBezTo>
                      <a:pt x="248" y="1"/>
                      <a:pt x="1" y="248"/>
                      <a:pt x="1" y="519"/>
                    </a:cubicBezTo>
                    <a:cubicBezTo>
                      <a:pt x="1" y="816"/>
                      <a:pt x="248" y="1062"/>
                      <a:pt x="544" y="1062"/>
                    </a:cubicBezTo>
                    <a:cubicBezTo>
                      <a:pt x="816" y="1062"/>
                      <a:pt x="1062" y="816"/>
                      <a:pt x="1062" y="519"/>
                    </a:cubicBezTo>
                    <a:cubicBezTo>
                      <a:pt x="1062" y="248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04" name="Google Shape;2904;p22"/>
              <p:cNvSpPr/>
              <p:nvPr/>
            </p:nvSpPr>
            <p:spPr>
              <a:xfrm>
                <a:off x="3648651" y="833948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6"/>
                      <a:pt x="248" y="1038"/>
                      <a:pt x="544" y="1038"/>
                    </a:cubicBezTo>
                    <a:cubicBezTo>
                      <a:pt x="816" y="1038"/>
                      <a:pt x="1062" y="816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05" name="Google Shape;2905;p22"/>
              <p:cNvSpPr/>
              <p:nvPr/>
            </p:nvSpPr>
            <p:spPr>
              <a:xfrm>
                <a:off x="3537501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5"/>
                      <a:pt x="248" y="1038"/>
                      <a:pt x="519" y="1038"/>
                    </a:cubicBezTo>
                    <a:cubicBezTo>
                      <a:pt x="816" y="1038"/>
                      <a:pt x="1038" y="815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06" name="Google Shape;2906;p22"/>
              <p:cNvSpPr/>
              <p:nvPr/>
            </p:nvSpPr>
            <p:spPr>
              <a:xfrm>
                <a:off x="3537501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791"/>
                      <a:pt x="248" y="1038"/>
                      <a:pt x="519" y="1038"/>
                    </a:cubicBezTo>
                    <a:cubicBezTo>
                      <a:pt x="816" y="1038"/>
                      <a:pt x="1038" y="791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07" name="Google Shape;2907;p22"/>
              <p:cNvSpPr/>
              <p:nvPr/>
            </p:nvSpPr>
            <p:spPr>
              <a:xfrm>
                <a:off x="3537501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48" y="0"/>
                      <a:pt x="1" y="247"/>
                      <a:pt x="1" y="519"/>
                    </a:cubicBezTo>
                    <a:cubicBezTo>
                      <a:pt x="1" y="815"/>
                      <a:pt x="248" y="1062"/>
                      <a:pt x="519" y="1062"/>
                    </a:cubicBezTo>
                    <a:cubicBezTo>
                      <a:pt x="816" y="1062"/>
                      <a:pt x="1038" y="815"/>
                      <a:pt x="1038" y="519"/>
                    </a:cubicBezTo>
                    <a:cubicBezTo>
                      <a:pt x="1038" y="247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08" name="Google Shape;2908;p22"/>
              <p:cNvSpPr/>
              <p:nvPr/>
            </p:nvSpPr>
            <p:spPr>
              <a:xfrm>
                <a:off x="3537501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815"/>
                      <a:pt x="248" y="1037"/>
                      <a:pt x="519" y="1037"/>
                    </a:cubicBezTo>
                    <a:cubicBezTo>
                      <a:pt x="816" y="1037"/>
                      <a:pt x="1038" y="815"/>
                      <a:pt x="1038" y="519"/>
                    </a:cubicBezTo>
                    <a:cubicBezTo>
                      <a:pt x="1038" y="223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09" name="Google Shape;2909;p22"/>
              <p:cNvSpPr/>
              <p:nvPr/>
            </p:nvSpPr>
            <p:spPr>
              <a:xfrm>
                <a:off x="3537501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790"/>
                      <a:pt x="248" y="1037"/>
                      <a:pt x="519" y="1037"/>
                    </a:cubicBezTo>
                    <a:cubicBezTo>
                      <a:pt x="816" y="1037"/>
                      <a:pt x="1038" y="790"/>
                      <a:pt x="1038" y="519"/>
                    </a:cubicBezTo>
                    <a:cubicBezTo>
                      <a:pt x="1038" y="223"/>
                      <a:pt x="816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10" name="Google Shape;2910;p22"/>
              <p:cNvSpPr/>
              <p:nvPr/>
            </p:nvSpPr>
            <p:spPr>
              <a:xfrm>
                <a:off x="3537501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48" y="1"/>
                      <a:pt x="1" y="248"/>
                      <a:pt x="1" y="519"/>
                    </a:cubicBezTo>
                    <a:cubicBezTo>
                      <a:pt x="1" y="816"/>
                      <a:pt x="248" y="1062"/>
                      <a:pt x="519" y="1062"/>
                    </a:cubicBezTo>
                    <a:cubicBezTo>
                      <a:pt x="816" y="1062"/>
                      <a:pt x="1038" y="816"/>
                      <a:pt x="1038" y="519"/>
                    </a:cubicBezTo>
                    <a:cubicBezTo>
                      <a:pt x="1038" y="248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11" name="Google Shape;2911;p22"/>
              <p:cNvSpPr/>
              <p:nvPr/>
            </p:nvSpPr>
            <p:spPr>
              <a:xfrm>
                <a:off x="3537501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6"/>
                      <a:pt x="248" y="1038"/>
                      <a:pt x="519" y="1038"/>
                    </a:cubicBezTo>
                    <a:cubicBezTo>
                      <a:pt x="816" y="1038"/>
                      <a:pt x="1038" y="816"/>
                      <a:pt x="1038" y="519"/>
                    </a:cubicBezTo>
                    <a:cubicBezTo>
                      <a:pt x="1038" y="223"/>
                      <a:pt x="816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12" name="Google Shape;2912;p22"/>
              <p:cNvSpPr/>
              <p:nvPr/>
            </p:nvSpPr>
            <p:spPr>
              <a:xfrm>
                <a:off x="3412226" y="-68427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815"/>
                      <a:pt x="222" y="1038"/>
                      <a:pt x="518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13" name="Google Shape;2913;p22"/>
              <p:cNvSpPr/>
              <p:nvPr/>
            </p:nvSpPr>
            <p:spPr>
              <a:xfrm>
                <a:off x="3412226" y="82173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791"/>
                      <a:pt x="222" y="1038"/>
                      <a:pt x="518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14" name="Google Shape;2914;p22"/>
              <p:cNvSpPr/>
              <p:nvPr/>
            </p:nvSpPr>
            <p:spPr>
              <a:xfrm>
                <a:off x="3412226" y="232173"/>
                <a:ext cx="259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62" extrusionOk="0">
                    <a:moveTo>
                      <a:pt x="518" y="0"/>
                    </a:moveTo>
                    <a:cubicBezTo>
                      <a:pt x="222" y="0"/>
                      <a:pt x="0" y="247"/>
                      <a:pt x="0" y="519"/>
                    </a:cubicBezTo>
                    <a:cubicBezTo>
                      <a:pt x="0" y="815"/>
                      <a:pt x="222" y="1062"/>
                      <a:pt x="518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15" name="Google Shape;2915;p22"/>
              <p:cNvSpPr/>
              <p:nvPr/>
            </p:nvSpPr>
            <p:spPr>
              <a:xfrm>
                <a:off x="3412226" y="382773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0"/>
                    </a:moveTo>
                    <a:cubicBezTo>
                      <a:pt x="222" y="0"/>
                      <a:pt x="0" y="223"/>
                      <a:pt x="0" y="519"/>
                    </a:cubicBezTo>
                    <a:cubicBezTo>
                      <a:pt x="0" y="815"/>
                      <a:pt x="222" y="1037"/>
                      <a:pt x="518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16" name="Google Shape;2916;p22"/>
              <p:cNvSpPr/>
              <p:nvPr/>
            </p:nvSpPr>
            <p:spPr>
              <a:xfrm>
                <a:off x="3412226" y="533373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0"/>
                    </a:moveTo>
                    <a:cubicBezTo>
                      <a:pt x="222" y="0"/>
                      <a:pt x="0" y="223"/>
                      <a:pt x="0" y="519"/>
                    </a:cubicBezTo>
                    <a:cubicBezTo>
                      <a:pt x="0" y="790"/>
                      <a:pt x="222" y="1037"/>
                      <a:pt x="518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17" name="Google Shape;2917;p22"/>
              <p:cNvSpPr/>
              <p:nvPr/>
            </p:nvSpPr>
            <p:spPr>
              <a:xfrm>
                <a:off x="3412226" y="683348"/>
                <a:ext cx="2592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63" extrusionOk="0">
                    <a:moveTo>
                      <a:pt x="518" y="1"/>
                    </a:moveTo>
                    <a:cubicBezTo>
                      <a:pt x="222" y="1"/>
                      <a:pt x="0" y="248"/>
                      <a:pt x="0" y="519"/>
                    </a:cubicBezTo>
                    <a:cubicBezTo>
                      <a:pt x="0" y="816"/>
                      <a:pt x="222" y="1062"/>
                      <a:pt x="518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18" name="Google Shape;2918;p22"/>
              <p:cNvSpPr/>
              <p:nvPr/>
            </p:nvSpPr>
            <p:spPr>
              <a:xfrm>
                <a:off x="3412226" y="833948"/>
                <a:ext cx="259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1038" extrusionOk="0">
                    <a:moveTo>
                      <a:pt x="518" y="1"/>
                    </a:moveTo>
                    <a:cubicBezTo>
                      <a:pt x="222" y="1"/>
                      <a:pt x="0" y="223"/>
                      <a:pt x="0" y="519"/>
                    </a:cubicBezTo>
                    <a:cubicBezTo>
                      <a:pt x="0" y="816"/>
                      <a:pt x="222" y="1038"/>
                      <a:pt x="518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19" name="Google Shape;2919;p22"/>
              <p:cNvSpPr/>
              <p:nvPr/>
            </p:nvSpPr>
            <p:spPr>
              <a:xfrm>
                <a:off x="3286301" y="-68427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5"/>
                      <a:pt x="247" y="1038"/>
                      <a:pt x="519" y="1038"/>
                    </a:cubicBezTo>
                    <a:cubicBezTo>
                      <a:pt x="815" y="1038"/>
                      <a:pt x="1062" y="815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20" name="Google Shape;2920;p22"/>
              <p:cNvSpPr/>
              <p:nvPr/>
            </p:nvSpPr>
            <p:spPr>
              <a:xfrm>
                <a:off x="3286301" y="821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791"/>
                      <a:pt x="247" y="1038"/>
                      <a:pt x="519" y="1038"/>
                    </a:cubicBezTo>
                    <a:cubicBezTo>
                      <a:pt x="815" y="1038"/>
                      <a:pt x="1062" y="791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21" name="Google Shape;2921;p22"/>
              <p:cNvSpPr/>
              <p:nvPr/>
            </p:nvSpPr>
            <p:spPr>
              <a:xfrm>
                <a:off x="3286301" y="232173"/>
                <a:ext cx="265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2" extrusionOk="0">
                    <a:moveTo>
                      <a:pt x="519" y="0"/>
                    </a:moveTo>
                    <a:cubicBezTo>
                      <a:pt x="247" y="0"/>
                      <a:pt x="0" y="247"/>
                      <a:pt x="0" y="519"/>
                    </a:cubicBezTo>
                    <a:cubicBezTo>
                      <a:pt x="0" y="815"/>
                      <a:pt x="247" y="1062"/>
                      <a:pt x="519" y="1062"/>
                    </a:cubicBezTo>
                    <a:cubicBezTo>
                      <a:pt x="815" y="1062"/>
                      <a:pt x="1062" y="815"/>
                      <a:pt x="1062" y="519"/>
                    </a:cubicBezTo>
                    <a:cubicBezTo>
                      <a:pt x="1062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22" name="Google Shape;2922;p22"/>
              <p:cNvSpPr/>
              <p:nvPr/>
            </p:nvSpPr>
            <p:spPr>
              <a:xfrm>
                <a:off x="3286301" y="3827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815"/>
                      <a:pt x="247" y="1037"/>
                      <a:pt x="519" y="1037"/>
                    </a:cubicBezTo>
                    <a:cubicBezTo>
                      <a:pt x="815" y="1037"/>
                      <a:pt x="1062" y="815"/>
                      <a:pt x="1062" y="519"/>
                    </a:cubicBezTo>
                    <a:cubicBezTo>
                      <a:pt x="1062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23" name="Google Shape;2923;p22"/>
              <p:cNvSpPr/>
              <p:nvPr/>
            </p:nvSpPr>
            <p:spPr>
              <a:xfrm>
                <a:off x="3286301" y="5333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790"/>
                      <a:pt x="247" y="1037"/>
                      <a:pt x="519" y="1037"/>
                    </a:cubicBezTo>
                    <a:cubicBezTo>
                      <a:pt x="815" y="1037"/>
                      <a:pt x="1062" y="790"/>
                      <a:pt x="1062" y="519"/>
                    </a:cubicBezTo>
                    <a:cubicBezTo>
                      <a:pt x="1062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24" name="Google Shape;2924;p22"/>
              <p:cNvSpPr/>
              <p:nvPr/>
            </p:nvSpPr>
            <p:spPr>
              <a:xfrm>
                <a:off x="3286301" y="683348"/>
                <a:ext cx="2657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3" extrusionOk="0">
                    <a:moveTo>
                      <a:pt x="519" y="1"/>
                    </a:moveTo>
                    <a:cubicBezTo>
                      <a:pt x="247" y="1"/>
                      <a:pt x="0" y="248"/>
                      <a:pt x="0" y="519"/>
                    </a:cubicBezTo>
                    <a:cubicBezTo>
                      <a:pt x="0" y="816"/>
                      <a:pt x="247" y="1062"/>
                      <a:pt x="519" y="1062"/>
                    </a:cubicBezTo>
                    <a:cubicBezTo>
                      <a:pt x="815" y="1062"/>
                      <a:pt x="1062" y="816"/>
                      <a:pt x="1062" y="519"/>
                    </a:cubicBezTo>
                    <a:cubicBezTo>
                      <a:pt x="1062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25" name="Google Shape;2925;p22"/>
              <p:cNvSpPr/>
              <p:nvPr/>
            </p:nvSpPr>
            <p:spPr>
              <a:xfrm>
                <a:off x="3286301" y="833948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6"/>
                      <a:pt x="247" y="1038"/>
                      <a:pt x="519" y="1038"/>
                    </a:cubicBezTo>
                    <a:cubicBezTo>
                      <a:pt x="815" y="1038"/>
                      <a:pt x="1062" y="816"/>
                      <a:pt x="1062" y="519"/>
                    </a:cubicBezTo>
                    <a:cubicBezTo>
                      <a:pt x="1062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26" name="Google Shape;2926;p22"/>
              <p:cNvSpPr/>
              <p:nvPr/>
            </p:nvSpPr>
            <p:spPr>
              <a:xfrm>
                <a:off x="3161001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5"/>
                      <a:pt x="223" y="1038"/>
                      <a:pt x="519" y="1038"/>
                    </a:cubicBezTo>
                    <a:cubicBezTo>
                      <a:pt x="815" y="1038"/>
                      <a:pt x="1038" y="815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27" name="Google Shape;2927;p22"/>
              <p:cNvSpPr/>
              <p:nvPr/>
            </p:nvSpPr>
            <p:spPr>
              <a:xfrm>
                <a:off x="3161001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791"/>
                      <a:pt x="223" y="1038"/>
                      <a:pt x="519" y="1038"/>
                    </a:cubicBezTo>
                    <a:cubicBezTo>
                      <a:pt x="815" y="1038"/>
                      <a:pt x="1038" y="791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28" name="Google Shape;2928;p22"/>
              <p:cNvSpPr/>
              <p:nvPr/>
            </p:nvSpPr>
            <p:spPr>
              <a:xfrm>
                <a:off x="3161001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1" y="247"/>
                      <a:pt x="1" y="519"/>
                    </a:cubicBezTo>
                    <a:cubicBezTo>
                      <a:pt x="1" y="815"/>
                      <a:pt x="223" y="1062"/>
                      <a:pt x="519" y="1062"/>
                    </a:cubicBezTo>
                    <a:cubicBezTo>
                      <a:pt x="815" y="1062"/>
                      <a:pt x="1038" y="815"/>
                      <a:pt x="1038" y="519"/>
                    </a:cubicBezTo>
                    <a:cubicBezTo>
                      <a:pt x="1038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29" name="Google Shape;2929;p22"/>
              <p:cNvSpPr/>
              <p:nvPr/>
            </p:nvSpPr>
            <p:spPr>
              <a:xfrm>
                <a:off x="3161001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815"/>
                      <a:pt x="223" y="1037"/>
                      <a:pt x="519" y="1037"/>
                    </a:cubicBezTo>
                    <a:cubicBezTo>
                      <a:pt x="815" y="1037"/>
                      <a:pt x="1038" y="815"/>
                      <a:pt x="1038" y="519"/>
                    </a:cubicBezTo>
                    <a:cubicBezTo>
                      <a:pt x="1038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30" name="Google Shape;2930;p22"/>
              <p:cNvSpPr/>
              <p:nvPr/>
            </p:nvSpPr>
            <p:spPr>
              <a:xfrm>
                <a:off x="3161001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790"/>
                      <a:pt x="223" y="1037"/>
                      <a:pt x="519" y="1037"/>
                    </a:cubicBezTo>
                    <a:cubicBezTo>
                      <a:pt x="815" y="1037"/>
                      <a:pt x="1038" y="790"/>
                      <a:pt x="1038" y="519"/>
                    </a:cubicBezTo>
                    <a:cubicBezTo>
                      <a:pt x="1038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31" name="Google Shape;2931;p22"/>
              <p:cNvSpPr/>
              <p:nvPr/>
            </p:nvSpPr>
            <p:spPr>
              <a:xfrm>
                <a:off x="3161001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1" y="248"/>
                      <a:pt x="1" y="519"/>
                    </a:cubicBezTo>
                    <a:cubicBezTo>
                      <a:pt x="1" y="816"/>
                      <a:pt x="223" y="1062"/>
                      <a:pt x="519" y="1062"/>
                    </a:cubicBezTo>
                    <a:cubicBezTo>
                      <a:pt x="815" y="1062"/>
                      <a:pt x="1038" y="816"/>
                      <a:pt x="1038" y="519"/>
                    </a:cubicBezTo>
                    <a:cubicBezTo>
                      <a:pt x="1038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32" name="Google Shape;2932;p22"/>
              <p:cNvSpPr/>
              <p:nvPr/>
            </p:nvSpPr>
            <p:spPr>
              <a:xfrm>
                <a:off x="3161001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6"/>
                      <a:pt x="223" y="1038"/>
                      <a:pt x="519" y="1038"/>
                    </a:cubicBezTo>
                    <a:cubicBezTo>
                      <a:pt x="815" y="1038"/>
                      <a:pt x="1038" y="816"/>
                      <a:pt x="1038" y="519"/>
                    </a:cubicBezTo>
                    <a:cubicBezTo>
                      <a:pt x="1038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33" name="Google Shape;2933;p22"/>
              <p:cNvSpPr/>
              <p:nvPr/>
            </p:nvSpPr>
            <p:spPr>
              <a:xfrm>
                <a:off x="3035701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5"/>
                      <a:pt x="223" y="1038"/>
                      <a:pt x="519" y="1038"/>
                    </a:cubicBezTo>
                    <a:cubicBezTo>
                      <a:pt x="791" y="1038"/>
                      <a:pt x="1038" y="815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34" name="Google Shape;2934;p22"/>
              <p:cNvSpPr/>
              <p:nvPr/>
            </p:nvSpPr>
            <p:spPr>
              <a:xfrm>
                <a:off x="3035701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791"/>
                      <a:pt x="223" y="1038"/>
                      <a:pt x="519" y="1038"/>
                    </a:cubicBezTo>
                    <a:cubicBezTo>
                      <a:pt x="791" y="1038"/>
                      <a:pt x="1038" y="791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35" name="Google Shape;2935;p22"/>
              <p:cNvSpPr/>
              <p:nvPr/>
            </p:nvSpPr>
            <p:spPr>
              <a:xfrm>
                <a:off x="3035701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1" y="247"/>
                      <a:pt x="1" y="519"/>
                    </a:cubicBezTo>
                    <a:cubicBezTo>
                      <a:pt x="1" y="815"/>
                      <a:pt x="223" y="1062"/>
                      <a:pt x="519" y="1062"/>
                    </a:cubicBezTo>
                    <a:cubicBezTo>
                      <a:pt x="791" y="1062"/>
                      <a:pt x="1038" y="815"/>
                      <a:pt x="1038" y="519"/>
                    </a:cubicBezTo>
                    <a:cubicBezTo>
                      <a:pt x="1038" y="247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36" name="Google Shape;2936;p22"/>
              <p:cNvSpPr/>
              <p:nvPr/>
            </p:nvSpPr>
            <p:spPr>
              <a:xfrm>
                <a:off x="3035701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815"/>
                      <a:pt x="223" y="1037"/>
                      <a:pt x="519" y="1037"/>
                    </a:cubicBezTo>
                    <a:cubicBezTo>
                      <a:pt x="791" y="1037"/>
                      <a:pt x="1038" y="815"/>
                      <a:pt x="1038" y="519"/>
                    </a:cubicBezTo>
                    <a:cubicBezTo>
                      <a:pt x="1038" y="223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37" name="Google Shape;2937;p22"/>
              <p:cNvSpPr/>
              <p:nvPr/>
            </p:nvSpPr>
            <p:spPr>
              <a:xfrm>
                <a:off x="3035701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1" y="223"/>
                      <a:pt x="1" y="519"/>
                    </a:cubicBezTo>
                    <a:cubicBezTo>
                      <a:pt x="1" y="790"/>
                      <a:pt x="223" y="1037"/>
                      <a:pt x="519" y="1037"/>
                    </a:cubicBezTo>
                    <a:cubicBezTo>
                      <a:pt x="791" y="1037"/>
                      <a:pt x="1038" y="790"/>
                      <a:pt x="1038" y="519"/>
                    </a:cubicBezTo>
                    <a:cubicBezTo>
                      <a:pt x="1038" y="223"/>
                      <a:pt x="791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38" name="Google Shape;2938;p22"/>
              <p:cNvSpPr/>
              <p:nvPr/>
            </p:nvSpPr>
            <p:spPr>
              <a:xfrm>
                <a:off x="3035701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1" y="248"/>
                      <a:pt x="1" y="519"/>
                    </a:cubicBezTo>
                    <a:cubicBezTo>
                      <a:pt x="1" y="816"/>
                      <a:pt x="223" y="1062"/>
                      <a:pt x="519" y="1062"/>
                    </a:cubicBezTo>
                    <a:cubicBezTo>
                      <a:pt x="791" y="1062"/>
                      <a:pt x="1038" y="816"/>
                      <a:pt x="1038" y="519"/>
                    </a:cubicBezTo>
                    <a:cubicBezTo>
                      <a:pt x="1038" y="248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39" name="Google Shape;2939;p22"/>
              <p:cNvSpPr/>
              <p:nvPr/>
            </p:nvSpPr>
            <p:spPr>
              <a:xfrm>
                <a:off x="3035701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1" y="223"/>
                      <a:pt x="1" y="519"/>
                    </a:cubicBezTo>
                    <a:cubicBezTo>
                      <a:pt x="1" y="816"/>
                      <a:pt x="223" y="1038"/>
                      <a:pt x="519" y="1038"/>
                    </a:cubicBezTo>
                    <a:cubicBezTo>
                      <a:pt x="791" y="1038"/>
                      <a:pt x="1038" y="816"/>
                      <a:pt x="1038" y="519"/>
                    </a:cubicBezTo>
                    <a:cubicBezTo>
                      <a:pt x="1038" y="223"/>
                      <a:pt x="791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40" name="Google Shape;2940;p22"/>
              <p:cNvSpPr/>
              <p:nvPr/>
            </p:nvSpPr>
            <p:spPr>
              <a:xfrm>
                <a:off x="2909801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5"/>
                      <a:pt x="247" y="1038"/>
                      <a:pt x="519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41" name="Google Shape;2941;p22"/>
              <p:cNvSpPr/>
              <p:nvPr/>
            </p:nvSpPr>
            <p:spPr>
              <a:xfrm>
                <a:off x="2909801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791"/>
                      <a:pt x="247" y="1038"/>
                      <a:pt x="519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42" name="Google Shape;2942;p22"/>
              <p:cNvSpPr/>
              <p:nvPr/>
            </p:nvSpPr>
            <p:spPr>
              <a:xfrm>
                <a:off x="2909801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47" y="0"/>
                      <a:pt x="0" y="247"/>
                      <a:pt x="0" y="519"/>
                    </a:cubicBezTo>
                    <a:cubicBezTo>
                      <a:pt x="0" y="815"/>
                      <a:pt x="247" y="1062"/>
                      <a:pt x="519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43" name="Google Shape;2943;p22"/>
              <p:cNvSpPr/>
              <p:nvPr/>
            </p:nvSpPr>
            <p:spPr>
              <a:xfrm>
                <a:off x="2909801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815"/>
                      <a:pt x="247" y="1037"/>
                      <a:pt x="519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44" name="Google Shape;2944;p22"/>
              <p:cNvSpPr/>
              <p:nvPr/>
            </p:nvSpPr>
            <p:spPr>
              <a:xfrm>
                <a:off x="2909801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47" y="0"/>
                      <a:pt x="0" y="223"/>
                      <a:pt x="0" y="519"/>
                    </a:cubicBezTo>
                    <a:cubicBezTo>
                      <a:pt x="0" y="790"/>
                      <a:pt x="247" y="1037"/>
                      <a:pt x="519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45" name="Google Shape;2945;p22"/>
              <p:cNvSpPr/>
              <p:nvPr/>
            </p:nvSpPr>
            <p:spPr>
              <a:xfrm>
                <a:off x="2909801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47" y="1"/>
                      <a:pt x="0" y="248"/>
                      <a:pt x="0" y="519"/>
                    </a:cubicBezTo>
                    <a:cubicBezTo>
                      <a:pt x="0" y="816"/>
                      <a:pt x="247" y="1062"/>
                      <a:pt x="519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46" name="Google Shape;2946;p22"/>
              <p:cNvSpPr/>
              <p:nvPr/>
            </p:nvSpPr>
            <p:spPr>
              <a:xfrm>
                <a:off x="2909801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47" y="1"/>
                      <a:pt x="0" y="223"/>
                      <a:pt x="0" y="519"/>
                    </a:cubicBezTo>
                    <a:cubicBezTo>
                      <a:pt x="0" y="816"/>
                      <a:pt x="247" y="1038"/>
                      <a:pt x="519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47" name="Google Shape;2947;p22"/>
              <p:cNvSpPr/>
              <p:nvPr/>
            </p:nvSpPr>
            <p:spPr>
              <a:xfrm>
                <a:off x="2784501" y="-68427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815"/>
                      <a:pt x="223" y="1038"/>
                      <a:pt x="519" y="1038"/>
                    </a:cubicBezTo>
                    <a:cubicBezTo>
                      <a:pt x="815" y="1038"/>
                      <a:pt x="1037" y="815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48" name="Google Shape;2948;p22"/>
              <p:cNvSpPr/>
              <p:nvPr/>
            </p:nvSpPr>
            <p:spPr>
              <a:xfrm>
                <a:off x="2784501" y="821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791"/>
                      <a:pt x="223" y="1038"/>
                      <a:pt x="519" y="1038"/>
                    </a:cubicBezTo>
                    <a:cubicBezTo>
                      <a:pt x="815" y="1038"/>
                      <a:pt x="1037" y="791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49" name="Google Shape;2949;p22"/>
              <p:cNvSpPr/>
              <p:nvPr/>
            </p:nvSpPr>
            <p:spPr>
              <a:xfrm>
                <a:off x="2784501" y="232173"/>
                <a:ext cx="259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2" extrusionOk="0">
                    <a:moveTo>
                      <a:pt x="519" y="0"/>
                    </a:moveTo>
                    <a:cubicBezTo>
                      <a:pt x="223" y="0"/>
                      <a:pt x="0" y="247"/>
                      <a:pt x="0" y="519"/>
                    </a:cubicBezTo>
                    <a:cubicBezTo>
                      <a:pt x="0" y="815"/>
                      <a:pt x="223" y="1062"/>
                      <a:pt x="519" y="1062"/>
                    </a:cubicBezTo>
                    <a:cubicBezTo>
                      <a:pt x="815" y="1062"/>
                      <a:pt x="1037" y="815"/>
                      <a:pt x="1037" y="519"/>
                    </a:cubicBezTo>
                    <a:cubicBezTo>
                      <a:pt x="1037" y="247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50" name="Google Shape;2950;p22"/>
              <p:cNvSpPr/>
              <p:nvPr/>
            </p:nvSpPr>
            <p:spPr>
              <a:xfrm>
                <a:off x="2784501" y="3827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0" y="223"/>
                      <a:pt x="0" y="519"/>
                    </a:cubicBezTo>
                    <a:cubicBezTo>
                      <a:pt x="0" y="815"/>
                      <a:pt x="223" y="1037"/>
                      <a:pt x="519" y="1037"/>
                    </a:cubicBezTo>
                    <a:cubicBezTo>
                      <a:pt x="815" y="1037"/>
                      <a:pt x="1037" y="815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51" name="Google Shape;2951;p22"/>
              <p:cNvSpPr/>
              <p:nvPr/>
            </p:nvSpPr>
            <p:spPr>
              <a:xfrm>
                <a:off x="2784501" y="533373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0"/>
                    </a:moveTo>
                    <a:cubicBezTo>
                      <a:pt x="223" y="0"/>
                      <a:pt x="0" y="223"/>
                      <a:pt x="0" y="519"/>
                    </a:cubicBezTo>
                    <a:cubicBezTo>
                      <a:pt x="0" y="790"/>
                      <a:pt x="223" y="1037"/>
                      <a:pt x="519" y="1037"/>
                    </a:cubicBezTo>
                    <a:cubicBezTo>
                      <a:pt x="815" y="1037"/>
                      <a:pt x="1037" y="790"/>
                      <a:pt x="1037" y="519"/>
                    </a:cubicBezTo>
                    <a:cubicBezTo>
                      <a:pt x="1037" y="223"/>
                      <a:pt x="815" y="0"/>
                      <a:pt x="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52" name="Google Shape;2952;p22"/>
              <p:cNvSpPr/>
              <p:nvPr/>
            </p:nvSpPr>
            <p:spPr>
              <a:xfrm>
                <a:off x="2784501" y="683348"/>
                <a:ext cx="259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63" extrusionOk="0">
                    <a:moveTo>
                      <a:pt x="519" y="1"/>
                    </a:moveTo>
                    <a:cubicBezTo>
                      <a:pt x="223" y="1"/>
                      <a:pt x="0" y="248"/>
                      <a:pt x="0" y="519"/>
                    </a:cubicBezTo>
                    <a:cubicBezTo>
                      <a:pt x="0" y="816"/>
                      <a:pt x="223" y="1062"/>
                      <a:pt x="519" y="1062"/>
                    </a:cubicBezTo>
                    <a:cubicBezTo>
                      <a:pt x="815" y="1062"/>
                      <a:pt x="1037" y="816"/>
                      <a:pt x="1037" y="519"/>
                    </a:cubicBezTo>
                    <a:cubicBezTo>
                      <a:pt x="1037" y="248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53" name="Google Shape;2953;p22"/>
              <p:cNvSpPr/>
              <p:nvPr/>
            </p:nvSpPr>
            <p:spPr>
              <a:xfrm>
                <a:off x="2784501" y="833948"/>
                <a:ext cx="25950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1038" extrusionOk="0">
                    <a:moveTo>
                      <a:pt x="519" y="1"/>
                    </a:moveTo>
                    <a:cubicBezTo>
                      <a:pt x="223" y="1"/>
                      <a:pt x="0" y="223"/>
                      <a:pt x="0" y="519"/>
                    </a:cubicBezTo>
                    <a:cubicBezTo>
                      <a:pt x="0" y="816"/>
                      <a:pt x="223" y="1038"/>
                      <a:pt x="519" y="1038"/>
                    </a:cubicBezTo>
                    <a:cubicBezTo>
                      <a:pt x="815" y="1038"/>
                      <a:pt x="1037" y="816"/>
                      <a:pt x="1037" y="519"/>
                    </a:cubicBezTo>
                    <a:cubicBezTo>
                      <a:pt x="1037" y="223"/>
                      <a:pt x="815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54" name="Google Shape;2954;p22"/>
              <p:cNvSpPr/>
              <p:nvPr/>
            </p:nvSpPr>
            <p:spPr>
              <a:xfrm>
                <a:off x="2658576" y="-68427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5"/>
                      <a:pt x="248" y="1038"/>
                      <a:pt x="544" y="1038"/>
                    </a:cubicBezTo>
                    <a:cubicBezTo>
                      <a:pt x="816" y="1038"/>
                      <a:pt x="1062" y="815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55" name="Google Shape;2955;p22"/>
              <p:cNvSpPr/>
              <p:nvPr/>
            </p:nvSpPr>
            <p:spPr>
              <a:xfrm>
                <a:off x="2658576" y="821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791"/>
                      <a:pt x="248" y="1038"/>
                      <a:pt x="544" y="1038"/>
                    </a:cubicBezTo>
                    <a:cubicBezTo>
                      <a:pt x="816" y="1038"/>
                      <a:pt x="1062" y="791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56" name="Google Shape;2956;p22"/>
              <p:cNvSpPr/>
              <p:nvPr/>
            </p:nvSpPr>
            <p:spPr>
              <a:xfrm>
                <a:off x="2658576" y="232173"/>
                <a:ext cx="265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2" extrusionOk="0">
                    <a:moveTo>
                      <a:pt x="544" y="0"/>
                    </a:moveTo>
                    <a:cubicBezTo>
                      <a:pt x="248" y="0"/>
                      <a:pt x="1" y="247"/>
                      <a:pt x="1" y="519"/>
                    </a:cubicBezTo>
                    <a:cubicBezTo>
                      <a:pt x="1" y="815"/>
                      <a:pt x="248" y="1062"/>
                      <a:pt x="544" y="1062"/>
                    </a:cubicBezTo>
                    <a:cubicBezTo>
                      <a:pt x="816" y="1062"/>
                      <a:pt x="1062" y="815"/>
                      <a:pt x="1062" y="519"/>
                    </a:cubicBezTo>
                    <a:cubicBezTo>
                      <a:pt x="1062" y="247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57" name="Google Shape;2957;p22"/>
              <p:cNvSpPr/>
              <p:nvPr/>
            </p:nvSpPr>
            <p:spPr>
              <a:xfrm>
                <a:off x="2658576" y="3827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815"/>
                      <a:pt x="248" y="1037"/>
                      <a:pt x="544" y="1037"/>
                    </a:cubicBezTo>
                    <a:cubicBezTo>
                      <a:pt x="816" y="1037"/>
                      <a:pt x="1062" y="815"/>
                      <a:pt x="1062" y="519"/>
                    </a:cubicBezTo>
                    <a:cubicBezTo>
                      <a:pt x="1062" y="223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58" name="Google Shape;2958;p22"/>
              <p:cNvSpPr/>
              <p:nvPr/>
            </p:nvSpPr>
            <p:spPr>
              <a:xfrm>
                <a:off x="2658576" y="533373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0"/>
                    </a:moveTo>
                    <a:cubicBezTo>
                      <a:pt x="248" y="0"/>
                      <a:pt x="1" y="223"/>
                      <a:pt x="1" y="519"/>
                    </a:cubicBezTo>
                    <a:cubicBezTo>
                      <a:pt x="1" y="790"/>
                      <a:pt x="248" y="1037"/>
                      <a:pt x="544" y="1037"/>
                    </a:cubicBezTo>
                    <a:cubicBezTo>
                      <a:pt x="816" y="1037"/>
                      <a:pt x="1062" y="790"/>
                      <a:pt x="1062" y="519"/>
                    </a:cubicBezTo>
                    <a:cubicBezTo>
                      <a:pt x="1062" y="223"/>
                      <a:pt x="816" y="0"/>
                      <a:pt x="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59" name="Google Shape;2959;p22"/>
              <p:cNvSpPr/>
              <p:nvPr/>
            </p:nvSpPr>
            <p:spPr>
              <a:xfrm>
                <a:off x="2658576" y="683348"/>
                <a:ext cx="26575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63" extrusionOk="0">
                    <a:moveTo>
                      <a:pt x="544" y="1"/>
                    </a:moveTo>
                    <a:cubicBezTo>
                      <a:pt x="248" y="1"/>
                      <a:pt x="1" y="248"/>
                      <a:pt x="1" y="519"/>
                    </a:cubicBezTo>
                    <a:cubicBezTo>
                      <a:pt x="1" y="816"/>
                      <a:pt x="248" y="1062"/>
                      <a:pt x="544" y="1062"/>
                    </a:cubicBezTo>
                    <a:cubicBezTo>
                      <a:pt x="816" y="1062"/>
                      <a:pt x="1062" y="816"/>
                      <a:pt x="1062" y="519"/>
                    </a:cubicBezTo>
                    <a:cubicBezTo>
                      <a:pt x="1062" y="248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60" name="Google Shape;2960;p22"/>
              <p:cNvSpPr/>
              <p:nvPr/>
            </p:nvSpPr>
            <p:spPr>
              <a:xfrm>
                <a:off x="2658576" y="833948"/>
                <a:ext cx="2657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038" extrusionOk="0">
                    <a:moveTo>
                      <a:pt x="544" y="1"/>
                    </a:moveTo>
                    <a:cubicBezTo>
                      <a:pt x="248" y="1"/>
                      <a:pt x="1" y="223"/>
                      <a:pt x="1" y="519"/>
                    </a:cubicBezTo>
                    <a:cubicBezTo>
                      <a:pt x="1" y="816"/>
                      <a:pt x="248" y="1038"/>
                      <a:pt x="544" y="1038"/>
                    </a:cubicBezTo>
                    <a:cubicBezTo>
                      <a:pt x="816" y="1038"/>
                      <a:pt x="1062" y="816"/>
                      <a:pt x="1062" y="519"/>
                    </a:cubicBezTo>
                    <a:cubicBezTo>
                      <a:pt x="1062" y="223"/>
                      <a:pt x="816" y="1"/>
                      <a:pt x="5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2961" name="Google Shape;2961;p22"/>
          <p:cNvGrpSpPr/>
          <p:nvPr/>
        </p:nvGrpSpPr>
        <p:grpSpPr>
          <a:xfrm>
            <a:off x="212900" y="4104332"/>
            <a:ext cx="903178" cy="928352"/>
            <a:chOff x="7920525" y="305450"/>
            <a:chExt cx="861400" cy="885325"/>
          </a:xfrm>
        </p:grpSpPr>
        <p:sp>
          <p:nvSpPr>
            <p:cNvPr id="2962" name="Google Shape;2962;p22"/>
            <p:cNvSpPr/>
            <p:nvPr/>
          </p:nvSpPr>
          <p:spPr>
            <a:xfrm>
              <a:off x="7920525" y="442275"/>
              <a:ext cx="748500" cy="7485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63" name="Google Shape;2963;p22"/>
            <p:cNvSpPr/>
            <p:nvPr/>
          </p:nvSpPr>
          <p:spPr>
            <a:xfrm>
              <a:off x="8331025" y="305450"/>
              <a:ext cx="450900" cy="450900"/>
            </a:xfrm>
            <a:prstGeom prst="ellipse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BLANK_13">
    <p:spTree>
      <p:nvGrpSpPr>
        <p:cNvPr id="1" name="Shape 2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5" name="Google Shape;2965;p23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66" name="Google Shape;2966;p23"/>
          <p:cNvSpPr txBox="1">
            <a:spLocks noGrp="1"/>
          </p:cNvSpPr>
          <p:nvPr>
            <p:ph type="body" idx="1"/>
          </p:nvPr>
        </p:nvSpPr>
        <p:spPr>
          <a:xfrm>
            <a:off x="2015550" y="1481225"/>
            <a:ext cx="5112900" cy="28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Nunito Light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unito Light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967" name="Google Shape;2967;p23"/>
          <p:cNvGrpSpPr/>
          <p:nvPr/>
        </p:nvGrpSpPr>
        <p:grpSpPr>
          <a:xfrm>
            <a:off x="-79410" y="4442503"/>
            <a:ext cx="2227488" cy="684900"/>
            <a:chOff x="-79410" y="4442503"/>
            <a:chExt cx="2227488" cy="684900"/>
          </a:xfrm>
        </p:grpSpPr>
        <p:sp>
          <p:nvSpPr>
            <p:cNvPr id="2968" name="Google Shape;2968;p23"/>
            <p:cNvSpPr/>
            <p:nvPr/>
          </p:nvSpPr>
          <p:spPr>
            <a:xfrm flipH="1">
              <a:off x="-79410" y="44756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19" y="1038"/>
                  </a:cubicBezTo>
                  <a:cubicBezTo>
                    <a:pt x="816" y="1038"/>
                    <a:pt x="1038" y="815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69" name="Google Shape;2969;p23"/>
            <p:cNvSpPr/>
            <p:nvPr/>
          </p:nvSpPr>
          <p:spPr>
            <a:xfrm flipH="1">
              <a:off x="-79410" y="46262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19" y="1038"/>
                  </a:cubicBezTo>
                  <a:cubicBezTo>
                    <a:pt x="816" y="1038"/>
                    <a:pt x="1038" y="791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0" name="Google Shape;2970;p23"/>
            <p:cNvSpPr/>
            <p:nvPr/>
          </p:nvSpPr>
          <p:spPr>
            <a:xfrm flipH="1">
              <a:off x="-79410" y="4776270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19" y="1062"/>
                  </a:cubicBezTo>
                  <a:cubicBezTo>
                    <a:pt x="816" y="1062"/>
                    <a:pt x="1038" y="815"/>
                    <a:pt x="1038" y="519"/>
                  </a:cubicBezTo>
                  <a:cubicBezTo>
                    <a:pt x="1038" y="247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1" name="Google Shape;2971;p23"/>
            <p:cNvSpPr/>
            <p:nvPr/>
          </p:nvSpPr>
          <p:spPr>
            <a:xfrm flipH="1">
              <a:off x="-79410" y="49268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19" y="1037"/>
                  </a:cubicBezTo>
                  <a:cubicBezTo>
                    <a:pt x="816" y="1037"/>
                    <a:pt x="1038" y="815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2" name="Google Shape;2972;p23"/>
            <p:cNvSpPr/>
            <p:nvPr/>
          </p:nvSpPr>
          <p:spPr>
            <a:xfrm flipH="1">
              <a:off x="-79410" y="50774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19" y="1037"/>
                  </a:cubicBezTo>
                  <a:cubicBezTo>
                    <a:pt x="816" y="1037"/>
                    <a:pt x="1038" y="790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3" name="Google Shape;2973;p23"/>
            <p:cNvSpPr/>
            <p:nvPr/>
          </p:nvSpPr>
          <p:spPr>
            <a:xfrm flipH="1">
              <a:off x="45890" y="4475670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5"/>
                    <a:pt x="222" y="1038"/>
                    <a:pt x="518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4" name="Google Shape;2974;p23"/>
            <p:cNvSpPr/>
            <p:nvPr/>
          </p:nvSpPr>
          <p:spPr>
            <a:xfrm flipH="1">
              <a:off x="45890" y="4626270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791"/>
                    <a:pt x="222" y="1038"/>
                    <a:pt x="518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5" name="Google Shape;2975;p23"/>
            <p:cNvSpPr/>
            <p:nvPr/>
          </p:nvSpPr>
          <p:spPr>
            <a:xfrm flipH="1">
              <a:off x="45890" y="4776270"/>
              <a:ext cx="25925" cy="26550"/>
            </a:xfrm>
            <a:custGeom>
              <a:avLst/>
              <a:gdLst/>
              <a:ahLst/>
              <a:cxnLst/>
              <a:rect l="l" t="t" r="r" b="b"/>
              <a:pathLst>
                <a:path w="1037" h="1062" extrusionOk="0">
                  <a:moveTo>
                    <a:pt x="518" y="0"/>
                  </a:moveTo>
                  <a:cubicBezTo>
                    <a:pt x="222" y="0"/>
                    <a:pt x="0" y="247"/>
                    <a:pt x="0" y="519"/>
                  </a:cubicBezTo>
                  <a:cubicBezTo>
                    <a:pt x="0" y="815"/>
                    <a:pt x="222" y="1062"/>
                    <a:pt x="518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6" name="Google Shape;2976;p23"/>
            <p:cNvSpPr/>
            <p:nvPr/>
          </p:nvSpPr>
          <p:spPr>
            <a:xfrm flipH="1">
              <a:off x="45890" y="4926870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815"/>
                    <a:pt x="222" y="1037"/>
                    <a:pt x="518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7" name="Google Shape;2977;p23"/>
            <p:cNvSpPr/>
            <p:nvPr/>
          </p:nvSpPr>
          <p:spPr>
            <a:xfrm flipH="1">
              <a:off x="45890" y="5077470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790"/>
                    <a:pt x="222" y="1037"/>
                    <a:pt x="518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8" name="Google Shape;2978;p23"/>
            <p:cNvSpPr/>
            <p:nvPr/>
          </p:nvSpPr>
          <p:spPr>
            <a:xfrm flipH="1">
              <a:off x="171165" y="447567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62" y="815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9" name="Google Shape;2979;p23"/>
            <p:cNvSpPr/>
            <p:nvPr/>
          </p:nvSpPr>
          <p:spPr>
            <a:xfrm flipH="1">
              <a:off x="171165" y="462627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62" y="791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0" name="Google Shape;2980;p23"/>
            <p:cNvSpPr/>
            <p:nvPr/>
          </p:nvSpPr>
          <p:spPr>
            <a:xfrm flipH="1">
              <a:off x="171165" y="4776270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62" y="815"/>
                    <a:pt x="1062" y="519"/>
                  </a:cubicBezTo>
                  <a:cubicBezTo>
                    <a:pt x="1062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1" name="Google Shape;2981;p23"/>
            <p:cNvSpPr/>
            <p:nvPr/>
          </p:nvSpPr>
          <p:spPr>
            <a:xfrm flipH="1">
              <a:off x="171165" y="492687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62" y="815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2" name="Google Shape;2982;p23"/>
            <p:cNvSpPr/>
            <p:nvPr/>
          </p:nvSpPr>
          <p:spPr>
            <a:xfrm flipH="1">
              <a:off x="171165" y="507747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62" y="790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3" name="Google Shape;2983;p23"/>
            <p:cNvSpPr/>
            <p:nvPr/>
          </p:nvSpPr>
          <p:spPr>
            <a:xfrm flipH="1">
              <a:off x="297090" y="44756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815" y="1038"/>
                    <a:pt x="1038" y="815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4" name="Google Shape;2984;p23"/>
            <p:cNvSpPr/>
            <p:nvPr/>
          </p:nvSpPr>
          <p:spPr>
            <a:xfrm flipH="1">
              <a:off x="297090" y="46262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815" y="1038"/>
                    <a:pt x="1038" y="791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5" name="Google Shape;2985;p23"/>
            <p:cNvSpPr/>
            <p:nvPr/>
          </p:nvSpPr>
          <p:spPr>
            <a:xfrm flipH="1">
              <a:off x="297090" y="4776270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815" y="1062"/>
                    <a:pt x="1038" y="815"/>
                    <a:pt x="1038" y="519"/>
                  </a:cubicBezTo>
                  <a:cubicBezTo>
                    <a:pt x="1038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6" name="Google Shape;2986;p23"/>
            <p:cNvSpPr/>
            <p:nvPr/>
          </p:nvSpPr>
          <p:spPr>
            <a:xfrm flipH="1">
              <a:off x="297090" y="49268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815" y="1037"/>
                    <a:pt x="1038" y="815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7" name="Google Shape;2987;p23"/>
            <p:cNvSpPr/>
            <p:nvPr/>
          </p:nvSpPr>
          <p:spPr>
            <a:xfrm flipH="1">
              <a:off x="297090" y="50774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815" y="1037"/>
                    <a:pt x="1038" y="790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8" name="Google Shape;2988;p23"/>
            <p:cNvSpPr/>
            <p:nvPr/>
          </p:nvSpPr>
          <p:spPr>
            <a:xfrm flipH="1">
              <a:off x="422390" y="44756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791" y="1038"/>
                    <a:pt x="1038" y="815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9" name="Google Shape;2989;p23"/>
            <p:cNvSpPr/>
            <p:nvPr/>
          </p:nvSpPr>
          <p:spPr>
            <a:xfrm flipH="1">
              <a:off x="422390" y="46262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791" y="1038"/>
                    <a:pt x="1038" y="791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0" name="Google Shape;2990;p23"/>
            <p:cNvSpPr/>
            <p:nvPr/>
          </p:nvSpPr>
          <p:spPr>
            <a:xfrm flipH="1">
              <a:off x="422390" y="4776270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791" y="1062"/>
                    <a:pt x="1038" y="815"/>
                    <a:pt x="1038" y="519"/>
                  </a:cubicBezTo>
                  <a:cubicBezTo>
                    <a:pt x="1038" y="247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1" name="Google Shape;2991;p23"/>
            <p:cNvSpPr/>
            <p:nvPr/>
          </p:nvSpPr>
          <p:spPr>
            <a:xfrm flipH="1">
              <a:off x="422390" y="49268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791" y="1037"/>
                    <a:pt x="1038" y="815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2" name="Google Shape;2992;p23"/>
            <p:cNvSpPr/>
            <p:nvPr/>
          </p:nvSpPr>
          <p:spPr>
            <a:xfrm flipH="1">
              <a:off x="422390" y="50774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791" y="1037"/>
                    <a:pt x="1038" y="790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3" name="Google Shape;2993;p23"/>
            <p:cNvSpPr/>
            <p:nvPr/>
          </p:nvSpPr>
          <p:spPr>
            <a:xfrm flipH="1">
              <a:off x="548290" y="44756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4" name="Google Shape;2994;p23"/>
            <p:cNvSpPr/>
            <p:nvPr/>
          </p:nvSpPr>
          <p:spPr>
            <a:xfrm flipH="1">
              <a:off x="548290" y="46262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5" name="Google Shape;2995;p23"/>
            <p:cNvSpPr/>
            <p:nvPr/>
          </p:nvSpPr>
          <p:spPr>
            <a:xfrm flipH="1">
              <a:off x="548290" y="4776270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6" name="Google Shape;2996;p23"/>
            <p:cNvSpPr/>
            <p:nvPr/>
          </p:nvSpPr>
          <p:spPr>
            <a:xfrm flipH="1">
              <a:off x="548290" y="49268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7" name="Google Shape;2997;p23"/>
            <p:cNvSpPr/>
            <p:nvPr/>
          </p:nvSpPr>
          <p:spPr>
            <a:xfrm flipH="1">
              <a:off x="548290" y="50774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8" name="Google Shape;2998;p23"/>
            <p:cNvSpPr/>
            <p:nvPr/>
          </p:nvSpPr>
          <p:spPr>
            <a:xfrm flipH="1">
              <a:off x="673590" y="44756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5"/>
                    <a:pt x="223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9" name="Google Shape;2999;p23"/>
            <p:cNvSpPr/>
            <p:nvPr/>
          </p:nvSpPr>
          <p:spPr>
            <a:xfrm flipH="1">
              <a:off x="673590" y="46262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791"/>
                    <a:pt x="223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0" name="Google Shape;3000;p23"/>
            <p:cNvSpPr/>
            <p:nvPr/>
          </p:nvSpPr>
          <p:spPr>
            <a:xfrm flipH="1">
              <a:off x="673590" y="4776270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0" y="247"/>
                    <a:pt x="0" y="519"/>
                  </a:cubicBezTo>
                  <a:cubicBezTo>
                    <a:pt x="0" y="815"/>
                    <a:pt x="223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1" name="Google Shape;3001;p23"/>
            <p:cNvSpPr/>
            <p:nvPr/>
          </p:nvSpPr>
          <p:spPr>
            <a:xfrm flipH="1">
              <a:off x="673590" y="49268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815"/>
                    <a:pt x="223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2" name="Google Shape;3002;p23"/>
            <p:cNvSpPr/>
            <p:nvPr/>
          </p:nvSpPr>
          <p:spPr>
            <a:xfrm flipH="1">
              <a:off x="673590" y="50774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790"/>
                    <a:pt x="223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3" name="Google Shape;3003;p23"/>
            <p:cNvSpPr/>
            <p:nvPr/>
          </p:nvSpPr>
          <p:spPr>
            <a:xfrm flipH="1">
              <a:off x="798890" y="447567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44" y="1038"/>
                  </a:cubicBezTo>
                  <a:cubicBezTo>
                    <a:pt x="816" y="1038"/>
                    <a:pt x="1062" y="815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4" name="Google Shape;3004;p23"/>
            <p:cNvSpPr/>
            <p:nvPr/>
          </p:nvSpPr>
          <p:spPr>
            <a:xfrm flipH="1">
              <a:off x="798890" y="462627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44" y="1038"/>
                  </a:cubicBezTo>
                  <a:cubicBezTo>
                    <a:pt x="816" y="1038"/>
                    <a:pt x="1062" y="791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5" name="Google Shape;3005;p23"/>
            <p:cNvSpPr/>
            <p:nvPr/>
          </p:nvSpPr>
          <p:spPr>
            <a:xfrm flipH="1">
              <a:off x="798890" y="4776270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44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44" y="1062"/>
                  </a:cubicBezTo>
                  <a:cubicBezTo>
                    <a:pt x="816" y="1062"/>
                    <a:pt x="1062" y="815"/>
                    <a:pt x="1062" y="519"/>
                  </a:cubicBezTo>
                  <a:cubicBezTo>
                    <a:pt x="1062" y="247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6" name="Google Shape;3006;p23"/>
            <p:cNvSpPr/>
            <p:nvPr/>
          </p:nvSpPr>
          <p:spPr>
            <a:xfrm flipH="1">
              <a:off x="798890" y="492687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44" y="1037"/>
                  </a:cubicBezTo>
                  <a:cubicBezTo>
                    <a:pt x="816" y="1037"/>
                    <a:pt x="1062" y="815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7" name="Google Shape;3007;p23"/>
            <p:cNvSpPr/>
            <p:nvPr/>
          </p:nvSpPr>
          <p:spPr>
            <a:xfrm flipH="1">
              <a:off x="798890" y="507747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44" y="1037"/>
                  </a:cubicBezTo>
                  <a:cubicBezTo>
                    <a:pt x="816" y="1037"/>
                    <a:pt x="1062" y="790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8" name="Google Shape;3008;p23"/>
            <p:cNvSpPr/>
            <p:nvPr/>
          </p:nvSpPr>
          <p:spPr>
            <a:xfrm flipH="1">
              <a:off x="910665" y="44756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19" y="1038"/>
                  </a:cubicBezTo>
                  <a:cubicBezTo>
                    <a:pt x="816" y="1038"/>
                    <a:pt x="1038" y="815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9" name="Google Shape;3009;p23"/>
            <p:cNvSpPr/>
            <p:nvPr/>
          </p:nvSpPr>
          <p:spPr>
            <a:xfrm flipH="1">
              <a:off x="910665" y="46262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19" y="1038"/>
                  </a:cubicBezTo>
                  <a:cubicBezTo>
                    <a:pt x="816" y="1038"/>
                    <a:pt x="1038" y="791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0" name="Google Shape;3010;p23"/>
            <p:cNvSpPr/>
            <p:nvPr/>
          </p:nvSpPr>
          <p:spPr>
            <a:xfrm flipH="1">
              <a:off x="910665" y="4776270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19" y="1062"/>
                  </a:cubicBezTo>
                  <a:cubicBezTo>
                    <a:pt x="816" y="1062"/>
                    <a:pt x="1038" y="815"/>
                    <a:pt x="1038" y="519"/>
                  </a:cubicBezTo>
                  <a:cubicBezTo>
                    <a:pt x="1038" y="247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1" name="Google Shape;3011;p23"/>
            <p:cNvSpPr/>
            <p:nvPr/>
          </p:nvSpPr>
          <p:spPr>
            <a:xfrm flipH="1">
              <a:off x="910665" y="49268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19" y="1037"/>
                  </a:cubicBezTo>
                  <a:cubicBezTo>
                    <a:pt x="816" y="1037"/>
                    <a:pt x="1038" y="815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2" name="Google Shape;3012;p23"/>
            <p:cNvSpPr/>
            <p:nvPr/>
          </p:nvSpPr>
          <p:spPr>
            <a:xfrm flipH="1">
              <a:off x="910665" y="50774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19" y="1037"/>
                  </a:cubicBezTo>
                  <a:cubicBezTo>
                    <a:pt x="816" y="1037"/>
                    <a:pt x="1038" y="790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3" name="Google Shape;3013;p23"/>
            <p:cNvSpPr/>
            <p:nvPr/>
          </p:nvSpPr>
          <p:spPr>
            <a:xfrm flipH="1">
              <a:off x="1035965" y="4475670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5"/>
                    <a:pt x="222" y="1038"/>
                    <a:pt x="518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4" name="Google Shape;3014;p23"/>
            <p:cNvSpPr/>
            <p:nvPr/>
          </p:nvSpPr>
          <p:spPr>
            <a:xfrm flipH="1">
              <a:off x="1035965" y="4626270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791"/>
                    <a:pt x="222" y="1038"/>
                    <a:pt x="518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5" name="Google Shape;3015;p23"/>
            <p:cNvSpPr/>
            <p:nvPr/>
          </p:nvSpPr>
          <p:spPr>
            <a:xfrm flipH="1">
              <a:off x="1035965" y="4776270"/>
              <a:ext cx="25925" cy="26550"/>
            </a:xfrm>
            <a:custGeom>
              <a:avLst/>
              <a:gdLst/>
              <a:ahLst/>
              <a:cxnLst/>
              <a:rect l="l" t="t" r="r" b="b"/>
              <a:pathLst>
                <a:path w="1037" h="1062" extrusionOk="0">
                  <a:moveTo>
                    <a:pt x="518" y="0"/>
                  </a:moveTo>
                  <a:cubicBezTo>
                    <a:pt x="222" y="0"/>
                    <a:pt x="0" y="247"/>
                    <a:pt x="0" y="519"/>
                  </a:cubicBezTo>
                  <a:cubicBezTo>
                    <a:pt x="0" y="815"/>
                    <a:pt x="222" y="1062"/>
                    <a:pt x="518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6" name="Google Shape;3016;p23"/>
            <p:cNvSpPr/>
            <p:nvPr/>
          </p:nvSpPr>
          <p:spPr>
            <a:xfrm flipH="1">
              <a:off x="1035965" y="4926870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815"/>
                    <a:pt x="222" y="1037"/>
                    <a:pt x="518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7" name="Google Shape;3017;p23"/>
            <p:cNvSpPr/>
            <p:nvPr/>
          </p:nvSpPr>
          <p:spPr>
            <a:xfrm flipH="1">
              <a:off x="1035965" y="5077470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790"/>
                    <a:pt x="222" y="1037"/>
                    <a:pt x="518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8" name="Google Shape;3018;p23"/>
            <p:cNvSpPr/>
            <p:nvPr/>
          </p:nvSpPr>
          <p:spPr>
            <a:xfrm flipH="1">
              <a:off x="1161240" y="447567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62" y="815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9" name="Google Shape;3019;p23"/>
            <p:cNvSpPr/>
            <p:nvPr/>
          </p:nvSpPr>
          <p:spPr>
            <a:xfrm flipH="1">
              <a:off x="1161240" y="462627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62" y="791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0" name="Google Shape;3020;p23"/>
            <p:cNvSpPr/>
            <p:nvPr/>
          </p:nvSpPr>
          <p:spPr>
            <a:xfrm flipH="1">
              <a:off x="1161240" y="4776270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62" y="815"/>
                    <a:pt x="1062" y="519"/>
                  </a:cubicBezTo>
                  <a:cubicBezTo>
                    <a:pt x="1062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1" name="Google Shape;3021;p23"/>
            <p:cNvSpPr/>
            <p:nvPr/>
          </p:nvSpPr>
          <p:spPr>
            <a:xfrm flipH="1">
              <a:off x="1161240" y="492687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62" y="815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2" name="Google Shape;3022;p23"/>
            <p:cNvSpPr/>
            <p:nvPr/>
          </p:nvSpPr>
          <p:spPr>
            <a:xfrm flipH="1">
              <a:off x="1161240" y="507747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62" y="790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3" name="Google Shape;3023;p23"/>
            <p:cNvSpPr/>
            <p:nvPr/>
          </p:nvSpPr>
          <p:spPr>
            <a:xfrm flipH="1">
              <a:off x="1287165" y="44756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815" y="1038"/>
                    <a:pt x="1038" y="815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4" name="Google Shape;3024;p23"/>
            <p:cNvSpPr/>
            <p:nvPr/>
          </p:nvSpPr>
          <p:spPr>
            <a:xfrm flipH="1">
              <a:off x="1287165" y="46262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815" y="1038"/>
                    <a:pt x="1038" y="791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5" name="Google Shape;3025;p23"/>
            <p:cNvSpPr/>
            <p:nvPr/>
          </p:nvSpPr>
          <p:spPr>
            <a:xfrm flipH="1">
              <a:off x="1287165" y="4776270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815" y="1062"/>
                    <a:pt x="1038" y="815"/>
                    <a:pt x="1038" y="519"/>
                  </a:cubicBezTo>
                  <a:cubicBezTo>
                    <a:pt x="1038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6" name="Google Shape;3026;p23"/>
            <p:cNvSpPr/>
            <p:nvPr/>
          </p:nvSpPr>
          <p:spPr>
            <a:xfrm flipH="1">
              <a:off x="1287165" y="49268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815" y="1037"/>
                    <a:pt x="1038" y="815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7" name="Google Shape;3027;p23"/>
            <p:cNvSpPr/>
            <p:nvPr/>
          </p:nvSpPr>
          <p:spPr>
            <a:xfrm flipH="1">
              <a:off x="1287165" y="50774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815" y="1037"/>
                    <a:pt x="1038" y="790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8" name="Google Shape;3028;p23"/>
            <p:cNvSpPr/>
            <p:nvPr/>
          </p:nvSpPr>
          <p:spPr>
            <a:xfrm flipH="1">
              <a:off x="1412465" y="44756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791" y="1038"/>
                    <a:pt x="1038" y="815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9" name="Google Shape;3029;p23"/>
            <p:cNvSpPr/>
            <p:nvPr/>
          </p:nvSpPr>
          <p:spPr>
            <a:xfrm flipH="1">
              <a:off x="1412465" y="46262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791" y="1038"/>
                    <a:pt x="1038" y="791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0" name="Google Shape;3030;p23"/>
            <p:cNvSpPr/>
            <p:nvPr/>
          </p:nvSpPr>
          <p:spPr>
            <a:xfrm flipH="1">
              <a:off x="1412465" y="4776270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791" y="1062"/>
                    <a:pt x="1038" y="815"/>
                    <a:pt x="1038" y="519"/>
                  </a:cubicBezTo>
                  <a:cubicBezTo>
                    <a:pt x="1038" y="247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1" name="Google Shape;3031;p23"/>
            <p:cNvSpPr/>
            <p:nvPr/>
          </p:nvSpPr>
          <p:spPr>
            <a:xfrm flipH="1">
              <a:off x="1412465" y="49268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791" y="1037"/>
                    <a:pt x="1038" y="815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2" name="Google Shape;3032;p23"/>
            <p:cNvSpPr/>
            <p:nvPr/>
          </p:nvSpPr>
          <p:spPr>
            <a:xfrm flipH="1">
              <a:off x="1412465" y="50774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791" y="1037"/>
                    <a:pt x="1038" y="790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3" name="Google Shape;3033;p23"/>
            <p:cNvSpPr/>
            <p:nvPr/>
          </p:nvSpPr>
          <p:spPr>
            <a:xfrm flipH="1">
              <a:off x="1538365" y="44756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4" name="Google Shape;3034;p23"/>
            <p:cNvSpPr/>
            <p:nvPr/>
          </p:nvSpPr>
          <p:spPr>
            <a:xfrm flipH="1">
              <a:off x="1538365" y="46262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5" name="Google Shape;3035;p23"/>
            <p:cNvSpPr/>
            <p:nvPr/>
          </p:nvSpPr>
          <p:spPr>
            <a:xfrm flipH="1">
              <a:off x="1538365" y="49268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6" name="Google Shape;3036;p23"/>
            <p:cNvSpPr/>
            <p:nvPr/>
          </p:nvSpPr>
          <p:spPr>
            <a:xfrm flipH="1">
              <a:off x="1538365" y="50774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7" name="Google Shape;3037;p23"/>
            <p:cNvSpPr/>
            <p:nvPr/>
          </p:nvSpPr>
          <p:spPr>
            <a:xfrm flipH="1">
              <a:off x="1663665" y="44756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5"/>
                    <a:pt x="223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8" name="Google Shape;3038;p23"/>
            <p:cNvSpPr/>
            <p:nvPr/>
          </p:nvSpPr>
          <p:spPr>
            <a:xfrm flipH="1">
              <a:off x="1663665" y="46262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791"/>
                    <a:pt x="223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9" name="Google Shape;3039;p23"/>
            <p:cNvSpPr/>
            <p:nvPr/>
          </p:nvSpPr>
          <p:spPr>
            <a:xfrm flipH="1">
              <a:off x="1663665" y="4776270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0" y="247"/>
                    <a:pt x="0" y="519"/>
                  </a:cubicBezTo>
                  <a:cubicBezTo>
                    <a:pt x="0" y="815"/>
                    <a:pt x="223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0" name="Google Shape;3040;p23"/>
            <p:cNvSpPr/>
            <p:nvPr/>
          </p:nvSpPr>
          <p:spPr>
            <a:xfrm flipH="1">
              <a:off x="1663665" y="49268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815"/>
                    <a:pt x="223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1" name="Google Shape;3041;p23"/>
            <p:cNvSpPr/>
            <p:nvPr/>
          </p:nvSpPr>
          <p:spPr>
            <a:xfrm flipH="1">
              <a:off x="1663665" y="507747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790"/>
                    <a:pt x="223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2" name="Google Shape;3042;p23"/>
            <p:cNvSpPr/>
            <p:nvPr/>
          </p:nvSpPr>
          <p:spPr>
            <a:xfrm flipH="1">
              <a:off x="1788965" y="447567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44" y="1038"/>
                  </a:cubicBezTo>
                  <a:cubicBezTo>
                    <a:pt x="816" y="1038"/>
                    <a:pt x="1062" y="815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3" name="Google Shape;3043;p23"/>
            <p:cNvSpPr/>
            <p:nvPr/>
          </p:nvSpPr>
          <p:spPr>
            <a:xfrm flipH="1">
              <a:off x="1788965" y="462627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44" y="1038"/>
                  </a:cubicBezTo>
                  <a:cubicBezTo>
                    <a:pt x="816" y="1038"/>
                    <a:pt x="1062" y="791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4" name="Google Shape;3044;p23"/>
            <p:cNvSpPr/>
            <p:nvPr/>
          </p:nvSpPr>
          <p:spPr>
            <a:xfrm flipH="1">
              <a:off x="1788965" y="4776270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44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44" y="1062"/>
                  </a:cubicBezTo>
                  <a:cubicBezTo>
                    <a:pt x="816" y="1062"/>
                    <a:pt x="1062" y="815"/>
                    <a:pt x="1062" y="519"/>
                  </a:cubicBezTo>
                  <a:cubicBezTo>
                    <a:pt x="1062" y="247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5" name="Google Shape;3045;p23"/>
            <p:cNvSpPr/>
            <p:nvPr/>
          </p:nvSpPr>
          <p:spPr>
            <a:xfrm flipH="1">
              <a:off x="1788965" y="492687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44" y="1037"/>
                  </a:cubicBezTo>
                  <a:cubicBezTo>
                    <a:pt x="816" y="1037"/>
                    <a:pt x="1062" y="815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6" name="Google Shape;3046;p23"/>
            <p:cNvSpPr/>
            <p:nvPr/>
          </p:nvSpPr>
          <p:spPr>
            <a:xfrm flipH="1">
              <a:off x="1788965" y="507747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44" y="1037"/>
                  </a:cubicBezTo>
                  <a:cubicBezTo>
                    <a:pt x="816" y="1037"/>
                    <a:pt x="1062" y="790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7" name="Google Shape;3047;p23"/>
            <p:cNvSpPr/>
            <p:nvPr/>
          </p:nvSpPr>
          <p:spPr>
            <a:xfrm flipH="1">
              <a:off x="1463178" y="4442503"/>
              <a:ext cx="684900" cy="684900"/>
            </a:xfrm>
            <a:prstGeom prst="mathPlus">
              <a:avLst>
                <a:gd name="adj1" fmla="val 1723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048" name="Google Shape;3048;p23"/>
          <p:cNvGrpSpPr/>
          <p:nvPr/>
        </p:nvGrpSpPr>
        <p:grpSpPr>
          <a:xfrm>
            <a:off x="3864425" y="-67078"/>
            <a:ext cx="1966678" cy="402450"/>
            <a:chOff x="3712025" y="-67078"/>
            <a:chExt cx="1966678" cy="402450"/>
          </a:xfrm>
        </p:grpSpPr>
        <p:sp>
          <p:nvSpPr>
            <p:cNvPr id="3049" name="Google Shape;3049;p23"/>
            <p:cNvSpPr/>
            <p:nvPr/>
          </p:nvSpPr>
          <p:spPr>
            <a:xfrm rot="5400000">
              <a:off x="4614400" y="309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19" y="1038"/>
                  </a:cubicBezTo>
                  <a:cubicBezTo>
                    <a:pt x="816" y="1038"/>
                    <a:pt x="1038" y="815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0" name="Google Shape;3050;p23"/>
            <p:cNvSpPr/>
            <p:nvPr/>
          </p:nvSpPr>
          <p:spPr>
            <a:xfrm rot="5400000">
              <a:off x="4463800" y="309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19" y="1038"/>
                  </a:cubicBezTo>
                  <a:cubicBezTo>
                    <a:pt x="816" y="1038"/>
                    <a:pt x="1038" y="791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1" name="Google Shape;3051;p23"/>
            <p:cNvSpPr/>
            <p:nvPr/>
          </p:nvSpPr>
          <p:spPr>
            <a:xfrm rot="5400000">
              <a:off x="4313500" y="309122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19" y="1062"/>
                  </a:cubicBezTo>
                  <a:cubicBezTo>
                    <a:pt x="816" y="1062"/>
                    <a:pt x="1038" y="815"/>
                    <a:pt x="1038" y="519"/>
                  </a:cubicBezTo>
                  <a:cubicBezTo>
                    <a:pt x="1038" y="247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2" name="Google Shape;3052;p23"/>
            <p:cNvSpPr/>
            <p:nvPr/>
          </p:nvSpPr>
          <p:spPr>
            <a:xfrm rot="5400000">
              <a:off x="4163200" y="309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19" y="1037"/>
                  </a:cubicBezTo>
                  <a:cubicBezTo>
                    <a:pt x="816" y="1037"/>
                    <a:pt x="1038" y="815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3" name="Google Shape;3053;p23"/>
            <p:cNvSpPr/>
            <p:nvPr/>
          </p:nvSpPr>
          <p:spPr>
            <a:xfrm rot="5400000">
              <a:off x="4012600" y="309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19" y="1037"/>
                  </a:cubicBezTo>
                  <a:cubicBezTo>
                    <a:pt x="816" y="1037"/>
                    <a:pt x="1038" y="790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4" name="Google Shape;3054;p23"/>
            <p:cNvSpPr/>
            <p:nvPr/>
          </p:nvSpPr>
          <p:spPr>
            <a:xfrm rot="5400000">
              <a:off x="3862313" y="309109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19" y="1062"/>
                  </a:cubicBezTo>
                  <a:cubicBezTo>
                    <a:pt x="816" y="1062"/>
                    <a:pt x="1038" y="816"/>
                    <a:pt x="1038" y="519"/>
                  </a:cubicBezTo>
                  <a:cubicBezTo>
                    <a:pt x="1038" y="248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5" name="Google Shape;3055;p23"/>
            <p:cNvSpPr/>
            <p:nvPr/>
          </p:nvSpPr>
          <p:spPr>
            <a:xfrm rot="5400000">
              <a:off x="3712025" y="309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19" y="1038"/>
                  </a:cubicBezTo>
                  <a:cubicBezTo>
                    <a:pt x="816" y="1038"/>
                    <a:pt x="1038" y="816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6" name="Google Shape;3056;p23"/>
            <p:cNvSpPr/>
            <p:nvPr/>
          </p:nvSpPr>
          <p:spPr>
            <a:xfrm rot="5400000">
              <a:off x="4614413" y="184134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5"/>
                    <a:pt x="222" y="1038"/>
                    <a:pt x="518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7" name="Google Shape;3057;p23"/>
            <p:cNvSpPr/>
            <p:nvPr/>
          </p:nvSpPr>
          <p:spPr>
            <a:xfrm rot="5400000">
              <a:off x="4463813" y="184134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791"/>
                    <a:pt x="222" y="1038"/>
                    <a:pt x="518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8" name="Google Shape;3058;p23"/>
            <p:cNvSpPr/>
            <p:nvPr/>
          </p:nvSpPr>
          <p:spPr>
            <a:xfrm rot="5400000">
              <a:off x="4313513" y="183834"/>
              <a:ext cx="25925" cy="26550"/>
            </a:xfrm>
            <a:custGeom>
              <a:avLst/>
              <a:gdLst/>
              <a:ahLst/>
              <a:cxnLst/>
              <a:rect l="l" t="t" r="r" b="b"/>
              <a:pathLst>
                <a:path w="1037" h="1062" extrusionOk="0">
                  <a:moveTo>
                    <a:pt x="518" y="0"/>
                  </a:moveTo>
                  <a:cubicBezTo>
                    <a:pt x="222" y="0"/>
                    <a:pt x="0" y="247"/>
                    <a:pt x="0" y="519"/>
                  </a:cubicBezTo>
                  <a:cubicBezTo>
                    <a:pt x="0" y="815"/>
                    <a:pt x="222" y="1062"/>
                    <a:pt x="518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9" name="Google Shape;3059;p23"/>
            <p:cNvSpPr/>
            <p:nvPr/>
          </p:nvSpPr>
          <p:spPr>
            <a:xfrm rot="5400000">
              <a:off x="4163213" y="184134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815"/>
                    <a:pt x="222" y="1037"/>
                    <a:pt x="518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0" name="Google Shape;3060;p23"/>
            <p:cNvSpPr/>
            <p:nvPr/>
          </p:nvSpPr>
          <p:spPr>
            <a:xfrm rot="5400000">
              <a:off x="4012613" y="184134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790"/>
                    <a:pt x="222" y="1037"/>
                    <a:pt x="518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1" name="Google Shape;3061;p23"/>
            <p:cNvSpPr/>
            <p:nvPr/>
          </p:nvSpPr>
          <p:spPr>
            <a:xfrm rot="5400000">
              <a:off x="3862325" y="183822"/>
              <a:ext cx="25925" cy="26575"/>
            </a:xfrm>
            <a:custGeom>
              <a:avLst/>
              <a:gdLst/>
              <a:ahLst/>
              <a:cxnLst/>
              <a:rect l="l" t="t" r="r" b="b"/>
              <a:pathLst>
                <a:path w="1037" h="1063" extrusionOk="0">
                  <a:moveTo>
                    <a:pt x="518" y="1"/>
                  </a:moveTo>
                  <a:cubicBezTo>
                    <a:pt x="222" y="1"/>
                    <a:pt x="0" y="248"/>
                    <a:pt x="0" y="519"/>
                  </a:cubicBezTo>
                  <a:cubicBezTo>
                    <a:pt x="0" y="816"/>
                    <a:pt x="222" y="1062"/>
                    <a:pt x="518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2" name="Google Shape;3062;p23"/>
            <p:cNvSpPr/>
            <p:nvPr/>
          </p:nvSpPr>
          <p:spPr>
            <a:xfrm rot="5400000">
              <a:off x="3712038" y="184134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6"/>
                    <a:pt x="222" y="1038"/>
                    <a:pt x="518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3" name="Google Shape;3063;p23"/>
            <p:cNvSpPr/>
            <p:nvPr/>
          </p:nvSpPr>
          <p:spPr>
            <a:xfrm rot="5400000">
              <a:off x="4614088" y="58534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62" y="815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4" name="Google Shape;3064;p23"/>
            <p:cNvSpPr/>
            <p:nvPr/>
          </p:nvSpPr>
          <p:spPr>
            <a:xfrm rot="5400000">
              <a:off x="4463488" y="58534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62" y="791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5" name="Google Shape;3065;p23"/>
            <p:cNvSpPr/>
            <p:nvPr/>
          </p:nvSpPr>
          <p:spPr>
            <a:xfrm rot="5400000">
              <a:off x="4313188" y="58234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62" y="815"/>
                    <a:pt x="1062" y="519"/>
                  </a:cubicBezTo>
                  <a:cubicBezTo>
                    <a:pt x="1062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6" name="Google Shape;3066;p23"/>
            <p:cNvSpPr/>
            <p:nvPr/>
          </p:nvSpPr>
          <p:spPr>
            <a:xfrm rot="5400000">
              <a:off x="4162888" y="58534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62" y="815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7" name="Google Shape;3067;p23"/>
            <p:cNvSpPr/>
            <p:nvPr/>
          </p:nvSpPr>
          <p:spPr>
            <a:xfrm rot="5400000">
              <a:off x="4012288" y="58534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62" y="790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8" name="Google Shape;3068;p23"/>
            <p:cNvSpPr/>
            <p:nvPr/>
          </p:nvSpPr>
          <p:spPr>
            <a:xfrm rot="5400000">
              <a:off x="3862000" y="58222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62" y="816"/>
                    <a:pt x="1062" y="519"/>
                  </a:cubicBezTo>
                  <a:cubicBezTo>
                    <a:pt x="1062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9" name="Google Shape;3069;p23"/>
            <p:cNvSpPr/>
            <p:nvPr/>
          </p:nvSpPr>
          <p:spPr>
            <a:xfrm rot="5400000">
              <a:off x="3711713" y="58534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62" y="816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0" name="Google Shape;3070;p23"/>
            <p:cNvSpPr/>
            <p:nvPr/>
          </p:nvSpPr>
          <p:spPr>
            <a:xfrm rot="5400000">
              <a:off x="4614400" y="-6707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815" y="1038"/>
                    <a:pt x="1038" y="815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1" name="Google Shape;3071;p23"/>
            <p:cNvSpPr/>
            <p:nvPr/>
          </p:nvSpPr>
          <p:spPr>
            <a:xfrm rot="5400000">
              <a:off x="4463800" y="-6707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815" y="1038"/>
                    <a:pt x="1038" y="791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2" name="Google Shape;3072;p23"/>
            <p:cNvSpPr/>
            <p:nvPr/>
          </p:nvSpPr>
          <p:spPr>
            <a:xfrm rot="5400000">
              <a:off x="4313500" y="-6737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815" y="1062"/>
                    <a:pt x="1038" y="815"/>
                    <a:pt x="1038" y="519"/>
                  </a:cubicBezTo>
                  <a:cubicBezTo>
                    <a:pt x="1038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3" name="Google Shape;3073;p23"/>
            <p:cNvSpPr/>
            <p:nvPr/>
          </p:nvSpPr>
          <p:spPr>
            <a:xfrm rot="5400000">
              <a:off x="4163200" y="-6707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815" y="1037"/>
                    <a:pt x="1038" y="815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4" name="Google Shape;3074;p23"/>
            <p:cNvSpPr/>
            <p:nvPr/>
          </p:nvSpPr>
          <p:spPr>
            <a:xfrm rot="5400000">
              <a:off x="4012600" y="-6707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815" y="1037"/>
                    <a:pt x="1038" y="790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5" name="Google Shape;3075;p23"/>
            <p:cNvSpPr/>
            <p:nvPr/>
          </p:nvSpPr>
          <p:spPr>
            <a:xfrm rot="5400000">
              <a:off x="3862313" y="-67391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815" y="1062"/>
                    <a:pt x="1038" y="816"/>
                    <a:pt x="1038" y="519"/>
                  </a:cubicBezTo>
                  <a:cubicBezTo>
                    <a:pt x="1038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6" name="Google Shape;3076;p23"/>
            <p:cNvSpPr/>
            <p:nvPr/>
          </p:nvSpPr>
          <p:spPr>
            <a:xfrm rot="5400000">
              <a:off x="3712025" y="-6707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815" y="1038"/>
                    <a:pt x="1038" y="816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7" name="Google Shape;3077;p23"/>
            <p:cNvSpPr/>
            <p:nvPr/>
          </p:nvSpPr>
          <p:spPr>
            <a:xfrm rot="5400000">
              <a:off x="5652753" y="309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19" y="1038"/>
                  </a:cubicBezTo>
                  <a:cubicBezTo>
                    <a:pt x="816" y="1038"/>
                    <a:pt x="1038" y="815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8" name="Google Shape;3078;p23"/>
            <p:cNvSpPr/>
            <p:nvPr/>
          </p:nvSpPr>
          <p:spPr>
            <a:xfrm rot="5400000">
              <a:off x="5502153" y="309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19" y="1038"/>
                  </a:cubicBezTo>
                  <a:cubicBezTo>
                    <a:pt x="816" y="1038"/>
                    <a:pt x="1038" y="791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9" name="Google Shape;3079;p23"/>
            <p:cNvSpPr/>
            <p:nvPr/>
          </p:nvSpPr>
          <p:spPr>
            <a:xfrm rot="5400000">
              <a:off x="5351853" y="309122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19" y="1062"/>
                  </a:cubicBezTo>
                  <a:cubicBezTo>
                    <a:pt x="816" y="1062"/>
                    <a:pt x="1038" y="815"/>
                    <a:pt x="1038" y="519"/>
                  </a:cubicBezTo>
                  <a:cubicBezTo>
                    <a:pt x="1038" y="247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0" name="Google Shape;3080;p23"/>
            <p:cNvSpPr/>
            <p:nvPr/>
          </p:nvSpPr>
          <p:spPr>
            <a:xfrm rot="5400000">
              <a:off x="5201553" y="309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19" y="1037"/>
                  </a:cubicBezTo>
                  <a:cubicBezTo>
                    <a:pt x="816" y="1037"/>
                    <a:pt x="1038" y="815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1" name="Google Shape;3081;p23"/>
            <p:cNvSpPr/>
            <p:nvPr/>
          </p:nvSpPr>
          <p:spPr>
            <a:xfrm rot="5400000">
              <a:off x="5050953" y="309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19" y="1037"/>
                  </a:cubicBezTo>
                  <a:cubicBezTo>
                    <a:pt x="816" y="1037"/>
                    <a:pt x="1038" y="790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2" name="Google Shape;3082;p23"/>
            <p:cNvSpPr/>
            <p:nvPr/>
          </p:nvSpPr>
          <p:spPr>
            <a:xfrm rot="5400000">
              <a:off x="4900665" y="309109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19" y="1062"/>
                  </a:cubicBezTo>
                  <a:cubicBezTo>
                    <a:pt x="816" y="1062"/>
                    <a:pt x="1038" y="816"/>
                    <a:pt x="1038" y="519"/>
                  </a:cubicBezTo>
                  <a:cubicBezTo>
                    <a:pt x="1038" y="248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3" name="Google Shape;3083;p23"/>
            <p:cNvSpPr/>
            <p:nvPr/>
          </p:nvSpPr>
          <p:spPr>
            <a:xfrm rot="5400000">
              <a:off x="4750378" y="309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19" y="1038"/>
                  </a:cubicBezTo>
                  <a:cubicBezTo>
                    <a:pt x="816" y="1038"/>
                    <a:pt x="1038" y="816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4" name="Google Shape;3084;p23"/>
            <p:cNvSpPr/>
            <p:nvPr/>
          </p:nvSpPr>
          <p:spPr>
            <a:xfrm rot="5400000">
              <a:off x="5652765" y="184134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5"/>
                    <a:pt x="222" y="1038"/>
                    <a:pt x="518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5" name="Google Shape;3085;p23"/>
            <p:cNvSpPr/>
            <p:nvPr/>
          </p:nvSpPr>
          <p:spPr>
            <a:xfrm rot="5400000">
              <a:off x="5502165" y="184134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791"/>
                    <a:pt x="222" y="1038"/>
                    <a:pt x="518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6" name="Google Shape;3086;p23"/>
            <p:cNvSpPr/>
            <p:nvPr/>
          </p:nvSpPr>
          <p:spPr>
            <a:xfrm rot="5400000">
              <a:off x="5351865" y="183834"/>
              <a:ext cx="25925" cy="26550"/>
            </a:xfrm>
            <a:custGeom>
              <a:avLst/>
              <a:gdLst/>
              <a:ahLst/>
              <a:cxnLst/>
              <a:rect l="l" t="t" r="r" b="b"/>
              <a:pathLst>
                <a:path w="1037" h="1062" extrusionOk="0">
                  <a:moveTo>
                    <a:pt x="518" y="0"/>
                  </a:moveTo>
                  <a:cubicBezTo>
                    <a:pt x="222" y="0"/>
                    <a:pt x="0" y="247"/>
                    <a:pt x="0" y="519"/>
                  </a:cubicBezTo>
                  <a:cubicBezTo>
                    <a:pt x="0" y="815"/>
                    <a:pt x="222" y="1062"/>
                    <a:pt x="518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7" name="Google Shape;3087;p23"/>
            <p:cNvSpPr/>
            <p:nvPr/>
          </p:nvSpPr>
          <p:spPr>
            <a:xfrm rot="5400000">
              <a:off x="5201565" y="184134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815"/>
                    <a:pt x="222" y="1037"/>
                    <a:pt x="518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8" name="Google Shape;3088;p23"/>
            <p:cNvSpPr/>
            <p:nvPr/>
          </p:nvSpPr>
          <p:spPr>
            <a:xfrm rot="5400000">
              <a:off x="5050965" y="184134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790"/>
                    <a:pt x="222" y="1037"/>
                    <a:pt x="518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9" name="Google Shape;3089;p23"/>
            <p:cNvSpPr/>
            <p:nvPr/>
          </p:nvSpPr>
          <p:spPr>
            <a:xfrm rot="5400000">
              <a:off x="4900678" y="183822"/>
              <a:ext cx="25925" cy="26575"/>
            </a:xfrm>
            <a:custGeom>
              <a:avLst/>
              <a:gdLst/>
              <a:ahLst/>
              <a:cxnLst/>
              <a:rect l="l" t="t" r="r" b="b"/>
              <a:pathLst>
                <a:path w="1037" h="1063" extrusionOk="0">
                  <a:moveTo>
                    <a:pt x="518" y="1"/>
                  </a:moveTo>
                  <a:cubicBezTo>
                    <a:pt x="222" y="1"/>
                    <a:pt x="0" y="248"/>
                    <a:pt x="0" y="519"/>
                  </a:cubicBezTo>
                  <a:cubicBezTo>
                    <a:pt x="0" y="816"/>
                    <a:pt x="222" y="1062"/>
                    <a:pt x="518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0" name="Google Shape;3090;p23"/>
            <p:cNvSpPr/>
            <p:nvPr/>
          </p:nvSpPr>
          <p:spPr>
            <a:xfrm rot="5400000">
              <a:off x="4750390" y="184134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6"/>
                    <a:pt x="222" y="1038"/>
                    <a:pt x="518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1" name="Google Shape;3091;p23"/>
            <p:cNvSpPr/>
            <p:nvPr/>
          </p:nvSpPr>
          <p:spPr>
            <a:xfrm rot="5400000">
              <a:off x="5652440" y="58534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62" y="815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2" name="Google Shape;3092;p23"/>
            <p:cNvSpPr/>
            <p:nvPr/>
          </p:nvSpPr>
          <p:spPr>
            <a:xfrm rot="5400000">
              <a:off x="5501840" y="58534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62" y="791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3" name="Google Shape;3093;p23"/>
            <p:cNvSpPr/>
            <p:nvPr/>
          </p:nvSpPr>
          <p:spPr>
            <a:xfrm rot="5400000">
              <a:off x="5351540" y="58234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62" y="815"/>
                    <a:pt x="1062" y="519"/>
                  </a:cubicBezTo>
                  <a:cubicBezTo>
                    <a:pt x="1062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4" name="Google Shape;3094;p23"/>
            <p:cNvSpPr/>
            <p:nvPr/>
          </p:nvSpPr>
          <p:spPr>
            <a:xfrm rot="5400000">
              <a:off x="5201240" y="58534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62" y="815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5" name="Google Shape;3095;p23"/>
            <p:cNvSpPr/>
            <p:nvPr/>
          </p:nvSpPr>
          <p:spPr>
            <a:xfrm rot="5400000">
              <a:off x="5050640" y="58534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62" y="790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6" name="Google Shape;3096;p23"/>
            <p:cNvSpPr/>
            <p:nvPr/>
          </p:nvSpPr>
          <p:spPr>
            <a:xfrm rot="5400000">
              <a:off x="4900353" y="58222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62" y="816"/>
                    <a:pt x="1062" y="519"/>
                  </a:cubicBezTo>
                  <a:cubicBezTo>
                    <a:pt x="1062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7" name="Google Shape;3097;p23"/>
            <p:cNvSpPr/>
            <p:nvPr/>
          </p:nvSpPr>
          <p:spPr>
            <a:xfrm rot="5400000">
              <a:off x="4750065" y="58534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62" y="816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8" name="Google Shape;3098;p23"/>
            <p:cNvSpPr/>
            <p:nvPr/>
          </p:nvSpPr>
          <p:spPr>
            <a:xfrm rot="5400000">
              <a:off x="5652753" y="-6707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815" y="1038"/>
                    <a:pt x="1038" y="815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9" name="Google Shape;3099;p23"/>
            <p:cNvSpPr/>
            <p:nvPr/>
          </p:nvSpPr>
          <p:spPr>
            <a:xfrm rot="5400000">
              <a:off x="5502153" y="-6707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815" y="1038"/>
                    <a:pt x="1038" y="791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0" name="Google Shape;3100;p23"/>
            <p:cNvSpPr/>
            <p:nvPr/>
          </p:nvSpPr>
          <p:spPr>
            <a:xfrm rot="5400000">
              <a:off x="5351853" y="-6737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815" y="1062"/>
                    <a:pt x="1038" y="815"/>
                    <a:pt x="1038" y="519"/>
                  </a:cubicBezTo>
                  <a:cubicBezTo>
                    <a:pt x="1038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1" name="Google Shape;3101;p23"/>
            <p:cNvSpPr/>
            <p:nvPr/>
          </p:nvSpPr>
          <p:spPr>
            <a:xfrm rot="5400000">
              <a:off x="5201553" y="-6707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815" y="1037"/>
                    <a:pt x="1038" y="815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2" name="Google Shape;3102;p23"/>
            <p:cNvSpPr/>
            <p:nvPr/>
          </p:nvSpPr>
          <p:spPr>
            <a:xfrm rot="5400000">
              <a:off x="5050953" y="-6707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815" y="1037"/>
                    <a:pt x="1038" y="790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3" name="Google Shape;3103;p23"/>
            <p:cNvSpPr/>
            <p:nvPr/>
          </p:nvSpPr>
          <p:spPr>
            <a:xfrm rot="5400000">
              <a:off x="4900665" y="-67391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815" y="1062"/>
                    <a:pt x="1038" y="816"/>
                    <a:pt x="1038" y="519"/>
                  </a:cubicBezTo>
                  <a:cubicBezTo>
                    <a:pt x="1038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4" name="Google Shape;3104;p23"/>
            <p:cNvSpPr/>
            <p:nvPr/>
          </p:nvSpPr>
          <p:spPr>
            <a:xfrm rot="5400000">
              <a:off x="4750378" y="-6707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815" y="1038"/>
                    <a:pt x="1038" y="816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105" name="Google Shape;3105;p23"/>
          <p:cNvGrpSpPr/>
          <p:nvPr/>
        </p:nvGrpSpPr>
        <p:grpSpPr>
          <a:xfrm>
            <a:off x="289366" y="2835382"/>
            <a:ext cx="847459" cy="833893"/>
            <a:chOff x="420666" y="3004432"/>
            <a:chExt cx="847459" cy="833893"/>
          </a:xfrm>
        </p:grpSpPr>
        <p:sp>
          <p:nvSpPr>
            <p:cNvPr id="3106" name="Google Shape;3106;p23"/>
            <p:cNvSpPr/>
            <p:nvPr/>
          </p:nvSpPr>
          <p:spPr>
            <a:xfrm>
              <a:off x="420666" y="3004432"/>
              <a:ext cx="684900" cy="684900"/>
            </a:xfrm>
            <a:prstGeom prst="ellipse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7" name="Google Shape;3107;p23"/>
            <p:cNvSpPr/>
            <p:nvPr/>
          </p:nvSpPr>
          <p:spPr>
            <a:xfrm>
              <a:off x="828625" y="3398825"/>
              <a:ext cx="439500" cy="4395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BLANK_15">
    <p:spTree>
      <p:nvGrpSpPr>
        <p:cNvPr id="1" name="Shape 3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9" name="Google Shape;3109;p24"/>
          <p:cNvSpPr txBox="1">
            <a:spLocks noGrp="1"/>
          </p:cNvSpPr>
          <p:nvPr>
            <p:ph type="title"/>
          </p:nvPr>
        </p:nvSpPr>
        <p:spPr>
          <a:xfrm>
            <a:off x="4783201" y="1629300"/>
            <a:ext cx="3425100" cy="96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10" name="Google Shape;3110;p24"/>
          <p:cNvSpPr txBox="1">
            <a:spLocks noGrp="1"/>
          </p:cNvSpPr>
          <p:nvPr>
            <p:ph type="subTitle" idx="1"/>
          </p:nvPr>
        </p:nvSpPr>
        <p:spPr>
          <a:xfrm>
            <a:off x="4783201" y="2673000"/>
            <a:ext cx="34251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111" name="Google Shape;3111;p24"/>
          <p:cNvGrpSpPr/>
          <p:nvPr/>
        </p:nvGrpSpPr>
        <p:grpSpPr>
          <a:xfrm>
            <a:off x="-467250" y="2868163"/>
            <a:ext cx="904875" cy="928325"/>
            <a:chOff x="1054075" y="2178525"/>
            <a:chExt cx="904875" cy="928325"/>
          </a:xfrm>
        </p:grpSpPr>
        <p:sp>
          <p:nvSpPr>
            <p:cNvPr id="3112" name="Google Shape;3112;p24"/>
            <p:cNvSpPr/>
            <p:nvPr/>
          </p:nvSpPr>
          <p:spPr>
            <a:xfrm>
              <a:off x="19330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19" y="1038"/>
                  </a:cubicBezTo>
                  <a:cubicBezTo>
                    <a:pt x="816" y="1038"/>
                    <a:pt x="1038" y="815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3" name="Google Shape;3113;p24"/>
            <p:cNvSpPr/>
            <p:nvPr/>
          </p:nvSpPr>
          <p:spPr>
            <a:xfrm>
              <a:off x="19330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19" y="1038"/>
                  </a:cubicBezTo>
                  <a:cubicBezTo>
                    <a:pt x="816" y="1038"/>
                    <a:pt x="1038" y="791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4" name="Google Shape;3114;p24"/>
            <p:cNvSpPr/>
            <p:nvPr/>
          </p:nvSpPr>
          <p:spPr>
            <a:xfrm>
              <a:off x="19330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19" y="1062"/>
                  </a:cubicBezTo>
                  <a:cubicBezTo>
                    <a:pt x="816" y="1062"/>
                    <a:pt x="1038" y="815"/>
                    <a:pt x="1038" y="519"/>
                  </a:cubicBezTo>
                  <a:cubicBezTo>
                    <a:pt x="1038" y="247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5" name="Google Shape;3115;p24"/>
            <p:cNvSpPr/>
            <p:nvPr/>
          </p:nvSpPr>
          <p:spPr>
            <a:xfrm>
              <a:off x="19330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19" y="1037"/>
                  </a:cubicBezTo>
                  <a:cubicBezTo>
                    <a:pt x="816" y="1037"/>
                    <a:pt x="1038" y="815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6" name="Google Shape;3116;p24"/>
            <p:cNvSpPr/>
            <p:nvPr/>
          </p:nvSpPr>
          <p:spPr>
            <a:xfrm>
              <a:off x="19330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19" y="1037"/>
                  </a:cubicBezTo>
                  <a:cubicBezTo>
                    <a:pt x="816" y="1037"/>
                    <a:pt x="1038" y="790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7" name="Google Shape;3117;p24"/>
            <p:cNvSpPr/>
            <p:nvPr/>
          </p:nvSpPr>
          <p:spPr>
            <a:xfrm>
              <a:off x="19330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19" y="1062"/>
                  </a:cubicBezTo>
                  <a:cubicBezTo>
                    <a:pt x="816" y="1062"/>
                    <a:pt x="1038" y="816"/>
                    <a:pt x="1038" y="519"/>
                  </a:cubicBezTo>
                  <a:cubicBezTo>
                    <a:pt x="1038" y="248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8" name="Google Shape;3118;p24"/>
            <p:cNvSpPr/>
            <p:nvPr/>
          </p:nvSpPr>
          <p:spPr>
            <a:xfrm>
              <a:off x="19330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19" y="1038"/>
                  </a:cubicBezTo>
                  <a:cubicBezTo>
                    <a:pt x="816" y="1038"/>
                    <a:pt x="1038" y="816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9" name="Google Shape;3119;p24"/>
            <p:cNvSpPr/>
            <p:nvPr/>
          </p:nvSpPr>
          <p:spPr>
            <a:xfrm>
              <a:off x="1807725" y="21785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5"/>
                    <a:pt x="222" y="1038"/>
                    <a:pt x="518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0" name="Google Shape;3120;p24"/>
            <p:cNvSpPr/>
            <p:nvPr/>
          </p:nvSpPr>
          <p:spPr>
            <a:xfrm>
              <a:off x="1807725" y="23291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791"/>
                    <a:pt x="222" y="1038"/>
                    <a:pt x="518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1" name="Google Shape;3121;p24"/>
            <p:cNvSpPr/>
            <p:nvPr/>
          </p:nvSpPr>
          <p:spPr>
            <a:xfrm>
              <a:off x="1807725" y="2479125"/>
              <a:ext cx="25925" cy="26550"/>
            </a:xfrm>
            <a:custGeom>
              <a:avLst/>
              <a:gdLst/>
              <a:ahLst/>
              <a:cxnLst/>
              <a:rect l="l" t="t" r="r" b="b"/>
              <a:pathLst>
                <a:path w="1037" h="1062" extrusionOk="0">
                  <a:moveTo>
                    <a:pt x="518" y="0"/>
                  </a:moveTo>
                  <a:cubicBezTo>
                    <a:pt x="222" y="0"/>
                    <a:pt x="0" y="247"/>
                    <a:pt x="0" y="519"/>
                  </a:cubicBezTo>
                  <a:cubicBezTo>
                    <a:pt x="0" y="815"/>
                    <a:pt x="222" y="1062"/>
                    <a:pt x="518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2" name="Google Shape;3122;p24"/>
            <p:cNvSpPr/>
            <p:nvPr/>
          </p:nvSpPr>
          <p:spPr>
            <a:xfrm>
              <a:off x="1807725" y="26297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815"/>
                    <a:pt x="222" y="1037"/>
                    <a:pt x="518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3" name="Google Shape;3123;p24"/>
            <p:cNvSpPr/>
            <p:nvPr/>
          </p:nvSpPr>
          <p:spPr>
            <a:xfrm>
              <a:off x="1807725" y="27803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790"/>
                    <a:pt x="222" y="1037"/>
                    <a:pt x="518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4" name="Google Shape;3124;p24"/>
            <p:cNvSpPr/>
            <p:nvPr/>
          </p:nvSpPr>
          <p:spPr>
            <a:xfrm>
              <a:off x="1807725" y="2930300"/>
              <a:ext cx="25925" cy="26575"/>
            </a:xfrm>
            <a:custGeom>
              <a:avLst/>
              <a:gdLst/>
              <a:ahLst/>
              <a:cxnLst/>
              <a:rect l="l" t="t" r="r" b="b"/>
              <a:pathLst>
                <a:path w="1037" h="1063" extrusionOk="0">
                  <a:moveTo>
                    <a:pt x="518" y="1"/>
                  </a:moveTo>
                  <a:cubicBezTo>
                    <a:pt x="222" y="1"/>
                    <a:pt x="0" y="248"/>
                    <a:pt x="0" y="519"/>
                  </a:cubicBezTo>
                  <a:cubicBezTo>
                    <a:pt x="0" y="816"/>
                    <a:pt x="222" y="1062"/>
                    <a:pt x="518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5" name="Google Shape;3125;p24"/>
            <p:cNvSpPr/>
            <p:nvPr/>
          </p:nvSpPr>
          <p:spPr>
            <a:xfrm>
              <a:off x="1807725" y="3080900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6"/>
                    <a:pt x="222" y="1038"/>
                    <a:pt x="518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6" name="Google Shape;3126;p24"/>
            <p:cNvSpPr/>
            <p:nvPr/>
          </p:nvSpPr>
          <p:spPr>
            <a:xfrm>
              <a:off x="1681800" y="21785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62" y="815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7" name="Google Shape;3127;p24"/>
            <p:cNvSpPr/>
            <p:nvPr/>
          </p:nvSpPr>
          <p:spPr>
            <a:xfrm>
              <a:off x="1681800" y="23291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62" y="791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8" name="Google Shape;3128;p24"/>
            <p:cNvSpPr/>
            <p:nvPr/>
          </p:nvSpPr>
          <p:spPr>
            <a:xfrm>
              <a:off x="1681800" y="2479125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62" y="815"/>
                    <a:pt x="1062" y="519"/>
                  </a:cubicBezTo>
                  <a:cubicBezTo>
                    <a:pt x="1062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9" name="Google Shape;3129;p24"/>
            <p:cNvSpPr/>
            <p:nvPr/>
          </p:nvSpPr>
          <p:spPr>
            <a:xfrm>
              <a:off x="1681800" y="26297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62" y="815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0" name="Google Shape;3130;p24"/>
            <p:cNvSpPr/>
            <p:nvPr/>
          </p:nvSpPr>
          <p:spPr>
            <a:xfrm>
              <a:off x="1681800" y="27803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62" y="790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1" name="Google Shape;3131;p24"/>
            <p:cNvSpPr/>
            <p:nvPr/>
          </p:nvSpPr>
          <p:spPr>
            <a:xfrm>
              <a:off x="1681800" y="2930300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62" y="816"/>
                    <a:pt x="1062" y="519"/>
                  </a:cubicBezTo>
                  <a:cubicBezTo>
                    <a:pt x="1062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2" name="Google Shape;3132;p24"/>
            <p:cNvSpPr/>
            <p:nvPr/>
          </p:nvSpPr>
          <p:spPr>
            <a:xfrm>
              <a:off x="1681800" y="308090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62" y="816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3" name="Google Shape;3133;p24"/>
            <p:cNvSpPr/>
            <p:nvPr/>
          </p:nvSpPr>
          <p:spPr>
            <a:xfrm>
              <a:off x="15565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815" y="1038"/>
                    <a:pt x="1038" y="815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4" name="Google Shape;3134;p24"/>
            <p:cNvSpPr/>
            <p:nvPr/>
          </p:nvSpPr>
          <p:spPr>
            <a:xfrm>
              <a:off x="15565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815" y="1038"/>
                    <a:pt x="1038" y="791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5" name="Google Shape;3135;p24"/>
            <p:cNvSpPr/>
            <p:nvPr/>
          </p:nvSpPr>
          <p:spPr>
            <a:xfrm>
              <a:off x="15565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815" y="1062"/>
                    <a:pt x="1038" y="815"/>
                    <a:pt x="1038" y="519"/>
                  </a:cubicBezTo>
                  <a:cubicBezTo>
                    <a:pt x="1038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6" name="Google Shape;3136;p24"/>
            <p:cNvSpPr/>
            <p:nvPr/>
          </p:nvSpPr>
          <p:spPr>
            <a:xfrm>
              <a:off x="15565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815" y="1037"/>
                    <a:pt x="1038" y="815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7" name="Google Shape;3137;p24"/>
            <p:cNvSpPr/>
            <p:nvPr/>
          </p:nvSpPr>
          <p:spPr>
            <a:xfrm>
              <a:off x="15565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815" y="1037"/>
                    <a:pt x="1038" y="790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8" name="Google Shape;3138;p24"/>
            <p:cNvSpPr/>
            <p:nvPr/>
          </p:nvSpPr>
          <p:spPr>
            <a:xfrm>
              <a:off x="15565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815" y="1062"/>
                    <a:pt x="1038" y="816"/>
                    <a:pt x="1038" y="519"/>
                  </a:cubicBezTo>
                  <a:cubicBezTo>
                    <a:pt x="1038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9" name="Google Shape;3139;p24"/>
            <p:cNvSpPr/>
            <p:nvPr/>
          </p:nvSpPr>
          <p:spPr>
            <a:xfrm>
              <a:off x="15565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815" y="1038"/>
                    <a:pt x="1038" y="816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0" name="Google Shape;3140;p24"/>
            <p:cNvSpPr/>
            <p:nvPr/>
          </p:nvSpPr>
          <p:spPr>
            <a:xfrm>
              <a:off x="14312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791" y="1038"/>
                    <a:pt x="1038" y="815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1" name="Google Shape;3141;p24"/>
            <p:cNvSpPr/>
            <p:nvPr/>
          </p:nvSpPr>
          <p:spPr>
            <a:xfrm>
              <a:off x="14312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791" y="1038"/>
                    <a:pt x="1038" y="791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2" name="Google Shape;3142;p24"/>
            <p:cNvSpPr/>
            <p:nvPr/>
          </p:nvSpPr>
          <p:spPr>
            <a:xfrm>
              <a:off x="14312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791" y="1062"/>
                    <a:pt x="1038" y="815"/>
                    <a:pt x="1038" y="519"/>
                  </a:cubicBezTo>
                  <a:cubicBezTo>
                    <a:pt x="1038" y="247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3" name="Google Shape;3143;p24"/>
            <p:cNvSpPr/>
            <p:nvPr/>
          </p:nvSpPr>
          <p:spPr>
            <a:xfrm>
              <a:off x="14312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791" y="1037"/>
                    <a:pt x="1038" y="815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4" name="Google Shape;3144;p24"/>
            <p:cNvSpPr/>
            <p:nvPr/>
          </p:nvSpPr>
          <p:spPr>
            <a:xfrm>
              <a:off x="14312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791" y="1037"/>
                    <a:pt x="1038" y="790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5" name="Google Shape;3145;p24"/>
            <p:cNvSpPr/>
            <p:nvPr/>
          </p:nvSpPr>
          <p:spPr>
            <a:xfrm>
              <a:off x="14312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791" y="1062"/>
                    <a:pt x="1038" y="816"/>
                    <a:pt x="1038" y="519"/>
                  </a:cubicBezTo>
                  <a:cubicBezTo>
                    <a:pt x="1038" y="248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6" name="Google Shape;3146;p24"/>
            <p:cNvSpPr/>
            <p:nvPr/>
          </p:nvSpPr>
          <p:spPr>
            <a:xfrm>
              <a:off x="14312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791" y="1038"/>
                    <a:pt x="1038" y="816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7" name="Google Shape;3147;p24"/>
            <p:cNvSpPr/>
            <p:nvPr/>
          </p:nvSpPr>
          <p:spPr>
            <a:xfrm>
              <a:off x="13053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8" name="Google Shape;3148;p24"/>
            <p:cNvSpPr/>
            <p:nvPr/>
          </p:nvSpPr>
          <p:spPr>
            <a:xfrm>
              <a:off x="13053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9" name="Google Shape;3149;p24"/>
            <p:cNvSpPr/>
            <p:nvPr/>
          </p:nvSpPr>
          <p:spPr>
            <a:xfrm>
              <a:off x="13053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0" name="Google Shape;3150;p24"/>
            <p:cNvSpPr/>
            <p:nvPr/>
          </p:nvSpPr>
          <p:spPr>
            <a:xfrm>
              <a:off x="13053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1" name="Google Shape;3151;p24"/>
            <p:cNvSpPr/>
            <p:nvPr/>
          </p:nvSpPr>
          <p:spPr>
            <a:xfrm>
              <a:off x="13053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2" name="Google Shape;3152;p24"/>
            <p:cNvSpPr/>
            <p:nvPr/>
          </p:nvSpPr>
          <p:spPr>
            <a:xfrm>
              <a:off x="13053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3" name="Google Shape;3153;p24"/>
            <p:cNvSpPr/>
            <p:nvPr/>
          </p:nvSpPr>
          <p:spPr>
            <a:xfrm>
              <a:off x="13053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4" name="Google Shape;3154;p24"/>
            <p:cNvSpPr/>
            <p:nvPr/>
          </p:nvSpPr>
          <p:spPr>
            <a:xfrm>
              <a:off x="11800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5"/>
                    <a:pt x="223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5" name="Google Shape;3155;p24"/>
            <p:cNvSpPr/>
            <p:nvPr/>
          </p:nvSpPr>
          <p:spPr>
            <a:xfrm>
              <a:off x="11800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791"/>
                    <a:pt x="223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6" name="Google Shape;3156;p24"/>
            <p:cNvSpPr/>
            <p:nvPr/>
          </p:nvSpPr>
          <p:spPr>
            <a:xfrm>
              <a:off x="11800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0" y="247"/>
                    <a:pt x="0" y="519"/>
                  </a:cubicBezTo>
                  <a:cubicBezTo>
                    <a:pt x="0" y="815"/>
                    <a:pt x="223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7" name="Google Shape;3157;p24"/>
            <p:cNvSpPr/>
            <p:nvPr/>
          </p:nvSpPr>
          <p:spPr>
            <a:xfrm>
              <a:off x="11800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815"/>
                    <a:pt x="223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8" name="Google Shape;3158;p24"/>
            <p:cNvSpPr/>
            <p:nvPr/>
          </p:nvSpPr>
          <p:spPr>
            <a:xfrm>
              <a:off x="11800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790"/>
                    <a:pt x="223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9" name="Google Shape;3159;p24"/>
            <p:cNvSpPr/>
            <p:nvPr/>
          </p:nvSpPr>
          <p:spPr>
            <a:xfrm>
              <a:off x="11800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0" y="248"/>
                    <a:pt x="0" y="519"/>
                  </a:cubicBezTo>
                  <a:cubicBezTo>
                    <a:pt x="0" y="816"/>
                    <a:pt x="223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0" name="Google Shape;3160;p24"/>
            <p:cNvSpPr/>
            <p:nvPr/>
          </p:nvSpPr>
          <p:spPr>
            <a:xfrm>
              <a:off x="11800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6"/>
                    <a:pt x="223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1" name="Google Shape;3161;p24"/>
            <p:cNvSpPr/>
            <p:nvPr/>
          </p:nvSpPr>
          <p:spPr>
            <a:xfrm>
              <a:off x="1054075" y="21785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44" y="1038"/>
                  </a:cubicBezTo>
                  <a:cubicBezTo>
                    <a:pt x="816" y="1038"/>
                    <a:pt x="1062" y="815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2" name="Google Shape;3162;p24"/>
            <p:cNvSpPr/>
            <p:nvPr/>
          </p:nvSpPr>
          <p:spPr>
            <a:xfrm>
              <a:off x="1054075" y="23291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44" y="1038"/>
                  </a:cubicBezTo>
                  <a:cubicBezTo>
                    <a:pt x="816" y="1038"/>
                    <a:pt x="1062" y="791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3" name="Google Shape;3163;p24"/>
            <p:cNvSpPr/>
            <p:nvPr/>
          </p:nvSpPr>
          <p:spPr>
            <a:xfrm>
              <a:off x="1054075" y="2479125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44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44" y="1062"/>
                  </a:cubicBezTo>
                  <a:cubicBezTo>
                    <a:pt x="816" y="1062"/>
                    <a:pt x="1062" y="815"/>
                    <a:pt x="1062" y="519"/>
                  </a:cubicBezTo>
                  <a:cubicBezTo>
                    <a:pt x="1062" y="247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4" name="Google Shape;3164;p24"/>
            <p:cNvSpPr/>
            <p:nvPr/>
          </p:nvSpPr>
          <p:spPr>
            <a:xfrm>
              <a:off x="1054075" y="26297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44" y="1037"/>
                  </a:cubicBezTo>
                  <a:cubicBezTo>
                    <a:pt x="816" y="1037"/>
                    <a:pt x="1062" y="815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5" name="Google Shape;3165;p24"/>
            <p:cNvSpPr/>
            <p:nvPr/>
          </p:nvSpPr>
          <p:spPr>
            <a:xfrm>
              <a:off x="1054075" y="27803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44" y="1037"/>
                  </a:cubicBezTo>
                  <a:cubicBezTo>
                    <a:pt x="816" y="1037"/>
                    <a:pt x="1062" y="790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6" name="Google Shape;3166;p24"/>
            <p:cNvSpPr/>
            <p:nvPr/>
          </p:nvSpPr>
          <p:spPr>
            <a:xfrm>
              <a:off x="1054075" y="2930300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44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44" y="1062"/>
                  </a:cubicBezTo>
                  <a:cubicBezTo>
                    <a:pt x="816" y="1062"/>
                    <a:pt x="1062" y="816"/>
                    <a:pt x="1062" y="519"/>
                  </a:cubicBezTo>
                  <a:cubicBezTo>
                    <a:pt x="1062" y="248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7" name="Google Shape;3167;p24"/>
            <p:cNvSpPr/>
            <p:nvPr/>
          </p:nvSpPr>
          <p:spPr>
            <a:xfrm>
              <a:off x="1054075" y="308090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44" y="1038"/>
                  </a:cubicBezTo>
                  <a:cubicBezTo>
                    <a:pt x="816" y="1038"/>
                    <a:pt x="1062" y="816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168" name="Google Shape;3168;p24"/>
          <p:cNvGrpSpPr/>
          <p:nvPr/>
        </p:nvGrpSpPr>
        <p:grpSpPr>
          <a:xfrm>
            <a:off x="7739704" y="-627451"/>
            <a:ext cx="2069594" cy="1702200"/>
            <a:chOff x="7739704" y="-627451"/>
            <a:chExt cx="2069594" cy="1702200"/>
          </a:xfrm>
        </p:grpSpPr>
        <p:sp>
          <p:nvSpPr>
            <p:cNvPr id="3169" name="Google Shape;3169;p24"/>
            <p:cNvSpPr/>
            <p:nvPr/>
          </p:nvSpPr>
          <p:spPr>
            <a:xfrm>
              <a:off x="8107098" y="-627451"/>
              <a:ext cx="1702200" cy="1702200"/>
            </a:xfrm>
            <a:prstGeom prst="donut">
              <a:avLst>
                <a:gd name="adj" fmla="val 29191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0" name="Google Shape;3170;p24"/>
            <p:cNvSpPr/>
            <p:nvPr/>
          </p:nvSpPr>
          <p:spPr>
            <a:xfrm>
              <a:off x="7739704" y="285909"/>
              <a:ext cx="691200" cy="6912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171" name="Google Shape;3171;p24"/>
          <p:cNvGrpSpPr/>
          <p:nvPr/>
        </p:nvGrpSpPr>
        <p:grpSpPr>
          <a:xfrm rot="10800000">
            <a:off x="2048903" y="-88015"/>
            <a:ext cx="1646456" cy="754740"/>
            <a:chOff x="5071203" y="4398918"/>
            <a:chExt cx="1646456" cy="754740"/>
          </a:xfrm>
        </p:grpSpPr>
        <p:sp>
          <p:nvSpPr>
            <p:cNvPr id="3172" name="Google Shape;3172;p24"/>
            <p:cNvSpPr/>
            <p:nvPr/>
          </p:nvSpPr>
          <p:spPr>
            <a:xfrm>
              <a:off x="5071203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3" name="Google Shape;3173;p24"/>
            <p:cNvSpPr/>
            <p:nvPr/>
          </p:nvSpPr>
          <p:spPr>
            <a:xfrm>
              <a:off x="518670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4" name="Google Shape;3174;p24"/>
            <p:cNvSpPr/>
            <p:nvPr/>
          </p:nvSpPr>
          <p:spPr>
            <a:xfrm>
              <a:off x="5302521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5" name="Google Shape;3175;p24"/>
            <p:cNvSpPr/>
            <p:nvPr/>
          </p:nvSpPr>
          <p:spPr>
            <a:xfrm>
              <a:off x="5418334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6" name="Google Shape;3176;p24"/>
            <p:cNvSpPr/>
            <p:nvPr/>
          </p:nvSpPr>
          <p:spPr>
            <a:xfrm>
              <a:off x="5534146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7" name="Google Shape;3177;p24"/>
            <p:cNvSpPr/>
            <p:nvPr/>
          </p:nvSpPr>
          <p:spPr>
            <a:xfrm>
              <a:off x="5649652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8" name="Google Shape;3178;p24"/>
            <p:cNvSpPr/>
            <p:nvPr/>
          </p:nvSpPr>
          <p:spPr>
            <a:xfrm>
              <a:off x="5765465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9" name="Google Shape;3179;p24"/>
            <p:cNvSpPr/>
            <p:nvPr/>
          </p:nvSpPr>
          <p:spPr>
            <a:xfrm>
              <a:off x="5071203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8"/>
                    <a:pt x="1062" y="2148"/>
                  </a:cubicBezTo>
                  <a:cubicBezTo>
                    <a:pt x="1655" y="2148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0" name="Google Shape;3180;p24"/>
            <p:cNvSpPr/>
            <p:nvPr/>
          </p:nvSpPr>
          <p:spPr>
            <a:xfrm>
              <a:off x="5302521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94" y="2148"/>
                    <a:pt x="1087" y="2148"/>
                  </a:cubicBezTo>
                  <a:cubicBezTo>
                    <a:pt x="1679" y="2148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1" name="Google Shape;3181;p24"/>
            <p:cNvSpPr/>
            <p:nvPr/>
          </p:nvSpPr>
          <p:spPr>
            <a:xfrm>
              <a:off x="5534146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55" y="2148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2" name="Google Shape;3182;p24"/>
            <p:cNvSpPr/>
            <p:nvPr/>
          </p:nvSpPr>
          <p:spPr>
            <a:xfrm>
              <a:off x="5765465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8"/>
                    <a:pt x="1087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3" name="Google Shape;3183;p24"/>
            <p:cNvSpPr/>
            <p:nvPr/>
          </p:nvSpPr>
          <p:spPr>
            <a:xfrm>
              <a:off x="5071203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2" y="2148"/>
                  </a:cubicBezTo>
                  <a:cubicBezTo>
                    <a:pt x="1655" y="2148"/>
                    <a:pt x="2149" y="1654"/>
                    <a:pt x="2149" y="1062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4" name="Google Shape;3184;p24"/>
            <p:cNvSpPr/>
            <p:nvPr/>
          </p:nvSpPr>
          <p:spPr>
            <a:xfrm>
              <a:off x="518670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62"/>
                  </a:cubicBezTo>
                  <a:cubicBezTo>
                    <a:pt x="1" y="1654"/>
                    <a:pt x="495" y="2148"/>
                    <a:pt x="1087" y="2148"/>
                  </a:cubicBezTo>
                  <a:cubicBezTo>
                    <a:pt x="1680" y="2148"/>
                    <a:pt x="2149" y="1654"/>
                    <a:pt x="2149" y="1062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5" name="Google Shape;3185;p24"/>
            <p:cNvSpPr/>
            <p:nvPr/>
          </p:nvSpPr>
          <p:spPr>
            <a:xfrm>
              <a:off x="5302521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9" y="1654"/>
                    <a:pt x="2149" y="1062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6" name="Google Shape;3186;p24"/>
            <p:cNvSpPr/>
            <p:nvPr/>
          </p:nvSpPr>
          <p:spPr>
            <a:xfrm>
              <a:off x="5418334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7" name="Google Shape;3187;p24"/>
            <p:cNvSpPr/>
            <p:nvPr/>
          </p:nvSpPr>
          <p:spPr>
            <a:xfrm>
              <a:off x="5534146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8" name="Google Shape;3188;p24"/>
            <p:cNvSpPr/>
            <p:nvPr/>
          </p:nvSpPr>
          <p:spPr>
            <a:xfrm>
              <a:off x="5649652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9" name="Google Shape;3189;p24"/>
            <p:cNvSpPr/>
            <p:nvPr/>
          </p:nvSpPr>
          <p:spPr>
            <a:xfrm>
              <a:off x="5765465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0" name="Google Shape;3190;p24"/>
            <p:cNvSpPr/>
            <p:nvPr/>
          </p:nvSpPr>
          <p:spPr>
            <a:xfrm>
              <a:off x="5071203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2" y="2149"/>
                  </a:cubicBezTo>
                  <a:cubicBezTo>
                    <a:pt x="1655" y="2149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1" name="Google Shape;3191;p24"/>
            <p:cNvSpPr/>
            <p:nvPr/>
          </p:nvSpPr>
          <p:spPr>
            <a:xfrm>
              <a:off x="5302521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87" y="2149"/>
                  </a:cubicBezTo>
                  <a:cubicBezTo>
                    <a:pt x="1679" y="2149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2" name="Google Shape;3192;p24"/>
            <p:cNvSpPr/>
            <p:nvPr/>
          </p:nvSpPr>
          <p:spPr>
            <a:xfrm>
              <a:off x="5534146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5" y="2149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3" name="Google Shape;3193;p24"/>
            <p:cNvSpPr/>
            <p:nvPr/>
          </p:nvSpPr>
          <p:spPr>
            <a:xfrm>
              <a:off x="5765465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9"/>
                    <a:pt x="1087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4" name="Google Shape;3194;p24"/>
            <p:cNvSpPr/>
            <p:nvPr/>
          </p:nvSpPr>
          <p:spPr>
            <a:xfrm>
              <a:off x="5071203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5" name="Google Shape;3195;p24"/>
            <p:cNvSpPr/>
            <p:nvPr/>
          </p:nvSpPr>
          <p:spPr>
            <a:xfrm>
              <a:off x="518670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6" name="Google Shape;3196;p24"/>
            <p:cNvSpPr/>
            <p:nvPr/>
          </p:nvSpPr>
          <p:spPr>
            <a:xfrm>
              <a:off x="5302521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7" name="Google Shape;3197;p24"/>
            <p:cNvSpPr/>
            <p:nvPr/>
          </p:nvSpPr>
          <p:spPr>
            <a:xfrm>
              <a:off x="5418334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8" name="Google Shape;3198;p24"/>
            <p:cNvSpPr/>
            <p:nvPr/>
          </p:nvSpPr>
          <p:spPr>
            <a:xfrm>
              <a:off x="5534146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9" name="Google Shape;3199;p24"/>
            <p:cNvSpPr/>
            <p:nvPr/>
          </p:nvSpPr>
          <p:spPr>
            <a:xfrm>
              <a:off x="5649652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0" name="Google Shape;3200;p24"/>
            <p:cNvSpPr/>
            <p:nvPr/>
          </p:nvSpPr>
          <p:spPr>
            <a:xfrm>
              <a:off x="5765465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1" name="Google Shape;3201;p24"/>
            <p:cNvSpPr/>
            <p:nvPr/>
          </p:nvSpPr>
          <p:spPr>
            <a:xfrm>
              <a:off x="5071203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2" y="2149"/>
                  </a:cubicBezTo>
                  <a:cubicBezTo>
                    <a:pt x="1655" y="2149"/>
                    <a:pt x="2149" y="1680"/>
                    <a:pt x="2149" y="1087"/>
                  </a:cubicBezTo>
                  <a:cubicBezTo>
                    <a:pt x="2149" y="495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2" name="Google Shape;3202;p24"/>
            <p:cNvSpPr/>
            <p:nvPr/>
          </p:nvSpPr>
          <p:spPr>
            <a:xfrm>
              <a:off x="5302521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94" y="2149"/>
                    <a:pt x="1087" y="2149"/>
                  </a:cubicBezTo>
                  <a:cubicBezTo>
                    <a:pt x="1679" y="2149"/>
                    <a:pt x="2149" y="1680"/>
                    <a:pt x="2149" y="1087"/>
                  </a:cubicBezTo>
                  <a:cubicBezTo>
                    <a:pt x="2149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3" name="Google Shape;3203;p24"/>
            <p:cNvSpPr/>
            <p:nvPr/>
          </p:nvSpPr>
          <p:spPr>
            <a:xfrm>
              <a:off x="5534146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5" y="2149"/>
                    <a:pt x="2148" y="1680"/>
                    <a:pt x="2148" y="1087"/>
                  </a:cubicBezTo>
                  <a:cubicBezTo>
                    <a:pt x="2148" y="495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4" name="Google Shape;3204;p24"/>
            <p:cNvSpPr/>
            <p:nvPr/>
          </p:nvSpPr>
          <p:spPr>
            <a:xfrm>
              <a:off x="5765465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95"/>
                    <a:pt x="0" y="1087"/>
                  </a:cubicBezTo>
                  <a:cubicBezTo>
                    <a:pt x="0" y="1680"/>
                    <a:pt x="470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5" name="Google Shape;3205;p24"/>
            <p:cNvSpPr/>
            <p:nvPr/>
          </p:nvSpPr>
          <p:spPr>
            <a:xfrm>
              <a:off x="5071203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2" y="2346"/>
                  </a:cubicBezTo>
                  <a:cubicBezTo>
                    <a:pt x="1655" y="2346"/>
                    <a:pt x="2149" y="1852"/>
                    <a:pt x="2149" y="1259"/>
                  </a:cubicBezTo>
                  <a:cubicBezTo>
                    <a:pt x="2149" y="1235"/>
                    <a:pt x="2124" y="1210"/>
                    <a:pt x="2124" y="1161"/>
                  </a:cubicBezTo>
                  <a:cubicBezTo>
                    <a:pt x="2124" y="1136"/>
                    <a:pt x="2149" y="1111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6" name="Google Shape;3206;p24"/>
            <p:cNvSpPr/>
            <p:nvPr/>
          </p:nvSpPr>
          <p:spPr>
            <a:xfrm>
              <a:off x="518670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5" y="2346"/>
                    <a:pt x="1087" y="2346"/>
                  </a:cubicBezTo>
                  <a:cubicBezTo>
                    <a:pt x="1680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7" name="Google Shape;3207;p24"/>
            <p:cNvSpPr/>
            <p:nvPr/>
          </p:nvSpPr>
          <p:spPr>
            <a:xfrm>
              <a:off x="5302521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87" y="2346"/>
                  </a:cubicBezTo>
                  <a:cubicBezTo>
                    <a:pt x="1679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8" name="Google Shape;3208;p24"/>
            <p:cNvSpPr/>
            <p:nvPr/>
          </p:nvSpPr>
          <p:spPr>
            <a:xfrm>
              <a:off x="5418334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9" name="Google Shape;3209;p24"/>
            <p:cNvSpPr/>
            <p:nvPr/>
          </p:nvSpPr>
          <p:spPr>
            <a:xfrm>
              <a:off x="5534146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0" name="Google Shape;3210;p24"/>
            <p:cNvSpPr/>
            <p:nvPr/>
          </p:nvSpPr>
          <p:spPr>
            <a:xfrm>
              <a:off x="5649652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1" name="Google Shape;3211;p24"/>
            <p:cNvSpPr/>
            <p:nvPr/>
          </p:nvSpPr>
          <p:spPr>
            <a:xfrm>
              <a:off x="5765465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2" name="Google Shape;3212;p24"/>
            <p:cNvSpPr/>
            <p:nvPr/>
          </p:nvSpPr>
          <p:spPr>
            <a:xfrm>
              <a:off x="6691351" y="5124926"/>
              <a:ext cx="26308" cy="28733"/>
            </a:xfrm>
            <a:custGeom>
              <a:avLst/>
              <a:gdLst/>
              <a:ahLst/>
              <a:cxnLst/>
              <a:rect l="l" t="t" r="r" b="b"/>
              <a:pathLst>
                <a:path w="2148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3" name="Google Shape;3213;p24"/>
            <p:cNvSpPr/>
            <p:nvPr/>
          </p:nvSpPr>
          <p:spPr>
            <a:xfrm>
              <a:off x="657553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6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4" name="Google Shape;3214;p24"/>
            <p:cNvSpPr/>
            <p:nvPr/>
          </p:nvSpPr>
          <p:spPr>
            <a:xfrm>
              <a:off x="6460020" y="5124926"/>
              <a:ext cx="26026" cy="28733"/>
            </a:xfrm>
            <a:custGeom>
              <a:avLst/>
              <a:gdLst/>
              <a:ahLst/>
              <a:cxnLst/>
              <a:rect l="l" t="t" r="r" b="b"/>
              <a:pathLst>
                <a:path w="2125" h="2346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3" y="2346"/>
                  </a:cubicBezTo>
                  <a:cubicBezTo>
                    <a:pt x="1655" y="2346"/>
                    <a:pt x="2124" y="1852"/>
                    <a:pt x="2124" y="1259"/>
                  </a:cubicBezTo>
                  <a:cubicBezTo>
                    <a:pt x="2124" y="1235"/>
                    <a:pt x="2124" y="1210"/>
                    <a:pt x="2124" y="1161"/>
                  </a:cubicBezTo>
                  <a:cubicBezTo>
                    <a:pt x="2124" y="1136"/>
                    <a:pt x="2124" y="1111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5" name="Google Shape;3215;p24"/>
            <p:cNvSpPr/>
            <p:nvPr/>
          </p:nvSpPr>
          <p:spPr>
            <a:xfrm>
              <a:off x="6344220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3" y="1210"/>
                    <a:pt x="2123" y="1161"/>
                  </a:cubicBezTo>
                  <a:cubicBezTo>
                    <a:pt x="2123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6" name="Google Shape;3216;p24"/>
            <p:cNvSpPr/>
            <p:nvPr/>
          </p:nvSpPr>
          <p:spPr>
            <a:xfrm>
              <a:off x="6228408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7" name="Google Shape;3217;p24"/>
            <p:cNvSpPr/>
            <p:nvPr/>
          </p:nvSpPr>
          <p:spPr>
            <a:xfrm>
              <a:off x="6112595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8" name="Google Shape;3218;p24"/>
            <p:cNvSpPr/>
            <p:nvPr/>
          </p:nvSpPr>
          <p:spPr>
            <a:xfrm>
              <a:off x="599708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23" y="1852"/>
                    <a:pt x="2123" y="1259"/>
                  </a:cubicBezTo>
                  <a:cubicBezTo>
                    <a:pt x="2123" y="1235"/>
                    <a:pt x="2123" y="1210"/>
                    <a:pt x="2123" y="1161"/>
                  </a:cubicBezTo>
                  <a:cubicBezTo>
                    <a:pt x="2123" y="1136"/>
                    <a:pt x="2123" y="1111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9" name="Google Shape;3219;p24"/>
            <p:cNvSpPr/>
            <p:nvPr/>
          </p:nvSpPr>
          <p:spPr>
            <a:xfrm>
              <a:off x="5881277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0" name="Google Shape;3220;p24"/>
            <p:cNvSpPr/>
            <p:nvPr/>
          </p:nvSpPr>
          <p:spPr>
            <a:xfrm>
              <a:off x="6691351" y="50039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1" name="Google Shape;3221;p24"/>
            <p:cNvSpPr/>
            <p:nvPr/>
          </p:nvSpPr>
          <p:spPr>
            <a:xfrm>
              <a:off x="6460020" y="50039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3" y="2149"/>
                  </a:cubicBezTo>
                  <a:cubicBezTo>
                    <a:pt x="1655" y="2149"/>
                    <a:pt x="2124" y="1680"/>
                    <a:pt x="2124" y="1087"/>
                  </a:cubicBezTo>
                  <a:cubicBezTo>
                    <a:pt x="2124" y="495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2" name="Google Shape;3222;p24"/>
            <p:cNvSpPr/>
            <p:nvPr/>
          </p:nvSpPr>
          <p:spPr>
            <a:xfrm>
              <a:off x="6228408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3" name="Google Shape;3223;p24"/>
            <p:cNvSpPr/>
            <p:nvPr/>
          </p:nvSpPr>
          <p:spPr>
            <a:xfrm>
              <a:off x="5997089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4" y="2149"/>
                    <a:pt x="2148" y="1680"/>
                    <a:pt x="2148" y="1087"/>
                  </a:cubicBezTo>
                  <a:cubicBezTo>
                    <a:pt x="2148" y="495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4" name="Google Shape;3224;p24"/>
            <p:cNvSpPr/>
            <p:nvPr/>
          </p:nvSpPr>
          <p:spPr>
            <a:xfrm>
              <a:off x="6691351" y="4883025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5" name="Google Shape;3225;p24"/>
            <p:cNvSpPr/>
            <p:nvPr/>
          </p:nvSpPr>
          <p:spPr>
            <a:xfrm>
              <a:off x="657553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6" name="Google Shape;3226;p24"/>
            <p:cNvSpPr/>
            <p:nvPr/>
          </p:nvSpPr>
          <p:spPr>
            <a:xfrm>
              <a:off x="6460020" y="488302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7" name="Google Shape;3227;p24"/>
            <p:cNvSpPr/>
            <p:nvPr/>
          </p:nvSpPr>
          <p:spPr>
            <a:xfrm>
              <a:off x="6344220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8" name="Google Shape;3228;p24"/>
            <p:cNvSpPr/>
            <p:nvPr/>
          </p:nvSpPr>
          <p:spPr>
            <a:xfrm>
              <a:off x="6228408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9" name="Google Shape;3229;p24"/>
            <p:cNvSpPr/>
            <p:nvPr/>
          </p:nvSpPr>
          <p:spPr>
            <a:xfrm>
              <a:off x="6112595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0" name="Google Shape;3230;p24"/>
            <p:cNvSpPr/>
            <p:nvPr/>
          </p:nvSpPr>
          <p:spPr>
            <a:xfrm>
              <a:off x="599708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1" name="Google Shape;3231;p24"/>
            <p:cNvSpPr/>
            <p:nvPr/>
          </p:nvSpPr>
          <p:spPr>
            <a:xfrm>
              <a:off x="5881277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2" name="Google Shape;3232;p24"/>
            <p:cNvSpPr/>
            <p:nvPr/>
          </p:nvSpPr>
          <p:spPr>
            <a:xfrm>
              <a:off x="6691351" y="47620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3" name="Google Shape;3233;p24"/>
            <p:cNvSpPr/>
            <p:nvPr/>
          </p:nvSpPr>
          <p:spPr>
            <a:xfrm>
              <a:off x="6460020" y="47620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3" y="2149"/>
                  </a:cubicBezTo>
                  <a:cubicBezTo>
                    <a:pt x="1655" y="2149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4" name="Google Shape;3234;p24"/>
            <p:cNvSpPr/>
            <p:nvPr/>
          </p:nvSpPr>
          <p:spPr>
            <a:xfrm>
              <a:off x="6227195" y="4762143"/>
              <a:ext cx="28733" cy="26173"/>
            </a:xfrm>
            <a:custGeom>
              <a:avLst/>
              <a:gdLst/>
              <a:ahLst/>
              <a:cxnLst/>
              <a:rect l="l" t="t" r="r" b="b"/>
              <a:pathLst>
                <a:path w="2346" h="2137" extrusionOk="0">
                  <a:moveTo>
                    <a:pt x="1173" y="1"/>
                  </a:moveTo>
                  <a:cubicBezTo>
                    <a:pt x="902" y="1"/>
                    <a:pt x="630" y="106"/>
                    <a:pt x="420" y="316"/>
                  </a:cubicBezTo>
                  <a:cubicBezTo>
                    <a:pt x="0" y="735"/>
                    <a:pt x="0" y="1402"/>
                    <a:pt x="420" y="1822"/>
                  </a:cubicBezTo>
                  <a:cubicBezTo>
                    <a:pt x="630" y="2031"/>
                    <a:pt x="902" y="2136"/>
                    <a:pt x="1173" y="2136"/>
                  </a:cubicBezTo>
                  <a:cubicBezTo>
                    <a:pt x="1445" y="2136"/>
                    <a:pt x="1716" y="2031"/>
                    <a:pt x="1926" y="1822"/>
                  </a:cubicBezTo>
                  <a:cubicBezTo>
                    <a:pt x="2346" y="1402"/>
                    <a:pt x="2346" y="735"/>
                    <a:pt x="1926" y="316"/>
                  </a:cubicBezTo>
                  <a:cubicBezTo>
                    <a:pt x="1716" y="106"/>
                    <a:pt x="1445" y="1"/>
                    <a:pt x="117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5" name="Google Shape;3235;p24"/>
            <p:cNvSpPr/>
            <p:nvPr/>
          </p:nvSpPr>
          <p:spPr>
            <a:xfrm>
              <a:off x="5997089" y="4762069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4" y="2149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6" name="Google Shape;3236;p24"/>
            <p:cNvSpPr/>
            <p:nvPr/>
          </p:nvSpPr>
          <p:spPr>
            <a:xfrm>
              <a:off x="6691351" y="4641125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7" name="Google Shape;3237;p24"/>
            <p:cNvSpPr/>
            <p:nvPr/>
          </p:nvSpPr>
          <p:spPr>
            <a:xfrm>
              <a:off x="657553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6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8" name="Google Shape;3238;p24"/>
            <p:cNvSpPr/>
            <p:nvPr/>
          </p:nvSpPr>
          <p:spPr>
            <a:xfrm>
              <a:off x="6460020" y="464112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3" y="2148"/>
                  </a:cubicBezTo>
                  <a:cubicBezTo>
                    <a:pt x="1655" y="2148"/>
                    <a:pt x="2124" y="1654"/>
                    <a:pt x="2124" y="1062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9" name="Google Shape;3239;p24"/>
            <p:cNvSpPr/>
            <p:nvPr/>
          </p:nvSpPr>
          <p:spPr>
            <a:xfrm>
              <a:off x="6344220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0" name="Google Shape;3240;p24"/>
            <p:cNvSpPr/>
            <p:nvPr/>
          </p:nvSpPr>
          <p:spPr>
            <a:xfrm>
              <a:off x="6228408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1" name="Google Shape;3241;p24"/>
            <p:cNvSpPr/>
            <p:nvPr/>
          </p:nvSpPr>
          <p:spPr>
            <a:xfrm>
              <a:off x="6112595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2" name="Google Shape;3242;p24"/>
            <p:cNvSpPr/>
            <p:nvPr/>
          </p:nvSpPr>
          <p:spPr>
            <a:xfrm>
              <a:off x="599708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3" name="Google Shape;3243;p24"/>
            <p:cNvSpPr/>
            <p:nvPr/>
          </p:nvSpPr>
          <p:spPr>
            <a:xfrm>
              <a:off x="5881277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4" name="Google Shape;3244;p24"/>
            <p:cNvSpPr/>
            <p:nvPr/>
          </p:nvSpPr>
          <p:spPr>
            <a:xfrm>
              <a:off x="6691351" y="45201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5" name="Google Shape;3245;p24"/>
            <p:cNvSpPr/>
            <p:nvPr/>
          </p:nvSpPr>
          <p:spPr>
            <a:xfrm>
              <a:off x="6460020" y="45201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8"/>
                    <a:pt x="1063" y="2148"/>
                  </a:cubicBezTo>
                  <a:cubicBezTo>
                    <a:pt x="1655" y="2148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6" name="Google Shape;3246;p24"/>
            <p:cNvSpPr/>
            <p:nvPr/>
          </p:nvSpPr>
          <p:spPr>
            <a:xfrm>
              <a:off x="6228408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87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7" name="Google Shape;3247;p24"/>
            <p:cNvSpPr/>
            <p:nvPr/>
          </p:nvSpPr>
          <p:spPr>
            <a:xfrm>
              <a:off x="5997089" y="4520169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54" y="2148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8" name="Google Shape;3248;p24"/>
            <p:cNvSpPr/>
            <p:nvPr/>
          </p:nvSpPr>
          <p:spPr>
            <a:xfrm>
              <a:off x="6691351" y="4398918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9" name="Google Shape;3249;p24"/>
            <p:cNvSpPr/>
            <p:nvPr/>
          </p:nvSpPr>
          <p:spPr>
            <a:xfrm>
              <a:off x="657553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0" name="Google Shape;3250;p24"/>
            <p:cNvSpPr/>
            <p:nvPr/>
          </p:nvSpPr>
          <p:spPr>
            <a:xfrm>
              <a:off x="6460020" y="4398918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1" name="Google Shape;3251;p24"/>
            <p:cNvSpPr/>
            <p:nvPr/>
          </p:nvSpPr>
          <p:spPr>
            <a:xfrm>
              <a:off x="6344220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2" name="Google Shape;3252;p24"/>
            <p:cNvSpPr/>
            <p:nvPr/>
          </p:nvSpPr>
          <p:spPr>
            <a:xfrm>
              <a:off x="6228408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3" name="Google Shape;3253;p24"/>
            <p:cNvSpPr/>
            <p:nvPr/>
          </p:nvSpPr>
          <p:spPr>
            <a:xfrm>
              <a:off x="6112595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4" name="Google Shape;3254;p24"/>
            <p:cNvSpPr/>
            <p:nvPr/>
          </p:nvSpPr>
          <p:spPr>
            <a:xfrm>
              <a:off x="599708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5" name="Google Shape;3255;p24"/>
            <p:cNvSpPr/>
            <p:nvPr/>
          </p:nvSpPr>
          <p:spPr>
            <a:xfrm>
              <a:off x="5881277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256" name="Google Shape;3256;p24"/>
          <p:cNvSpPr/>
          <p:nvPr/>
        </p:nvSpPr>
        <p:spPr>
          <a:xfrm>
            <a:off x="3802848" y="4382427"/>
            <a:ext cx="1702200" cy="1702200"/>
          </a:xfrm>
          <a:prstGeom prst="donut">
            <a:avLst>
              <a:gd name="adj" fmla="val 29191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57" name="Google Shape;3257;p24"/>
          <p:cNvSpPr/>
          <p:nvPr/>
        </p:nvSpPr>
        <p:spPr>
          <a:xfrm>
            <a:off x="5206329" y="4752736"/>
            <a:ext cx="691200" cy="691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BLANK_16">
    <p:spTree>
      <p:nvGrpSpPr>
        <p:cNvPr id="1" name="Shape 3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9" name="Google Shape;3259;p25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260" name="Google Shape;3260;p25"/>
          <p:cNvGrpSpPr/>
          <p:nvPr/>
        </p:nvGrpSpPr>
        <p:grpSpPr>
          <a:xfrm>
            <a:off x="8579621" y="3912963"/>
            <a:ext cx="904875" cy="928325"/>
            <a:chOff x="1054075" y="2178525"/>
            <a:chExt cx="904875" cy="928325"/>
          </a:xfrm>
        </p:grpSpPr>
        <p:sp>
          <p:nvSpPr>
            <p:cNvPr id="3261" name="Google Shape;3261;p25"/>
            <p:cNvSpPr/>
            <p:nvPr/>
          </p:nvSpPr>
          <p:spPr>
            <a:xfrm>
              <a:off x="19330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19" y="1038"/>
                  </a:cubicBezTo>
                  <a:cubicBezTo>
                    <a:pt x="816" y="1038"/>
                    <a:pt x="1038" y="815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2" name="Google Shape;3262;p25"/>
            <p:cNvSpPr/>
            <p:nvPr/>
          </p:nvSpPr>
          <p:spPr>
            <a:xfrm>
              <a:off x="19330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19" y="1038"/>
                  </a:cubicBezTo>
                  <a:cubicBezTo>
                    <a:pt x="816" y="1038"/>
                    <a:pt x="1038" y="791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3" name="Google Shape;3263;p25"/>
            <p:cNvSpPr/>
            <p:nvPr/>
          </p:nvSpPr>
          <p:spPr>
            <a:xfrm>
              <a:off x="19330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19" y="1062"/>
                  </a:cubicBezTo>
                  <a:cubicBezTo>
                    <a:pt x="816" y="1062"/>
                    <a:pt x="1038" y="815"/>
                    <a:pt x="1038" y="519"/>
                  </a:cubicBezTo>
                  <a:cubicBezTo>
                    <a:pt x="1038" y="247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4" name="Google Shape;3264;p25"/>
            <p:cNvSpPr/>
            <p:nvPr/>
          </p:nvSpPr>
          <p:spPr>
            <a:xfrm>
              <a:off x="19330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19" y="1037"/>
                  </a:cubicBezTo>
                  <a:cubicBezTo>
                    <a:pt x="816" y="1037"/>
                    <a:pt x="1038" y="815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5" name="Google Shape;3265;p25"/>
            <p:cNvSpPr/>
            <p:nvPr/>
          </p:nvSpPr>
          <p:spPr>
            <a:xfrm>
              <a:off x="19330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19" y="1037"/>
                  </a:cubicBezTo>
                  <a:cubicBezTo>
                    <a:pt x="816" y="1037"/>
                    <a:pt x="1038" y="790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6" name="Google Shape;3266;p25"/>
            <p:cNvSpPr/>
            <p:nvPr/>
          </p:nvSpPr>
          <p:spPr>
            <a:xfrm>
              <a:off x="19330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19" y="1062"/>
                  </a:cubicBezTo>
                  <a:cubicBezTo>
                    <a:pt x="816" y="1062"/>
                    <a:pt x="1038" y="816"/>
                    <a:pt x="1038" y="519"/>
                  </a:cubicBezTo>
                  <a:cubicBezTo>
                    <a:pt x="1038" y="248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7" name="Google Shape;3267;p25"/>
            <p:cNvSpPr/>
            <p:nvPr/>
          </p:nvSpPr>
          <p:spPr>
            <a:xfrm>
              <a:off x="19330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19" y="1038"/>
                  </a:cubicBezTo>
                  <a:cubicBezTo>
                    <a:pt x="816" y="1038"/>
                    <a:pt x="1038" y="816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8" name="Google Shape;3268;p25"/>
            <p:cNvSpPr/>
            <p:nvPr/>
          </p:nvSpPr>
          <p:spPr>
            <a:xfrm>
              <a:off x="1807725" y="21785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5"/>
                    <a:pt x="222" y="1038"/>
                    <a:pt x="518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9" name="Google Shape;3269;p25"/>
            <p:cNvSpPr/>
            <p:nvPr/>
          </p:nvSpPr>
          <p:spPr>
            <a:xfrm>
              <a:off x="1807725" y="23291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791"/>
                    <a:pt x="222" y="1038"/>
                    <a:pt x="518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0" name="Google Shape;3270;p25"/>
            <p:cNvSpPr/>
            <p:nvPr/>
          </p:nvSpPr>
          <p:spPr>
            <a:xfrm>
              <a:off x="1807725" y="2479125"/>
              <a:ext cx="25925" cy="26550"/>
            </a:xfrm>
            <a:custGeom>
              <a:avLst/>
              <a:gdLst/>
              <a:ahLst/>
              <a:cxnLst/>
              <a:rect l="l" t="t" r="r" b="b"/>
              <a:pathLst>
                <a:path w="1037" h="1062" extrusionOk="0">
                  <a:moveTo>
                    <a:pt x="518" y="0"/>
                  </a:moveTo>
                  <a:cubicBezTo>
                    <a:pt x="222" y="0"/>
                    <a:pt x="0" y="247"/>
                    <a:pt x="0" y="519"/>
                  </a:cubicBezTo>
                  <a:cubicBezTo>
                    <a:pt x="0" y="815"/>
                    <a:pt x="222" y="1062"/>
                    <a:pt x="518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1" name="Google Shape;3271;p25"/>
            <p:cNvSpPr/>
            <p:nvPr/>
          </p:nvSpPr>
          <p:spPr>
            <a:xfrm>
              <a:off x="1807725" y="26297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815"/>
                    <a:pt x="222" y="1037"/>
                    <a:pt x="518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2" name="Google Shape;3272;p25"/>
            <p:cNvSpPr/>
            <p:nvPr/>
          </p:nvSpPr>
          <p:spPr>
            <a:xfrm>
              <a:off x="1807725" y="2780325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790"/>
                    <a:pt x="222" y="1037"/>
                    <a:pt x="518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3" name="Google Shape;3273;p25"/>
            <p:cNvSpPr/>
            <p:nvPr/>
          </p:nvSpPr>
          <p:spPr>
            <a:xfrm>
              <a:off x="1807725" y="2930300"/>
              <a:ext cx="25925" cy="26575"/>
            </a:xfrm>
            <a:custGeom>
              <a:avLst/>
              <a:gdLst/>
              <a:ahLst/>
              <a:cxnLst/>
              <a:rect l="l" t="t" r="r" b="b"/>
              <a:pathLst>
                <a:path w="1037" h="1063" extrusionOk="0">
                  <a:moveTo>
                    <a:pt x="518" y="1"/>
                  </a:moveTo>
                  <a:cubicBezTo>
                    <a:pt x="222" y="1"/>
                    <a:pt x="0" y="248"/>
                    <a:pt x="0" y="519"/>
                  </a:cubicBezTo>
                  <a:cubicBezTo>
                    <a:pt x="0" y="816"/>
                    <a:pt x="222" y="1062"/>
                    <a:pt x="518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4" name="Google Shape;3274;p25"/>
            <p:cNvSpPr/>
            <p:nvPr/>
          </p:nvSpPr>
          <p:spPr>
            <a:xfrm>
              <a:off x="1807725" y="3080900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6"/>
                    <a:pt x="222" y="1038"/>
                    <a:pt x="518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5" name="Google Shape;3275;p25"/>
            <p:cNvSpPr/>
            <p:nvPr/>
          </p:nvSpPr>
          <p:spPr>
            <a:xfrm>
              <a:off x="1681800" y="21785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62" y="815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6" name="Google Shape;3276;p25"/>
            <p:cNvSpPr/>
            <p:nvPr/>
          </p:nvSpPr>
          <p:spPr>
            <a:xfrm>
              <a:off x="1681800" y="23291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62" y="791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7" name="Google Shape;3277;p25"/>
            <p:cNvSpPr/>
            <p:nvPr/>
          </p:nvSpPr>
          <p:spPr>
            <a:xfrm>
              <a:off x="1681800" y="2479125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62" y="815"/>
                    <a:pt x="1062" y="519"/>
                  </a:cubicBezTo>
                  <a:cubicBezTo>
                    <a:pt x="1062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8" name="Google Shape;3278;p25"/>
            <p:cNvSpPr/>
            <p:nvPr/>
          </p:nvSpPr>
          <p:spPr>
            <a:xfrm>
              <a:off x="1681800" y="26297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62" y="815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9" name="Google Shape;3279;p25"/>
            <p:cNvSpPr/>
            <p:nvPr/>
          </p:nvSpPr>
          <p:spPr>
            <a:xfrm>
              <a:off x="1681800" y="27803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62" y="790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0" name="Google Shape;3280;p25"/>
            <p:cNvSpPr/>
            <p:nvPr/>
          </p:nvSpPr>
          <p:spPr>
            <a:xfrm>
              <a:off x="1681800" y="2930300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62" y="816"/>
                    <a:pt x="1062" y="519"/>
                  </a:cubicBezTo>
                  <a:cubicBezTo>
                    <a:pt x="1062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1" name="Google Shape;3281;p25"/>
            <p:cNvSpPr/>
            <p:nvPr/>
          </p:nvSpPr>
          <p:spPr>
            <a:xfrm>
              <a:off x="1681800" y="308090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62" y="816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2" name="Google Shape;3282;p25"/>
            <p:cNvSpPr/>
            <p:nvPr/>
          </p:nvSpPr>
          <p:spPr>
            <a:xfrm>
              <a:off x="15565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815" y="1038"/>
                    <a:pt x="1038" y="815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3" name="Google Shape;3283;p25"/>
            <p:cNvSpPr/>
            <p:nvPr/>
          </p:nvSpPr>
          <p:spPr>
            <a:xfrm>
              <a:off x="15565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815" y="1038"/>
                    <a:pt x="1038" y="791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4" name="Google Shape;3284;p25"/>
            <p:cNvSpPr/>
            <p:nvPr/>
          </p:nvSpPr>
          <p:spPr>
            <a:xfrm>
              <a:off x="15565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815" y="1062"/>
                    <a:pt x="1038" y="815"/>
                    <a:pt x="1038" y="519"/>
                  </a:cubicBezTo>
                  <a:cubicBezTo>
                    <a:pt x="1038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5" name="Google Shape;3285;p25"/>
            <p:cNvSpPr/>
            <p:nvPr/>
          </p:nvSpPr>
          <p:spPr>
            <a:xfrm>
              <a:off x="15565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815" y="1037"/>
                    <a:pt x="1038" y="815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6" name="Google Shape;3286;p25"/>
            <p:cNvSpPr/>
            <p:nvPr/>
          </p:nvSpPr>
          <p:spPr>
            <a:xfrm>
              <a:off x="15565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815" y="1037"/>
                    <a:pt x="1038" y="790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7" name="Google Shape;3287;p25"/>
            <p:cNvSpPr/>
            <p:nvPr/>
          </p:nvSpPr>
          <p:spPr>
            <a:xfrm>
              <a:off x="15565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815" y="1062"/>
                    <a:pt x="1038" y="816"/>
                    <a:pt x="1038" y="519"/>
                  </a:cubicBezTo>
                  <a:cubicBezTo>
                    <a:pt x="1038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8" name="Google Shape;3288;p25"/>
            <p:cNvSpPr/>
            <p:nvPr/>
          </p:nvSpPr>
          <p:spPr>
            <a:xfrm>
              <a:off x="15565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815" y="1038"/>
                    <a:pt x="1038" y="816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9" name="Google Shape;3289;p25"/>
            <p:cNvSpPr/>
            <p:nvPr/>
          </p:nvSpPr>
          <p:spPr>
            <a:xfrm>
              <a:off x="14312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791" y="1038"/>
                    <a:pt x="1038" y="815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0" name="Google Shape;3290;p25"/>
            <p:cNvSpPr/>
            <p:nvPr/>
          </p:nvSpPr>
          <p:spPr>
            <a:xfrm>
              <a:off x="14312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791" y="1038"/>
                    <a:pt x="1038" y="791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1" name="Google Shape;3291;p25"/>
            <p:cNvSpPr/>
            <p:nvPr/>
          </p:nvSpPr>
          <p:spPr>
            <a:xfrm>
              <a:off x="14312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791" y="1062"/>
                    <a:pt x="1038" y="815"/>
                    <a:pt x="1038" y="519"/>
                  </a:cubicBezTo>
                  <a:cubicBezTo>
                    <a:pt x="1038" y="247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2" name="Google Shape;3292;p25"/>
            <p:cNvSpPr/>
            <p:nvPr/>
          </p:nvSpPr>
          <p:spPr>
            <a:xfrm>
              <a:off x="14312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791" y="1037"/>
                    <a:pt x="1038" y="815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3" name="Google Shape;3293;p25"/>
            <p:cNvSpPr/>
            <p:nvPr/>
          </p:nvSpPr>
          <p:spPr>
            <a:xfrm>
              <a:off x="14312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791" y="1037"/>
                    <a:pt x="1038" y="790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4" name="Google Shape;3294;p25"/>
            <p:cNvSpPr/>
            <p:nvPr/>
          </p:nvSpPr>
          <p:spPr>
            <a:xfrm>
              <a:off x="14312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791" y="1062"/>
                    <a:pt x="1038" y="816"/>
                    <a:pt x="1038" y="519"/>
                  </a:cubicBezTo>
                  <a:cubicBezTo>
                    <a:pt x="1038" y="248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5" name="Google Shape;3295;p25"/>
            <p:cNvSpPr/>
            <p:nvPr/>
          </p:nvSpPr>
          <p:spPr>
            <a:xfrm>
              <a:off x="14312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791" y="1038"/>
                    <a:pt x="1038" y="816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6" name="Google Shape;3296;p25"/>
            <p:cNvSpPr/>
            <p:nvPr/>
          </p:nvSpPr>
          <p:spPr>
            <a:xfrm>
              <a:off x="13053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7" name="Google Shape;3297;p25"/>
            <p:cNvSpPr/>
            <p:nvPr/>
          </p:nvSpPr>
          <p:spPr>
            <a:xfrm>
              <a:off x="13053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8" name="Google Shape;3298;p25"/>
            <p:cNvSpPr/>
            <p:nvPr/>
          </p:nvSpPr>
          <p:spPr>
            <a:xfrm>
              <a:off x="13053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9" name="Google Shape;3299;p25"/>
            <p:cNvSpPr/>
            <p:nvPr/>
          </p:nvSpPr>
          <p:spPr>
            <a:xfrm>
              <a:off x="13053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0" name="Google Shape;3300;p25"/>
            <p:cNvSpPr/>
            <p:nvPr/>
          </p:nvSpPr>
          <p:spPr>
            <a:xfrm>
              <a:off x="13053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1" name="Google Shape;3301;p25"/>
            <p:cNvSpPr/>
            <p:nvPr/>
          </p:nvSpPr>
          <p:spPr>
            <a:xfrm>
              <a:off x="13053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2" name="Google Shape;3302;p25"/>
            <p:cNvSpPr/>
            <p:nvPr/>
          </p:nvSpPr>
          <p:spPr>
            <a:xfrm>
              <a:off x="13053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3" name="Google Shape;3303;p25"/>
            <p:cNvSpPr/>
            <p:nvPr/>
          </p:nvSpPr>
          <p:spPr>
            <a:xfrm>
              <a:off x="1180000" y="21785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5"/>
                    <a:pt x="223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4" name="Google Shape;3304;p25"/>
            <p:cNvSpPr/>
            <p:nvPr/>
          </p:nvSpPr>
          <p:spPr>
            <a:xfrm>
              <a:off x="1180000" y="23291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791"/>
                    <a:pt x="223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5" name="Google Shape;3305;p25"/>
            <p:cNvSpPr/>
            <p:nvPr/>
          </p:nvSpPr>
          <p:spPr>
            <a:xfrm>
              <a:off x="1180000" y="2479125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0" y="247"/>
                    <a:pt x="0" y="519"/>
                  </a:cubicBezTo>
                  <a:cubicBezTo>
                    <a:pt x="0" y="815"/>
                    <a:pt x="223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6" name="Google Shape;3306;p25"/>
            <p:cNvSpPr/>
            <p:nvPr/>
          </p:nvSpPr>
          <p:spPr>
            <a:xfrm>
              <a:off x="1180000" y="26297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815"/>
                    <a:pt x="223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7" name="Google Shape;3307;p25"/>
            <p:cNvSpPr/>
            <p:nvPr/>
          </p:nvSpPr>
          <p:spPr>
            <a:xfrm>
              <a:off x="1180000" y="2780325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790"/>
                    <a:pt x="223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8" name="Google Shape;3308;p25"/>
            <p:cNvSpPr/>
            <p:nvPr/>
          </p:nvSpPr>
          <p:spPr>
            <a:xfrm>
              <a:off x="1180000" y="2930300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0" y="248"/>
                    <a:pt x="0" y="519"/>
                  </a:cubicBezTo>
                  <a:cubicBezTo>
                    <a:pt x="0" y="816"/>
                    <a:pt x="223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9" name="Google Shape;3309;p25"/>
            <p:cNvSpPr/>
            <p:nvPr/>
          </p:nvSpPr>
          <p:spPr>
            <a:xfrm>
              <a:off x="1180000" y="3080900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6"/>
                    <a:pt x="223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0" name="Google Shape;3310;p25"/>
            <p:cNvSpPr/>
            <p:nvPr/>
          </p:nvSpPr>
          <p:spPr>
            <a:xfrm>
              <a:off x="1054075" y="21785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44" y="1038"/>
                  </a:cubicBezTo>
                  <a:cubicBezTo>
                    <a:pt x="816" y="1038"/>
                    <a:pt x="1062" y="815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1" name="Google Shape;3311;p25"/>
            <p:cNvSpPr/>
            <p:nvPr/>
          </p:nvSpPr>
          <p:spPr>
            <a:xfrm>
              <a:off x="1054075" y="23291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44" y="1038"/>
                  </a:cubicBezTo>
                  <a:cubicBezTo>
                    <a:pt x="816" y="1038"/>
                    <a:pt x="1062" y="791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2" name="Google Shape;3312;p25"/>
            <p:cNvSpPr/>
            <p:nvPr/>
          </p:nvSpPr>
          <p:spPr>
            <a:xfrm>
              <a:off x="1054075" y="2479125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44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44" y="1062"/>
                  </a:cubicBezTo>
                  <a:cubicBezTo>
                    <a:pt x="816" y="1062"/>
                    <a:pt x="1062" y="815"/>
                    <a:pt x="1062" y="519"/>
                  </a:cubicBezTo>
                  <a:cubicBezTo>
                    <a:pt x="1062" y="247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3" name="Google Shape;3313;p25"/>
            <p:cNvSpPr/>
            <p:nvPr/>
          </p:nvSpPr>
          <p:spPr>
            <a:xfrm>
              <a:off x="1054075" y="26297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44" y="1037"/>
                  </a:cubicBezTo>
                  <a:cubicBezTo>
                    <a:pt x="816" y="1037"/>
                    <a:pt x="1062" y="815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4" name="Google Shape;3314;p25"/>
            <p:cNvSpPr/>
            <p:nvPr/>
          </p:nvSpPr>
          <p:spPr>
            <a:xfrm>
              <a:off x="1054075" y="2780325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44" y="1037"/>
                  </a:cubicBezTo>
                  <a:cubicBezTo>
                    <a:pt x="816" y="1037"/>
                    <a:pt x="1062" y="790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5" name="Google Shape;3315;p25"/>
            <p:cNvSpPr/>
            <p:nvPr/>
          </p:nvSpPr>
          <p:spPr>
            <a:xfrm>
              <a:off x="1054075" y="2930300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44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44" y="1062"/>
                  </a:cubicBezTo>
                  <a:cubicBezTo>
                    <a:pt x="816" y="1062"/>
                    <a:pt x="1062" y="816"/>
                    <a:pt x="1062" y="519"/>
                  </a:cubicBezTo>
                  <a:cubicBezTo>
                    <a:pt x="1062" y="248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6" name="Google Shape;3316;p25"/>
            <p:cNvSpPr/>
            <p:nvPr/>
          </p:nvSpPr>
          <p:spPr>
            <a:xfrm>
              <a:off x="1054075" y="3080900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44" y="1038"/>
                  </a:cubicBezTo>
                  <a:cubicBezTo>
                    <a:pt x="816" y="1038"/>
                    <a:pt x="1062" y="816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317" name="Google Shape;3317;p25"/>
          <p:cNvGrpSpPr/>
          <p:nvPr/>
        </p:nvGrpSpPr>
        <p:grpSpPr>
          <a:xfrm>
            <a:off x="8221975" y="-553795"/>
            <a:ext cx="1587421" cy="1484620"/>
            <a:chOff x="8221975" y="-553795"/>
            <a:chExt cx="1587421" cy="1484620"/>
          </a:xfrm>
        </p:grpSpPr>
        <p:sp>
          <p:nvSpPr>
            <p:cNvPr id="3318" name="Google Shape;3318;p25"/>
            <p:cNvSpPr/>
            <p:nvPr/>
          </p:nvSpPr>
          <p:spPr>
            <a:xfrm>
              <a:off x="8430896" y="-553795"/>
              <a:ext cx="1378500" cy="1378500"/>
            </a:xfrm>
            <a:prstGeom prst="donut">
              <a:avLst>
                <a:gd name="adj" fmla="val 29191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9" name="Google Shape;3319;p25"/>
            <p:cNvSpPr/>
            <p:nvPr/>
          </p:nvSpPr>
          <p:spPr>
            <a:xfrm>
              <a:off x="8221975" y="358125"/>
              <a:ext cx="572700" cy="5727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320" name="Google Shape;3320;p25"/>
          <p:cNvGrpSpPr/>
          <p:nvPr/>
        </p:nvGrpSpPr>
        <p:grpSpPr>
          <a:xfrm>
            <a:off x="-139934" y="4604101"/>
            <a:ext cx="853034" cy="820482"/>
            <a:chOff x="420666" y="2868850"/>
            <a:chExt cx="853034" cy="820482"/>
          </a:xfrm>
        </p:grpSpPr>
        <p:sp>
          <p:nvSpPr>
            <p:cNvPr id="3321" name="Google Shape;3321;p25"/>
            <p:cNvSpPr/>
            <p:nvPr/>
          </p:nvSpPr>
          <p:spPr>
            <a:xfrm>
              <a:off x="420666" y="3004432"/>
              <a:ext cx="684900" cy="684900"/>
            </a:xfrm>
            <a:prstGeom prst="ellipse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2" name="Google Shape;3322;p25"/>
            <p:cNvSpPr/>
            <p:nvPr/>
          </p:nvSpPr>
          <p:spPr>
            <a:xfrm>
              <a:off x="834200" y="2868850"/>
              <a:ext cx="439500" cy="4395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323" name="Google Shape;3323;p25"/>
          <p:cNvGrpSpPr/>
          <p:nvPr/>
        </p:nvGrpSpPr>
        <p:grpSpPr>
          <a:xfrm>
            <a:off x="2416625" y="-67078"/>
            <a:ext cx="1966678" cy="402450"/>
            <a:chOff x="3712025" y="-67078"/>
            <a:chExt cx="1966678" cy="402450"/>
          </a:xfrm>
        </p:grpSpPr>
        <p:sp>
          <p:nvSpPr>
            <p:cNvPr id="3324" name="Google Shape;3324;p25"/>
            <p:cNvSpPr/>
            <p:nvPr/>
          </p:nvSpPr>
          <p:spPr>
            <a:xfrm rot="5400000">
              <a:off x="4614400" y="309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19" y="1038"/>
                  </a:cubicBezTo>
                  <a:cubicBezTo>
                    <a:pt x="816" y="1038"/>
                    <a:pt x="1038" y="815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5" name="Google Shape;3325;p25"/>
            <p:cNvSpPr/>
            <p:nvPr/>
          </p:nvSpPr>
          <p:spPr>
            <a:xfrm rot="5400000">
              <a:off x="4463800" y="309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19" y="1038"/>
                  </a:cubicBezTo>
                  <a:cubicBezTo>
                    <a:pt x="816" y="1038"/>
                    <a:pt x="1038" y="791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6" name="Google Shape;3326;p25"/>
            <p:cNvSpPr/>
            <p:nvPr/>
          </p:nvSpPr>
          <p:spPr>
            <a:xfrm rot="5400000">
              <a:off x="4313500" y="309122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19" y="1062"/>
                  </a:cubicBezTo>
                  <a:cubicBezTo>
                    <a:pt x="816" y="1062"/>
                    <a:pt x="1038" y="815"/>
                    <a:pt x="1038" y="519"/>
                  </a:cubicBezTo>
                  <a:cubicBezTo>
                    <a:pt x="1038" y="247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7" name="Google Shape;3327;p25"/>
            <p:cNvSpPr/>
            <p:nvPr/>
          </p:nvSpPr>
          <p:spPr>
            <a:xfrm rot="5400000">
              <a:off x="4163200" y="309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19" y="1037"/>
                  </a:cubicBezTo>
                  <a:cubicBezTo>
                    <a:pt x="816" y="1037"/>
                    <a:pt x="1038" y="815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8" name="Google Shape;3328;p25"/>
            <p:cNvSpPr/>
            <p:nvPr/>
          </p:nvSpPr>
          <p:spPr>
            <a:xfrm rot="5400000">
              <a:off x="4012600" y="309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19" y="1037"/>
                  </a:cubicBezTo>
                  <a:cubicBezTo>
                    <a:pt x="816" y="1037"/>
                    <a:pt x="1038" y="790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9" name="Google Shape;3329;p25"/>
            <p:cNvSpPr/>
            <p:nvPr/>
          </p:nvSpPr>
          <p:spPr>
            <a:xfrm rot="5400000">
              <a:off x="3862313" y="309109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19" y="1062"/>
                  </a:cubicBezTo>
                  <a:cubicBezTo>
                    <a:pt x="816" y="1062"/>
                    <a:pt x="1038" y="816"/>
                    <a:pt x="1038" y="519"/>
                  </a:cubicBezTo>
                  <a:cubicBezTo>
                    <a:pt x="1038" y="248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0" name="Google Shape;3330;p25"/>
            <p:cNvSpPr/>
            <p:nvPr/>
          </p:nvSpPr>
          <p:spPr>
            <a:xfrm rot="5400000">
              <a:off x="3712025" y="309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19" y="1038"/>
                  </a:cubicBezTo>
                  <a:cubicBezTo>
                    <a:pt x="816" y="1038"/>
                    <a:pt x="1038" y="816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1" name="Google Shape;3331;p25"/>
            <p:cNvSpPr/>
            <p:nvPr/>
          </p:nvSpPr>
          <p:spPr>
            <a:xfrm rot="5400000">
              <a:off x="4614413" y="184134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5"/>
                    <a:pt x="222" y="1038"/>
                    <a:pt x="518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2" name="Google Shape;3332;p25"/>
            <p:cNvSpPr/>
            <p:nvPr/>
          </p:nvSpPr>
          <p:spPr>
            <a:xfrm rot="5400000">
              <a:off x="4463813" y="184134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791"/>
                    <a:pt x="222" y="1038"/>
                    <a:pt x="518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3" name="Google Shape;3333;p25"/>
            <p:cNvSpPr/>
            <p:nvPr/>
          </p:nvSpPr>
          <p:spPr>
            <a:xfrm rot="5400000">
              <a:off x="4313513" y="183834"/>
              <a:ext cx="25925" cy="26550"/>
            </a:xfrm>
            <a:custGeom>
              <a:avLst/>
              <a:gdLst/>
              <a:ahLst/>
              <a:cxnLst/>
              <a:rect l="l" t="t" r="r" b="b"/>
              <a:pathLst>
                <a:path w="1037" h="1062" extrusionOk="0">
                  <a:moveTo>
                    <a:pt x="518" y="0"/>
                  </a:moveTo>
                  <a:cubicBezTo>
                    <a:pt x="222" y="0"/>
                    <a:pt x="0" y="247"/>
                    <a:pt x="0" y="519"/>
                  </a:cubicBezTo>
                  <a:cubicBezTo>
                    <a:pt x="0" y="815"/>
                    <a:pt x="222" y="1062"/>
                    <a:pt x="518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4" name="Google Shape;3334;p25"/>
            <p:cNvSpPr/>
            <p:nvPr/>
          </p:nvSpPr>
          <p:spPr>
            <a:xfrm rot="5400000">
              <a:off x="4163213" y="184134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815"/>
                    <a:pt x="222" y="1037"/>
                    <a:pt x="518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5" name="Google Shape;3335;p25"/>
            <p:cNvSpPr/>
            <p:nvPr/>
          </p:nvSpPr>
          <p:spPr>
            <a:xfrm rot="5400000">
              <a:off x="4012613" y="184134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790"/>
                    <a:pt x="222" y="1037"/>
                    <a:pt x="518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6" name="Google Shape;3336;p25"/>
            <p:cNvSpPr/>
            <p:nvPr/>
          </p:nvSpPr>
          <p:spPr>
            <a:xfrm rot="5400000">
              <a:off x="3862325" y="183822"/>
              <a:ext cx="25925" cy="26575"/>
            </a:xfrm>
            <a:custGeom>
              <a:avLst/>
              <a:gdLst/>
              <a:ahLst/>
              <a:cxnLst/>
              <a:rect l="l" t="t" r="r" b="b"/>
              <a:pathLst>
                <a:path w="1037" h="1063" extrusionOk="0">
                  <a:moveTo>
                    <a:pt x="518" y="1"/>
                  </a:moveTo>
                  <a:cubicBezTo>
                    <a:pt x="222" y="1"/>
                    <a:pt x="0" y="248"/>
                    <a:pt x="0" y="519"/>
                  </a:cubicBezTo>
                  <a:cubicBezTo>
                    <a:pt x="0" y="816"/>
                    <a:pt x="222" y="1062"/>
                    <a:pt x="518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7" name="Google Shape;3337;p25"/>
            <p:cNvSpPr/>
            <p:nvPr/>
          </p:nvSpPr>
          <p:spPr>
            <a:xfrm rot="5400000">
              <a:off x="3712038" y="184134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6"/>
                    <a:pt x="222" y="1038"/>
                    <a:pt x="518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8" name="Google Shape;3338;p25"/>
            <p:cNvSpPr/>
            <p:nvPr/>
          </p:nvSpPr>
          <p:spPr>
            <a:xfrm rot="5400000">
              <a:off x="4614088" y="58534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62" y="815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9" name="Google Shape;3339;p25"/>
            <p:cNvSpPr/>
            <p:nvPr/>
          </p:nvSpPr>
          <p:spPr>
            <a:xfrm rot="5400000">
              <a:off x="4463488" y="58534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62" y="791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0" name="Google Shape;3340;p25"/>
            <p:cNvSpPr/>
            <p:nvPr/>
          </p:nvSpPr>
          <p:spPr>
            <a:xfrm rot="5400000">
              <a:off x="4313188" y="58234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62" y="815"/>
                    <a:pt x="1062" y="519"/>
                  </a:cubicBezTo>
                  <a:cubicBezTo>
                    <a:pt x="1062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1" name="Google Shape;3341;p25"/>
            <p:cNvSpPr/>
            <p:nvPr/>
          </p:nvSpPr>
          <p:spPr>
            <a:xfrm rot="5400000">
              <a:off x="4162888" y="58534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62" y="815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2" name="Google Shape;3342;p25"/>
            <p:cNvSpPr/>
            <p:nvPr/>
          </p:nvSpPr>
          <p:spPr>
            <a:xfrm rot="5400000">
              <a:off x="4012288" y="58534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62" y="790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3" name="Google Shape;3343;p25"/>
            <p:cNvSpPr/>
            <p:nvPr/>
          </p:nvSpPr>
          <p:spPr>
            <a:xfrm rot="5400000">
              <a:off x="3862000" y="58222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62" y="816"/>
                    <a:pt x="1062" y="519"/>
                  </a:cubicBezTo>
                  <a:cubicBezTo>
                    <a:pt x="1062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4" name="Google Shape;3344;p25"/>
            <p:cNvSpPr/>
            <p:nvPr/>
          </p:nvSpPr>
          <p:spPr>
            <a:xfrm rot="5400000">
              <a:off x="3711713" y="58534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62" y="816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5" name="Google Shape;3345;p25"/>
            <p:cNvSpPr/>
            <p:nvPr/>
          </p:nvSpPr>
          <p:spPr>
            <a:xfrm rot="5400000">
              <a:off x="4614400" y="-6707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815" y="1038"/>
                    <a:pt x="1038" y="815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6" name="Google Shape;3346;p25"/>
            <p:cNvSpPr/>
            <p:nvPr/>
          </p:nvSpPr>
          <p:spPr>
            <a:xfrm rot="5400000">
              <a:off x="4463800" y="-6707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815" y="1038"/>
                    <a:pt x="1038" y="791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7" name="Google Shape;3347;p25"/>
            <p:cNvSpPr/>
            <p:nvPr/>
          </p:nvSpPr>
          <p:spPr>
            <a:xfrm rot="5400000">
              <a:off x="4313500" y="-6737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815" y="1062"/>
                    <a:pt x="1038" y="815"/>
                    <a:pt x="1038" y="519"/>
                  </a:cubicBezTo>
                  <a:cubicBezTo>
                    <a:pt x="1038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8" name="Google Shape;3348;p25"/>
            <p:cNvSpPr/>
            <p:nvPr/>
          </p:nvSpPr>
          <p:spPr>
            <a:xfrm rot="5400000">
              <a:off x="4163200" y="-6707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815" y="1037"/>
                    <a:pt x="1038" y="815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9" name="Google Shape;3349;p25"/>
            <p:cNvSpPr/>
            <p:nvPr/>
          </p:nvSpPr>
          <p:spPr>
            <a:xfrm rot="5400000">
              <a:off x="4012600" y="-6707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815" y="1037"/>
                    <a:pt x="1038" y="790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0" name="Google Shape;3350;p25"/>
            <p:cNvSpPr/>
            <p:nvPr/>
          </p:nvSpPr>
          <p:spPr>
            <a:xfrm rot="5400000">
              <a:off x="3862313" y="-67391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815" y="1062"/>
                    <a:pt x="1038" y="816"/>
                    <a:pt x="1038" y="519"/>
                  </a:cubicBezTo>
                  <a:cubicBezTo>
                    <a:pt x="1038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1" name="Google Shape;3351;p25"/>
            <p:cNvSpPr/>
            <p:nvPr/>
          </p:nvSpPr>
          <p:spPr>
            <a:xfrm rot="5400000">
              <a:off x="3712025" y="-6707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815" y="1038"/>
                    <a:pt x="1038" y="816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2" name="Google Shape;3352;p25"/>
            <p:cNvSpPr/>
            <p:nvPr/>
          </p:nvSpPr>
          <p:spPr>
            <a:xfrm rot="5400000">
              <a:off x="5652753" y="309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19" y="1038"/>
                  </a:cubicBezTo>
                  <a:cubicBezTo>
                    <a:pt x="816" y="1038"/>
                    <a:pt x="1038" y="815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3" name="Google Shape;3353;p25"/>
            <p:cNvSpPr/>
            <p:nvPr/>
          </p:nvSpPr>
          <p:spPr>
            <a:xfrm rot="5400000">
              <a:off x="5502153" y="309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19" y="1038"/>
                  </a:cubicBezTo>
                  <a:cubicBezTo>
                    <a:pt x="816" y="1038"/>
                    <a:pt x="1038" y="791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4" name="Google Shape;3354;p25"/>
            <p:cNvSpPr/>
            <p:nvPr/>
          </p:nvSpPr>
          <p:spPr>
            <a:xfrm rot="5400000">
              <a:off x="5351853" y="309122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19" y="1062"/>
                  </a:cubicBezTo>
                  <a:cubicBezTo>
                    <a:pt x="816" y="1062"/>
                    <a:pt x="1038" y="815"/>
                    <a:pt x="1038" y="519"/>
                  </a:cubicBezTo>
                  <a:cubicBezTo>
                    <a:pt x="1038" y="247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5" name="Google Shape;3355;p25"/>
            <p:cNvSpPr/>
            <p:nvPr/>
          </p:nvSpPr>
          <p:spPr>
            <a:xfrm rot="5400000">
              <a:off x="5201553" y="309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19" y="1037"/>
                  </a:cubicBezTo>
                  <a:cubicBezTo>
                    <a:pt x="816" y="1037"/>
                    <a:pt x="1038" y="815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6" name="Google Shape;3356;p25"/>
            <p:cNvSpPr/>
            <p:nvPr/>
          </p:nvSpPr>
          <p:spPr>
            <a:xfrm rot="5400000">
              <a:off x="5050953" y="309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19" y="1037"/>
                  </a:cubicBezTo>
                  <a:cubicBezTo>
                    <a:pt x="816" y="1037"/>
                    <a:pt x="1038" y="790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7" name="Google Shape;3357;p25"/>
            <p:cNvSpPr/>
            <p:nvPr/>
          </p:nvSpPr>
          <p:spPr>
            <a:xfrm rot="5400000">
              <a:off x="4900665" y="309109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19" y="1062"/>
                  </a:cubicBezTo>
                  <a:cubicBezTo>
                    <a:pt x="816" y="1062"/>
                    <a:pt x="1038" y="816"/>
                    <a:pt x="1038" y="519"/>
                  </a:cubicBezTo>
                  <a:cubicBezTo>
                    <a:pt x="1038" y="248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8" name="Google Shape;3358;p25"/>
            <p:cNvSpPr/>
            <p:nvPr/>
          </p:nvSpPr>
          <p:spPr>
            <a:xfrm rot="5400000">
              <a:off x="4750378" y="309422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19" y="1038"/>
                  </a:cubicBezTo>
                  <a:cubicBezTo>
                    <a:pt x="816" y="1038"/>
                    <a:pt x="1038" y="816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9" name="Google Shape;3359;p25"/>
            <p:cNvSpPr/>
            <p:nvPr/>
          </p:nvSpPr>
          <p:spPr>
            <a:xfrm rot="5400000">
              <a:off x="5652765" y="184134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5"/>
                    <a:pt x="222" y="1038"/>
                    <a:pt x="518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0" name="Google Shape;3360;p25"/>
            <p:cNvSpPr/>
            <p:nvPr/>
          </p:nvSpPr>
          <p:spPr>
            <a:xfrm rot="5400000">
              <a:off x="5502165" y="184134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791"/>
                    <a:pt x="222" y="1038"/>
                    <a:pt x="518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1" name="Google Shape;3361;p25"/>
            <p:cNvSpPr/>
            <p:nvPr/>
          </p:nvSpPr>
          <p:spPr>
            <a:xfrm rot="5400000">
              <a:off x="5351865" y="183834"/>
              <a:ext cx="25925" cy="26550"/>
            </a:xfrm>
            <a:custGeom>
              <a:avLst/>
              <a:gdLst/>
              <a:ahLst/>
              <a:cxnLst/>
              <a:rect l="l" t="t" r="r" b="b"/>
              <a:pathLst>
                <a:path w="1037" h="1062" extrusionOk="0">
                  <a:moveTo>
                    <a:pt x="518" y="0"/>
                  </a:moveTo>
                  <a:cubicBezTo>
                    <a:pt x="222" y="0"/>
                    <a:pt x="0" y="247"/>
                    <a:pt x="0" y="519"/>
                  </a:cubicBezTo>
                  <a:cubicBezTo>
                    <a:pt x="0" y="815"/>
                    <a:pt x="222" y="1062"/>
                    <a:pt x="518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2" name="Google Shape;3362;p25"/>
            <p:cNvSpPr/>
            <p:nvPr/>
          </p:nvSpPr>
          <p:spPr>
            <a:xfrm rot="5400000">
              <a:off x="5201565" y="184134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815"/>
                    <a:pt x="222" y="1037"/>
                    <a:pt x="518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3" name="Google Shape;3363;p25"/>
            <p:cNvSpPr/>
            <p:nvPr/>
          </p:nvSpPr>
          <p:spPr>
            <a:xfrm rot="5400000">
              <a:off x="5050965" y="184134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790"/>
                    <a:pt x="222" y="1037"/>
                    <a:pt x="518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4" name="Google Shape;3364;p25"/>
            <p:cNvSpPr/>
            <p:nvPr/>
          </p:nvSpPr>
          <p:spPr>
            <a:xfrm rot="5400000">
              <a:off x="4900678" y="183822"/>
              <a:ext cx="25925" cy="26575"/>
            </a:xfrm>
            <a:custGeom>
              <a:avLst/>
              <a:gdLst/>
              <a:ahLst/>
              <a:cxnLst/>
              <a:rect l="l" t="t" r="r" b="b"/>
              <a:pathLst>
                <a:path w="1037" h="1063" extrusionOk="0">
                  <a:moveTo>
                    <a:pt x="518" y="1"/>
                  </a:moveTo>
                  <a:cubicBezTo>
                    <a:pt x="222" y="1"/>
                    <a:pt x="0" y="248"/>
                    <a:pt x="0" y="519"/>
                  </a:cubicBezTo>
                  <a:cubicBezTo>
                    <a:pt x="0" y="816"/>
                    <a:pt x="222" y="1062"/>
                    <a:pt x="518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5" name="Google Shape;3365;p25"/>
            <p:cNvSpPr/>
            <p:nvPr/>
          </p:nvSpPr>
          <p:spPr>
            <a:xfrm rot="5400000">
              <a:off x="4750390" y="184134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6"/>
                    <a:pt x="222" y="1038"/>
                    <a:pt x="518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6" name="Google Shape;3366;p25"/>
            <p:cNvSpPr/>
            <p:nvPr/>
          </p:nvSpPr>
          <p:spPr>
            <a:xfrm rot="5400000">
              <a:off x="5652440" y="58534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62" y="815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7" name="Google Shape;3367;p25"/>
            <p:cNvSpPr/>
            <p:nvPr/>
          </p:nvSpPr>
          <p:spPr>
            <a:xfrm rot="5400000">
              <a:off x="5501840" y="58534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62" y="791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8" name="Google Shape;3368;p25"/>
            <p:cNvSpPr/>
            <p:nvPr/>
          </p:nvSpPr>
          <p:spPr>
            <a:xfrm rot="5400000">
              <a:off x="5351540" y="58234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62" y="815"/>
                    <a:pt x="1062" y="519"/>
                  </a:cubicBezTo>
                  <a:cubicBezTo>
                    <a:pt x="1062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9" name="Google Shape;3369;p25"/>
            <p:cNvSpPr/>
            <p:nvPr/>
          </p:nvSpPr>
          <p:spPr>
            <a:xfrm rot="5400000">
              <a:off x="5201240" y="58534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62" y="815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0" name="Google Shape;3370;p25"/>
            <p:cNvSpPr/>
            <p:nvPr/>
          </p:nvSpPr>
          <p:spPr>
            <a:xfrm rot="5400000">
              <a:off x="5050640" y="58534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62" y="790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1" name="Google Shape;3371;p25"/>
            <p:cNvSpPr/>
            <p:nvPr/>
          </p:nvSpPr>
          <p:spPr>
            <a:xfrm rot="5400000">
              <a:off x="4900353" y="58222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62" y="816"/>
                    <a:pt x="1062" y="519"/>
                  </a:cubicBezTo>
                  <a:cubicBezTo>
                    <a:pt x="1062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2" name="Google Shape;3372;p25"/>
            <p:cNvSpPr/>
            <p:nvPr/>
          </p:nvSpPr>
          <p:spPr>
            <a:xfrm rot="5400000">
              <a:off x="4750065" y="58534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62" y="816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3" name="Google Shape;3373;p25"/>
            <p:cNvSpPr/>
            <p:nvPr/>
          </p:nvSpPr>
          <p:spPr>
            <a:xfrm rot="5400000">
              <a:off x="5652753" y="-6707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815" y="1038"/>
                    <a:pt x="1038" y="815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4" name="Google Shape;3374;p25"/>
            <p:cNvSpPr/>
            <p:nvPr/>
          </p:nvSpPr>
          <p:spPr>
            <a:xfrm rot="5400000">
              <a:off x="5502153" y="-6707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815" y="1038"/>
                    <a:pt x="1038" y="791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5" name="Google Shape;3375;p25"/>
            <p:cNvSpPr/>
            <p:nvPr/>
          </p:nvSpPr>
          <p:spPr>
            <a:xfrm rot="5400000">
              <a:off x="5351853" y="-6737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815" y="1062"/>
                    <a:pt x="1038" y="815"/>
                    <a:pt x="1038" y="519"/>
                  </a:cubicBezTo>
                  <a:cubicBezTo>
                    <a:pt x="1038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6" name="Google Shape;3376;p25"/>
            <p:cNvSpPr/>
            <p:nvPr/>
          </p:nvSpPr>
          <p:spPr>
            <a:xfrm rot="5400000">
              <a:off x="5201553" y="-6707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815" y="1037"/>
                    <a:pt x="1038" y="815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7" name="Google Shape;3377;p25"/>
            <p:cNvSpPr/>
            <p:nvPr/>
          </p:nvSpPr>
          <p:spPr>
            <a:xfrm rot="5400000">
              <a:off x="5050953" y="-6707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815" y="1037"/>
                    <a:pt x="1038" y="790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8" name="Google Shape;3378;p25"/>
            <p:cNvSpPr/>
            <p:nvPr/>
          </p:nvSpPr>
          <p:spPr>
            <a:xfrm rot="5400000">
              <a:off x="4900665" y="-67391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815" y="1062"/>
                    <a:pt x="1038" y="816"/>
                    <a:pt x="1038" y="519"/>
                  </a:cubicBezTo>
                  <a:cubicBezTo>
                    <a:pt x="1038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9" name="Google Shape;3379;p25"/>
            <p:cNvSpPr/>
            <p:nvPr/>
          </p:nvSpPr>
          <p:spPr>
            <a:xfrm rot="5400000">
              <a:off x="4750378" y="-6707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815" y="1038"/>
                    <a:pt x="1038" y="816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4">
    <p:spTree>
      <p:nvGrpSpPr>
        <p:cNvPr id="1" name="Shape 3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1" name="Google Shape;3381;p26"/>
          <p:cNvSpPr txBox="1">
            <a:spLocks noGrp="1"/>
          </p:cNvSpPr>
          <p:nvPr>
            <p:ph type="title"/>
          </p:nvPr>
        </p:nvSpPr>
        <p:spPr>
          <a:xfrm>
            <a:off x="4572000" y="750895"/>
            <a:ext cx="3856200" cy="8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82" name="Google Shape;3382;p26"/>
          <p:cNvSpPr txBox="1">
            <a:spLocks noGrp="1"/>
          </p:cNvSpPr>
          <p:nvPr>
            <p:ph type="subTitle" idx="1"/>
          </p:nvPr>
        </p:nvSpPr>
        <p:spPr>
          <a:xfrm>
            <a:off x="4808100" y="1606882"/>
            <a:ext cx="3384000" cy="11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3" name="Google Shape;3383;p26"/>
          <p:cNvSpPr txBox="1"/>
          <p:nvPr/>
        </p:nvSpPr>
        <p:spPr>
          <a:xfrm>
            <a:off x="4808100" y="3435775"/>
            <a:ext cx="3384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rPr>
              <a:t>Credits: This presentation template was created by </a:t>
            </a:r>
            <a:r>
              <a:rPr lang="en-GB" sz="1200" b="1">
                <a:solidFill>
                  <a:schemeClr val="dk1"/>
                </a:solidFill>
                <a:uFill>
                  <a:noFill/>
                </a:u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  <a:hlinkClick r:id="rId2"/>
              </a:rPr>
              <a:t>Slidesgo</a:t>
            </a:r>
            <a:r>
              <a:rPr lang="en-GB" sz="1200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rPr>
              <a:t>, and includes icons by </a:t>
            </a:r>
            <a:r>
              <a:rPr lang="en-GB" sz="1200" b="1">
                <a:solidFill>
                  <a:schemeClr val="dk1"/>
                </a:solidFill>
                <a:uFill>
                  <a:noFill/>
                </a:u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  <a:hlinkClick r:id="rId3"/>
              </a:rPr>
              <a:t>Flaticon</a:t>
            </a:r>
            <a:r>
              <a:rPr lang="en-GB" sz="1200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rPr>
              <a:t> and infographics &amp; images by </a:t>
            </a:r>
            <a:r>
              <a:rPr lang="en-GB" sz="1200" b="1">
                <a:solidFill>
                  <a:schemeClr val="dk1"/>
                </a:solidFill>
                <a:uFill>
                  <a:noFill/>
                </a:u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  <a:hlinkClick r:id="rId4"/>
              </a:rPr>
              <a:t>Freepik</a:t>
            </a:r>
            <a:endParaRPr sz="1200" b="1">
              <a:solidFill>
                <a:schemeClr val="dk1"/>
              </a:solidFill>
              <a:latin typeface="Red Hat Display" panose="02010303040201060303"/>
              <a:ea typeface="Red Hat Display" panose="02010303040201060303"/>
              <a:cs typeface="Red Hat Display" panose="02010303040201060303"/>
              <a:sym typeface="Red Hat Display" panose="02010303040201060303"/>
            </a:endParaRPr>
          </a:p>
        </p:txBody>
      </p:sp>
      <p:grpSp>
        <p:nvGrpSpPr>
          <p:cNvPr id="3384" name="Google Shape;3384;p26"/>
          <p:cNvGrpSpPr/>
          <p:nvPr/>
        </p:nvGrpSpPr>
        <p:grpSpPr>
          <a:xfrm>
            <a:off x="7607679" y="44111"/>
            <a:ext cx="1530656" cy="512533"/>
            <a:chOff x="7607679" y="44111"/>
            <a:chExt cx="1530656" cy="512533"/>
          </a:xfrm>
        </p:grpSpPr>
        <p:sp>
          <p:nvSpPr>
            <p:cNvPr id="3385" name="Google Shape;3385;p26"/>
            <p:cNvSpPr/>
            <p:nvPr/>
          </p:nvSpPr>
          <p:spPr>
            <a:xfrm>
              <a:off x="7607679" y="441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2" y="2148"/>
                  </a:cubicBezTo>
                  <a:cubicBezTo>
                    <a:pt x="1655" y="2148"/>
                    <a:pt x="2149" y="1654"/>
                    <a:pt x="2149" y="1062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6" name="Google Shape;3386;p26"/>
            <p:cNvSpPr/>
            <p:nvPr/>
          </p:nvSpPr>
          <p:spPr>
            <a:xfrm>
              <a:off x="7723185" y="441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62"/>
                  </a:cubicBezTo>
                  <a:cubicBezTo>
                    <a:pt x="1" y="1654"/>
                    <a:pt x="495" y="2148"/>
                    <a:pt x="1087" y="2148"/>
                  </a:cubicBezTo>
                  <a:cubicBezTo>
                    <a:pt x="1680" y="2148"/>
                    <a:pt x="2149" y="1654"/>
                    <a:pt x="2149" y="1062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7" name="Google Shape;3387;p26"/>
            <p:cNvSpPr/>
            <p:nvPr/>
          </p:nvSpPr>
          <p:spPr>
            <a:xfrm>
              <a:off x="7838997" y="441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9" y="1654"/>
                    <a:pt x="2149" y="1062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8" name="Google Shape;3388;p26"/>
            <p:cNvSpPr/>
            <p:nvPr/>
          </p:nvSpPr>
          <p:spPr>
            <a:xfrm>
              <a:off x="7954810" y="441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9" name="Google Shape;3389;p26"/>
            <p:cNvSpPr/>
            <p:nvPr/>
          </p:nvSpPr>
          <p:spPr>
            <a:xfrm>
              <a:off x="8070622" y="441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0" name="Google Shape;3390;p26"/>
            <p:cNvSpPr/>
            <p:nvPr/>
          </p:nvSpPr>
          <p:spPr>
            <a:xfrm>
              <a:off x="8186128" y="441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1" name="Google Shape;3391;p26"/>
            <p:cNvSpPr/>
            <p:nvPr/>
          </p:nvSpPr>
          <p:spPr>
            <a:xfrm>
              <a:off x="8301941" y="441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2" name="Google Shape;3392;p26"/>
            <p:cNvSpPr/>
            <p:nvPr/>
          </p:nvSpPr>
          <p:spPr>
            <a:xfrm>
              <a:off x="7607679" y="16505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2" y="2149"/>
                  </a:cubicBezTo>
                  <a:cubicBezTo>
                    <a:pt x="1655" y="2149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3" name="Google Shape;3393;p26"/>
            <p:cNvSpPr/>
            <p:nvPr/>
          </p:nvSpPr>
          <p:spPr>
            <a:xfrm>
              <a:off x="7838997" y="16505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87" y="2149"/>
                  </a:cubicBezTo>
                  <a:cubicBezTo>
                    <a:pt x="1679" y="2149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4" name="Google Shape;3394;p26"/>
            <p:cNvSpPr/>
            <p:nvPr/>
          </p:nvSpPr>
          <p:spPr>
            <a:xfrm>
              <a:off x="8070622" y="16505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5" y="2149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5" name="Google Shape;3395;p26"/>
            <p:cNvSpPr/>
            <p:nvPr/>
          </p:nvSpPr>
          <p:spPr>
            <a:xfrm>
              <a:off x="8301941" y="16505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9"/>
                    <a:pt x="1087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6" name="Google Shape;3396;p26"/>
            <p:cNvSpPr/>
            <p:nvPr/>
          </p:nvSpPr>
          <p:spPr>
            <a:xfrm>
              <a:off x="7607679" y="2860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7" name="Google Shape;3397;p26"/>
            <p:cNvSpPr/>
            <p:nvPr/>
          </p:nvSpPr>
          <p:spPr>
            <a:xfrm>
              <a:off x="7723185" y="2860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8" name="Google Shape;3398;p26"/>
            <p:cNvSpPr/>
            <p:nvPr/>
          </p:nvSpPr>
          <p:spPr>
            <a:xfrm>
              <a:off x="7838997" y="2860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9" name="Google Shape;3399;p26"/>
            <p:cNvSpPr/>
            <p:nvPr/>
          </p:nvSpPr>
          <p:spPr>
            <a:xfrm>
              <a:off x="7954810" y="2860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0" name="Google Shape;3400;p26"/>
            <p:cNvSpPr/>
            <p:nvPr/>
          </p:nvSpPr>
          <p:spPr>
            <a:xfrm>
              <a:off x="8070622" y="2860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1" name="Google Shape;3401;p26"/>
            <p:cNvSpPr/>
            <p:nvPr/>
          </p:nvSpPr>
          <p:spPr>
            <a:xfrm>
              <a:off x="8186128" y="2860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2" name="Google Shape;3402;p26"/>
            <p:cNvSpPr/>
            <p:nvPr/>
          </p:nvSpPr>
          <p:spPr>
            <a:xfrm>
              <a:off x="8301941" y="2860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3" name="Google Shape;3403;p26"/>
            <p:cNvSpPr/>
            <p:nvPr/>
          </p:nvSpPr>
          <p:spPr>
            <a:xfrm>
              <a:off x="7607679" y="40695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2" y="2149"/>
                  </a:cubicBezTo>
                  <a:cubicBezTo>
                    <a:pt x="1655" y="2149"/>
                    <a:pt x="2149" y="1680"/>
                    <a:pt x="2149" y="1087"/>
                  </a:cubicBezTo>
                  <a:cubicBezTo>
                    <a:pt x="2149" y="495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4" name="Google Shape;3404;p26"/>
            <p:cNvSpPr/>
            <p:nvPr/>
          </p:nvSpPr>
          <p:spPr>
            <a:xfrm>
              <a:off x="7838997" y="40695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94" y="2149"/>
                    <a:pt x="1087" y="2149"/>
                  </a:cubicBezTo>
                  <a:cubicBezTo>
                    <a:pt x="1679" y="2149"/>
                    <a:pt x="2149" y="1680"/>
                    <a:pt x="2149" y="1087"/>
                  </a:cubicBezTo>
                  <a:cubicBezTo>
                    <a:pt x="2149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5" name="Google Shape;3405;p26"/>
            <p:cNvSpPr/>
            <p:nvPr/>
          </p:nvSpPr>
          <p:spPr>
            <a:xfrm>
              <a:off x="8070622" y="40695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5" y="2149"/>
                    <a:pt x="2148" y="1680"/>
                    <a:pt x="2148" y="1087"/>
                  </a:cubicBezTo>
                  <a:cubicBezTo>
                    <a:pt x="2148" y="495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6" name="Google Shape;3406;p26"/>
            <p:cNvSpPr/>
            <p:nvPr/>
          </p:nvSpPr>
          <p:spPr>
            <a:xfrm>
              <a:off x="8301941" y="40695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95"/>
                    <a:pt x="0" y="1087"/>
                  </a:cubicBezTo>
                  <a:cubicBezTo>
                    <a:pt x="0" y="1680"/>
                    <a:pt x="470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7" name="Google Shape;3407;p26"/>
            <p:cNvSpPr/>
            <p:nvPr/>
          </p:nvSpPr>
          <p:spPr>
            <a:xfrm>
              <a:off x="7607679" y="527911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2" y="2346"/>
                  </a:cubicBezTo>
                  <a:cubicBezTo>
                    <a:pt x="1655" y="2346"/>
                    <a:pt x="2149" y="1852"/>
                    <a:pt x="2149" y="1259"/>
                  </a:cubicBezTo>
                  <a:cubicBezTo>
                    <a:pt x="2149" y="1235"/>
                    <a:pt x="2124" y="1210"/>
                    <a:pt x="2124" y="1161"/>
                  </a:cubicBezTo>
                  <a:cubicBezTo>
                    <a:pt x="2124" y="1136"/>
                    <a:pt x="2149" y="1111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8" name="Google Shape;3408;p26"/>
            <p:cNvSpPr/>
            <p:nvPr/>
          </p:nvSpPr>
          <p:spPr>
            <a:xfrm>
              <a:off x="7723185" y="527911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5" y="2346"/>
                    <a:pt x="1087" y="2346"/>
                  </a:cubicBezTo>
                  <a:cubicBezTo>
                    <a:pt x="1680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9" name="Google Shape;3409;p26"/>
            <p:cNvSpPr/>
            <p:nvPr/>
          </p:nvSpPr>
          <p:spPr>
            <a:xfrm>
              <a:off x="7838997" y="527911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87" y="2346"/>
                  </a:cubicBezTo>
                  <a:cubicBezTo>
                    <a:pt x="1679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0" name="Google Shape;3410;p26"/>
            <p:cNvSpPr/>
            <p:nvPr/>
          </p:nvSpPr>
          <p:spPr>
            <a:xfrm>
              <a:off x="7954810" y="527911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1" name="Google Shape;3411;p26"/>
            <p:cNvSpPr/>
            <p:nvPr/>
          </p:nvSpPr>
          <p:spPr>
            <a:xfrm>
              <a:off x="8070622" y="527911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2" name="Google Shape;3412;p26"/>
            <p:cNvSpPr/>
            <p:nvPr/>
          </p:nvSpPr>
          <p:spPr>
            <a:xfrm>
              <a:off x="8186128" y="527911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3" name="Google Shape;3413;p26"/>
            <p:cNvSpPr/>
            <p:nvPr/>
          </p:nvSpPr>
          <p:spPr>
            <a:xfrm>
              <a:off x="8301941" y="527911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4" name="Google Shape;3414;p26"/>
            <p:cNvSpPr/>
            <p:nvPr/>
          </p:nvSpPr>
          <p:spPr>
            <a:xfrm>
              <a:off x="9112015" y="527911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6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5" name="Google Shape;3415;p26"/>
            <p:cNvSpPr/>
            <p:nvPr/>
          </p:nvSpPr>
          <p:spPr>
            <a:xfrm>
              <a:off x="8996496" y="527911"/>
              <a:ext cx="26026" cy="28733"/>
            </a:xfrm>
            <a:custGeom>
              <a:avLst/>
              <a:gdLst/>
              <a:ahLst/>
              <a:cxnLst/>
              <a:rect l="l" t="t" r="r" b="b"/>
              <a:pathLst>
                <a:path w="2125" h="2346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3" y="2346"/>
                  </a:cubicBezTo>
                  <a:cubicBezTo>
                    <a:pt x="1655" y="2346"/>
                    <a:pt x="2124" y="1852"/>
                    <a:pt x="2124" y="1259"/>
                  </a:cubicBezTo>
                  <a:cubicBezTo>
                    <a:pt x="2124" y="1235"/>
                    <a:pt x="2124" y="1210"/>
                    <a:pt x="2124" y="1161"/>
                  </a:cubicBezTo>
                  <a:cubicBezTo>
                    <a:pt x="2124" y="1136"/>
                    <a:pt x="2124" y="1111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6" name="Google Shape;3416;p26"/>
            <p:cNvSpPr/>
            <p:nvPr/>
          </p:nvSpPr>
          <p:spPr>
            <a:xfrm>
              <a:off x="8880696" y="527911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3" y="1210"/>
                    <a:pt x="2123" y="1161"/>
                  </a:cubicBezTo>
                  <a:cubicBezTo>
                    <a:pt x="2123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7" name="Google Shape;3417;p26"/>
            <p:cNvSpPr/>
            <p:nvPr/>
          </p:nvSpPr>
          <p:spPr>
            <a:xfrm>
              <a:off x="8764884" y="527911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8" name="Google Shape;3418;p26"/>
            <p:cNvSpPr/>
            <p:nvPr/>
          </p:nvSpPr>
          <p:spPr>
            <a:xfrm>
              <a:off x="8649072" y="527911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9" name="Google Shape;3419;p26"/>
            <p:cNvSpPr/>
            <p:nvPr/>
          </p:nvSpPr>
          <p:spPr>
            <a:xfrm>
              <a:off x="8533565" y="527911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23" y="1852"/>
                    <a:pt x="2123" y="1259"/>
                  </a:cubicBezTo>
                  <a:cubicBezTo>
                    <a:pt x="2123" y="1235"/>
                    <a:pt x="2123" y="1210"/>
                    <a:pt x="2123" y="1161"/>
                  </a:cubicBezTo>
                  <a:cubicBezTo>
                    <a:pt x="2123" y="1136"/>
                    <a:pt x="2123" y="1111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0" name="Google Shape;3420;p26"/>
            <p:cNvSpPr/>
            <p:nvPr/>
          </p:nvSpPr>
          <p:spPr>
            <a:xfrm>
              <a:off x="8417753" y="527911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1" name="Google Shape;3421;p26"/>
            <p:cNvSpPr/>
            <p:nvPr/>
          </p:nvSpPr>
          <p:spPr>
            <a:xfrm>
              <a:off x="8996496" y="40695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3" y="2149"/>
                  </a:cubicBezTo>
                  <a:cubicBezTo>
                    <a:pt x="1655" y="2149"/>
                    <a:pt x="2124" y="1680"/>
                    <a:pt x="2124" y="1087"/>
                  </a:cubicBezTo>
                  <a:cubicBezTo>
                    <a:pt x="2124" y="495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2" name="Google Shape;3422;p26"/>
            <p:cNvSpPr/>
            <p:nvPr/>
          </p:nvSpPr>
          <p:spPr>
            <a:xfrm>
              <a:off x="8764884" y="40695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3" name="Google Shape;3423;p26"/>
            <p:cNvSpPr/>
            <p:nvPr/>
          </p:nvSpPr>
          <p:spPr>
            <a:xfrm>
              <a:off x="8533565" y="40695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4" y="2149"/>
                    <a:pt x="2148" y="1680"/>
                    <a:pt x="2148" y="1087"/>
                  </a:cubicBezTo>
                  <a:cubicBezTo>
                    <a:pt x="2148" y="495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4" name="Google Shape;3424;p26"/>
            <p:cNvSpPr/>
            <p:nvPr/>
          </p:nvSpPr>
          <p:spPr>
            <a:xfrm>
              <a:off x="9112015" y="2860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5" name="Google Shape;3425;p26"/>
            <p:cNvSpPr/>
            <p:nvPr/>
          </p:nvSpPr>
          <p:spPr>
            <a:xfrm>
              <a:off x="8996496" y="286011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6" name="Google Shape;3426;p26"/>
            <p:cNvSpPr/>
            <p:nvPr/>
          </p:nvSpPr>
          <p:spPr>
            <a:xfrm>
              <a:off x="8880696" y="2860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7" name="Google Shape;3427;p26"/>
            <p:cNvSpPr/>
            <p:nvPr/>
          </p:nvSpPr>
          <p:spPr>
            <a:xfrm>
              <a:off x="8764884" y="2860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8" name="Google Shape;3428;p26"/>
            <p:cNvSpPr/>
            <p:nvPr/>
          </p:nvSpPr>
          <p:spPr>
            <a:xfrm>
              <a:off x="8649072" y="2860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9" name="Google Shape;3429;p26"/>
            <p:cNvSpPr/>
            <p:nvPr/>
          </p:nvSpPr>
          <p:spPr>
            <a:xfrm>
              <a:off x="8533565" y="2860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0" name="Google Shape;3430;p26"/>
            <p:cNvSpPr/>
            <p:nvPr/>
          </p:nvSpPr>
          <p:spPr>
            <a:xfrm>
              <a:off x="8417753" y="2860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1" name="Google Shape;3431;p26"/>
            <p:cNvSpPr/>
            <p:nvPr/>
          </p:nvSpPr>
          <p:spPr>
            <a:xfrm>
              <a:off x="8996496" y="16505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3" y="2149"/>
                  </a:cubicBezTo>
                  <a:cubicBezTo>
                    <a:pt x="1655" y="2149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2" name="Google Shape;3432;p26"/>
            <p:cNvSpPr/>
            <p:nvPr/>
          </p:nvSpPr>
          <p:spPr>
            <a:xfrm>
              <a:off x="8763671" y="165128"/>
              <a:ext cx="28733" cy="26173"/>
            </a:xfrm>
            <a:custGeom>
              <a:avLst/>
              <a:gdLst/>
              <a:ahLst/>
              <a:cxnLst/>
              <a:rect l="l" t="t" r="r" b="b"/>
              <a:pathLst>
                <a:path w="2346" h="2137" extrusionOk="0">
                  <a:moveTo>
                    <a:pt x="1173" y="1"/>
                  </a:moveTo>
                  <a:cubicBezTo>
                    <a:pt x="902" y="1"/>
                    <a:pt x="630" y="106"/>
                    <a:pt x="420" y="316"/>
                  </a:cubicBezTo>
                  <a:cubicBezTo>
                    <a:pt x="0" y="735"/>
                    <a:pt x="0" y="1402"/>
                    <a:pt x="420" y="1822"/>
                  </a:cubicBezTo>
                  <a:cubicBezTo>
                    <a:pt x="630" y="2031"/>
                    <a:pt x="902" y="2136"/>
                    <a:pt x="1173" y="2136"/>
                  </a:cubicBezTo>
                  <a:cubicBezTo>
                    <a:pt x="1445" y="2136"/>
                    <a:pt x="1716" y="2031"/>
                    <a:pt x="1926" y="1822"/>
                  </a:cubicBezTo>
                  <a:cubicBezTo>
                    <a:pt x="2346" y="1402"/>
                    <a:pt x="2346" y="735"/>
                    <a:pt x="1926" y="316"/>
                  </a:cubicBezTo>
                  <a:cubicBezTo>
                    <a:pt x="1716" y="106"/>
                    <a:pt x="1445" y="1"/>
                    <a:pt x="117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3" name="Google Shape;3433;p26"/>
            <p:cNvSpPr/>
            <p:nvPr/>
          </p:nvSpPr>
          <p:spPr>
            <a:xfrm>
              <a:off x="8533565" y="165055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4" y="2149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4" name="Google Shape;3434;p26"/>
            <p:cNvSpPr/>
            <p:nvPr/>
          </p:nvSpPr>
          <p:spPr>
            <a:xfrm>
              <a:off x="9112015" y="441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6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5" name="Google Shape;3435;p26"/>
            <p:cNvSpPr/>
            <p:nvPr/>
          </p:nvSpPr>
          <p:spPr>
            <a:xfrm>
              <a:off x="8996496" y="44111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3" y="2148"/>
                  </a:cubicBezTo>
                  <a:cubicBezTo>
                    <a:pt x="1655" y="2148"/>
                    <a:pt x="2124" y="1654"/>
                    <a:pt x="2124" y="1062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6" name="Google Shape;3436;p26"/>
            <p:cNvSpPr/>
            <p:nvPr/>
          </p:nvSpPr>
          <p:spPr>
            <a:xfrm>
              <a:off x="8880696" y="441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7" name="Google Shape;3437;p26"/>
            <p:cNvSpPr/>
            <p:nvPr/>
          </p:nvSpPr>
          <p:spPr>
            <a:xfrm>
              <a:off x="8764884" y="441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8" name="Google Shape;3438;p26"/>
            <p:cNvSpPr/>
            <p:nvPr/>
          </p:nvSpPr>
          <p:spPr>
            <a:xfrm>
              <a:off x="8649072" y="441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9" name="Google Shape;3439;p26"/>
            <p:cNvSpPr/>
            <p:nvPr/>
          </p:nvSpPr>
          <p:spPr>
            <a:xfrm>
              <a:off x="8533565" y="441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0" name="Google Shape;3440;p26"/>
            <p:cNvSpPr/>
            <p:nvPr/>
          </p:nvSpPr>
          <p:spPr>
            <a:xfrm>
              <a:off x="8417753" y="44111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441" name="Google Shape;3441;p26"/>
          <p:cNvSpPr/>
          <p:nvPr/>
        </p:nvSpPr>
        <p:spPr>
          <a:xfrm>
            <a:off x="8154895" y="260380"/>
            <a:ext cx="552000" cy="552000"/>
          </a:xfrm>
          <a:prstGeom prst="mathPlus">
            <a:avLst>
              <a:gd name="adj1" fmla="val 17232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442" name="Google Shape;3442;p26"/>
          <p:cNvGrpSpPr/>
          <p:nvPr/>
        </p:nvGrpSpPr>
        <p:grpSpPr>
          <a:xfrm>
            <a:off x="8095085" y="4302433"/>
            <a:ext cx="1580754" cy="1378500"/>
            <a:chOff x="8095085" y="4302433"/>
            <a:chExt cx="1580754" cy="1378500"/>
          </a:xfrm>
        </p:grpSpPr>
        <p:sp>
          <p:nvSpPr>
            <p:cNvPr id="3443" name="Google Shape;3443;p26"/>
            <p:cNvSpPr/>
            <p:nvPr/>
          </p:nvSpPr>
          <p:spPr>
            <a:xfrm flipH="1">
              <a:off x="8297338" y="4302433"/>
              <a:ext cx="1378500" cy="1378500"/>
            </a:xfrm>
            <a:prstGeom prst="donut">
              <a:avLst>
                <a:gd name="adj" fmla="val 29191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4" name="Google Shape;3444;p26"/>
            <p:cNvSpPr/>
            <p:nvPr/>
          </p:nvSpPr>
          <p:spPr>
            <a:xfrm flipH="1">
              <a:off x="8095085" y="4445804"/>
              <a:ext cx="526200" cy="5262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3">
    <p:spTree>
      <p:nvGrpSpPr>
        <p:cNvPr id="1" name="Shape 3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6" name="Google Shape;3446;p27"/>
          <p:cNvGrpSpPr/>
          <p:nvPr/>
        </p:nvGrpSpPr>
        <p:grpSpPr>
          <a:xfrm>
            <a:off x="679526" y="-74427"/>
            <a:ext cx="1894950" cy="477125"/>
            <a:chOff x="679526" y="-74427"/>
            <a:chExt cx="1894950" cy="477125"/>
          </a:xfrm>
        </p:grpSpPr>
        <p:sp>
          <p:nvSpPr>
            <p:cNvPr id="3447" name="Google Shape;3447;p27"/>
            <p:cNvSpPr/>
            <p:nvPr/>
          </p:nvSpPr>
          <p:spPr>
            <a:xfrm>
              <a:off x="2548526" y="-74427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19" y="1037"/>
                  </a:cubicBezTo>
                  <a:cubicBezTo>
                    <a:pt x="816" y="1037"/>
                    <a:pt x="1038" y="815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8" name="Google Shape;3448;p27"/>
            <p:cNvSpPr/>
            <p:nvPr/>
          </p:nvSpPr>
          <p:spPr>
            <a:xfrm>
              <a:off x="2548526" y="761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19" y="1037"/>
                  </a:cubicBezTo>
                  <a:cubicBezTo>
                    <a:pt x="816" y="1037"/>
                    <a:pt x="1038" y="790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9" name="Google Shape;3449;p27"/>
            <p:cNvSpPr/>
            <p:nvPr/>
          </p:nvSpPr>
          <p:spPr>
            <a:xfrm>
              <a:off x="2548526" y="226148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19" y="1062"/>
                  </a:cubicBezTo>
                  <a:cubicBezTo>
                    <a:pt x="816" y="1062"/>
                    <a:pt x="1038" y="816"/>
                    <a:pt x="1038" y="519"/>
                  </a:cubicBezTo>
                  <a:cubicBezTo>
                    <a:pt x="1038" y="248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0" name="Google Shape;3450;p27"/>
            <p:cNvSpPr/>
            <p:nvPr/>
          </p:nvSpPr>
          <p:spPr>
            <a:xfrm>
              <a:off x="2548526" y="376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19" y="1038"/>
                  </a:cubicBezTo>
                  <a:cubicBezTo>
                    <a:pt x="816" y="1038"/>
                    <a:pt x="1038" y="816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1" name="Google Shape;3451;p27"/>
            <p:cNvSpPr/>
            <p:nvPr/>
          </p:nvSpPr>
          <p:spPr>
            <a:xfrm>
              <a:off x="2423251" y="-74427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815"/>
                    <a:pt x="222" y="1037"/>
                    <a:pt x="518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2" name="Google Shape;3452;p27"/>
            <p:cNvSpPr/>
            <p:nvPr/>
          </p:nvSpPr>
          <p:spPr>
            <a:xfrm>
              <a:off x="2423251" y="76173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790"/>
                    <a:pt x="222" y="1037"/>
                    <a:pt x="518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3" name="Google Shape;3453;p27"/>
            <p:cNvSpPr/>
            <p:nvPr/>
          </p:nvSpPr>
          <p:spPr>
            <a:xfrm>
              <a:off x="2423251" y="226148"/>
              <a:ext cx="25925" cy="26575"/>
            </a:xfrm>
            <a:custGeom>
              <a:avLst/>
              <a:gdLst/>
              <a:ahLst/>
              <a:cxnLst/>
              <a:rect l="l" t="t" r="r" b="b"/>
              <a:pathLst>
                <a:path w="1037" h="1063" extrusionOk="0">
                  <a:moveTo>
                    <a:pt x="518" y="1"/>
                  </a:moveTo>
                  <a:cubicBezTo>
                    <a:pt x="222" y="1"/>
                    <a:pt x="0" y="248"/>
                    <a:pt x="0" y="519"/>
                  </a:cubicBezTo>
                  <a:cubicBezTo>
                    <a:pt x="0" y="816"/>
                    <a:pt x="222" y="1062"/>
                    <a:pt x="518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4" name="Google Shape;3454;p27"/>
            <p:cNvSpPr/>
            <p:nvPr/>
          </p:nvSpPr>
          <p:spPr>
            <a:xfrm>
              <a:off x="2423251" y="376748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6"/>
                    <a:pt x="222" y="1038"/>
                    <a:pt x="518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5" name="Google Shape;3455;p27"/>
            <p:cNvSpPr/>
            <p:nvPr/>
          </p:nvSpPr>
          <p:spPr>
            <a:xfrm>
              <a:off x="2297326" y="-74427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62" y="815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6" name="Google Shape;3456;p27"/>
            <p:cNvSpPr/>
            <p:nvPr/>
          </p:nvSpPr>
          <p:spPr>
            <a:xfrm>
              <a:off x="2297326" y="76173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62" y="790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7" name="Google Shape;3457;p27"/>
            <p:cNvSpPr/>
            <p:nvPr/>
          </p:nvSpPr>
          <p:spPr>
            <a:xfrm>
              <a:off x="2297326" y="226148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62" y="816"/>
                    <a:pt x="1062" y="519"/>
                  </a:cubicBezTo>
                  <a:cubicBezTo>
                    <a:pt x="1062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8" name="Google Shape;3458;p27"/>
            <p:cNvSpPr/>
            <p:nvPr/>
          </p:nvSpPr>
          <p:spPr>
            <a:xfrm>
              <a:off x="2297326" y="3767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62" y="816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9" name="Google Shape;3459;p27"/>
            <p:cNvSpPr/>
            <p:nvPr/>
          </p:nvSpPr>
          <p:spPr>
            <a:xfrm>
              <a:off x="2172026" y="-74427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815" y="1037"/>
                    <a:pt x="1038" y="815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0" name="Google Shape;3460;p27"/>
            <p:cNvSpPr/>
            <p:nvPr/>
          </p:nvSpPr>
          <p:spPr>
            <a:xfrm>
              <a:off x="2172026" y="761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815" y="1037"/>
                    <a:pt x="1038" y="790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1" name="Google Shape;3461;p27"/>
            <p:cNvSpPr/>
            <p:nvPr/>
          </p:nvSpPr>
          <p:spPr>
            <a:xfrm>
              <a:off x="2172026" y="226148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815" y="1062"/>
                    <a:pt x="1038" y="816"/>
                    <a:pt x="1038" y="519"/>
                  </a:cubicBezTo>
                  <a:cubicBezTo>
                    <a:pt x="1038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2" name="Google Shape;3462;p27"/>
            <p:cNvSpPr/>
            <p:nvPr/>
          </p:nvSpPr>
          <p:spPr>
            <a:xfrm>
              <a:off x="2172026" y="376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815" y="1038"/>
                    <a:pt x="1038" y="816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3" name="Google Shape;3463;p27"/>
            <p:cNvSpPr/>
            <p:nvPr/>
          </p:nvSpPr>
          <p:spPr>
            <a:xfrm>
              <a:off x="2046726" y="-74427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791" y="1037"/>
                    <a:pt x="1038" y="815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4" name="Google Shape;3464;p27"/>
            <p:cNvSpPr/>
            <p:nvPr/>
          </p:nvSpPr>
          <p:spPr>
            <a:xfrm>
              <a:off x="2046726" y="761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791" y="1037"/>
                    <a:pt x="1038" y="790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5" name="Google Shape;3465;p27"/>
            <p:cNvSpPr/>
            <p:nvPr/>
          </p:nvSpPr>
          <p:spPr>
            <a:xfrm>
              <a:off x="2046726" y="226148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791" y="1062"/>
                    <a:pt x="1038" y="816"/>
                    <a:pt x="1038" y="519"/>
                  </a:cubicBezTo>
                  <a:cubicBezTo>
                    <a:pt x="1038" y="248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6" name="Google Shape;3466;p27"/>
            <p:cNvSpPr/>
            <p:nvPr/>
          </p:nvSpPr>
          <p:spPr>
            <a:xfrm>
              <a:off x="2046726" y="376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791" y="1038"/>
                    <a:pt x="1038" y="816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7" name="Google Shape;3467;p27"/>
            <p:cNvSpPr/>
            <p:nvPr/>
          </p:nvSpPr>
          <p:spPr>
            <a:xfrm>
              <a:off x="1920826" y="-74427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8" name="Google Shape;3468;p27"/>
            <p:cNvSpPr/>
            <p:nvPr/>
          </p:nvSpPr>
          <p:spPr>
            <a:xfrm>
              <a:off x="1920826" y="761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9" name="Google Shape;3469;p27"/>
            <p:cNvSpPr/>
            <p:nvPr/>
          </p:nvSpPr>
          <p:spPr>
            <a:xfrm>
              <a:off x="1920826" y="226148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0" name="Google Shape;3470;p27"/>
            <p:cNvSpPr/>
            <p:nvPr/>
          </p:nvSpPr>
          <p:spPr>
            <a:xfrm>
              <a:off x="1920826" y="376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1" name="Google Shape;3471;p27"/>
            <p:cNvSpPr/>
            <p:nvPr/>
          </p:nvSpPr>
          <p:spPr>
            <a:xfrm>
              <a:off x="1795526" y="-74427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815"/>
                    <a:pt x="223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2" name="Google Shape;3472;p27"/>
            <p:cNvSpPr/>
            <p:nvPr/>
          </p:nvSpPr>
          <p:spPr>
            <a:xfrm>
              <a:off x="1795526" y="761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790"/>
                    <a:pt x="223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3" name="Google Shape;3473;p27"/>
            <p:cNvSpPr/>
            <p:nvPr/>
          </p:nvSpPr>
          <p:spPr>
            <a:xfrm>
              <a:off x="1795526" y="226148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0" y="248"/>
                    <a:pt x="0" y="519"/>
                  </a:cubicBezTo>
                  <a:cubicBezTo>
                    <a:pt x="0" y="816"/>
                    <a:pt x="223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4" name="Google Shape;3474;p27"/>
            <p:cNvSpPr/>
            <p:nvPr/>
          </p:nvSpPr>
          <p:spPr>
            <a:xfrm>
              <a:off x="1795526" y="376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6"/>
                    <a:pt x="223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5" name="Google Shape;3475;p27"/>
            <p:cNvSpPr/>
            <p:nvPr/>
          </p:nvSpPr>
          <p:spPr>
            <a:xfrm>
              <a:off x="1669601" y="-74427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44" y="1037"/>
                  </a:cubicBezTo>
                  <a:cubicBezTo>
                    <a:pt x="816" y="1037"/>
                    <a:pt x="1062" y="815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6" name="Google Shape;3476;p27"/>
            <p:cNvSpPr/>
            <p:nvPr/>
          </p:nvSpPr>
          <p:spPr>
            <a:xfrm>
              <a:off x="1669601" y="76173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44" y="1037"/>
                  </a:cubicBezTo>
                  <a:cubicBezTo>
                    <a:pt x="816" y="1037"/>
                    <a:pt x="1062" y="790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7" name="Google Shape;3477;p27"/>
            <p:cNvSpPr/>
            <p:nvPr/>
          </p:nvSpPr>
          <p:spPr>
            <a:xfrm>
              <a:off x="1669601" y="226148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44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44" y="1062"/>
                  </a:cubicBezTo>
                  <a:cubicBezTo>
                    <a:pt x="816" y="1062"/>
                    <a:pt x="1062" y="816"/>
                    <a:pt x="1062" y="519"/>
                  </a:cubicBezTo>
                  <a:cubicBezTo>
                    <a:pt x="1062" y="248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8" name="Google Shape;3478;p27"/>
            <p:cNvSpPr/>
            <p:nvPr/>
          </p:nvSpPr>
          <p:spPr>
            <a:xfrm>
              <a:off x="1669601" y="3767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44" y="1038"/>
                  </a:cubicBezTo>
                  <a:cubicBezTo>
                    <a:pt x="816" y="1038"/>
                    <a:pt x="1062" y="816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9" name="Google Shape;3479;p27"/>
            <p:cNvSpPr/>
            <p:nvPr/>
          </p:nvSpPr>
          <p:spPr>
            <a:xfrm>
              <a:off x="1558451" y="-74427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19" y="1037"/>
                  </a:cubicBezTo>
                  <a:cubicBezTo>
                    <a:pt x="816" y="1037"/>
                    <a:pt x="1038" y="815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0" name="Google Shape;3480;p27"/>
            <p:cNvSpPr/>
            <p:nvPr/>
          </p:nvSpPr>
          <p:spPr>
            <a:xfrm>
              <a:off x="1558451" y="761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19" y="1037"/>
                  </a:cubicBezTo>
                  <a:cubicBezTo>
                    <a:pt x="816" y="1037"/>
                    <a:pt x="1038" y="790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1" name="Google Shape;3481;p27"/>
            <p:cNvSpPr/>
            <p:nvPr/>
          </p:nvSpPr>
          <p:spPr>
            <a:xfrm>
              <a:off x="1558451" y="226148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19" y="1062"/>
                  </a:cubicBezTo>
                  <a:cubicBezTo>
                    <a:pt x="816" y="1062"/>
                    <a:pt x="1038" y="816"/>
                    <a:pt x="1038" y="519"/>
                  </a:cubicBezTo>
                  <a:cubicBezTo>
                    <a:pt x="1038" y="248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2" name="Google Shape;3482;p27"/>
            <p:cNvSpPr/>
            <p:nvPr/>
          </p:nvSpPr>
          <p:spPr>
            <a:xfrm>
              <a:off x="1558451" y="376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19" y="1038"/>
                  </a:cubicBezTo>
                  <a:cubicBezTo>
                    <a:pt x="816" y="1038"/>
                    <a:pt x="1038" y="816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3" name="Google Shape;3483;p27"/>
            <p:cNvSpPr/>
            <p:nvPr/>
          </p:nvSpPr>
          <p:spPr>
            <a:xfrm>
              <a:off x="1433176" y="-74427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815"/>
                    <a:pt x="222" y="1037"/>
                    <a:pt x="518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4" name="Google Shape;3484;p27"/>
            <p:cNvSpPr/>
            <p:nvPr/>
          </p:nvSpPr>
          <p:spPr>
            <a:xfrm>
              <a:off x="1433176" y="76173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790"/>
                    <a:pt x="222" y="1037"/>
                    <a:pt x="518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5" name="Google Shape;3485;p27"/>
            <p:cNvSpPr/>
            <p:nvPr/>
          </p:nvSpPr>
          <p:spPr>
            <a:xfrm>
              <a:off x="1433176" y="226148"/>
              <a:ext cx="25925" cy="26575"/>
            </a:xfrm>
            <a:custGeom>
              <a:avLst/>
              <a:gdLst/>
              <a:ahLst/>
              <a:cxnLst/>
              <a:rect l="l" t="t" r="r" b="b"/>
              <a:pathLst>
                <a:path w="1037" h="1063" extrusionOk="0">
                  <a:moveTo>
                    <a:pt x="518" y="1"/>
                  </a:moveTo>
                  <a:cubicBezTo>
                    <a:pt x="222" y="1"/>
                    <a:pt x="0" y="248"/>
                    <a:pt x="0" y="519"/>
                  </a:cubicBezTo>
                  <a:cubicBezTo>
                    <a:pt x="0" y="816"/>
                    <a:pt x="222" y="1062"/>
                    <a:pt x="518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6" name="Google Shape;3486;p27"/>
            <p:cNvSpPr/>
            <p:nvPr/>
          </p:nvSpPr>
          <p:spPr>
            <a:xfrm>
              <a:off x="1433176" y="376748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6"/>
                    <a:pt x="222" y="1038"/>
                    <a:pt x="518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7" name="Google Shape;3487;p27"/>
            <p:cNvSpPr/>
            <p:nvPr/>
          </p:nvSpPr>
          <p:spPr>
            <a:xfrm>
              <a:off x="1307251" y="-74427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62" y="815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8" name="Google Shape;3488;p27"/>
            <p:cNvSpPr/>
            <p:nvPr/>
          </p:nvSpPr>
          <p:spPr>
            <a:xfrm>
              <a:off x="1307251" y="76173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62" y="790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9" name="Google Shape;3489;p27"/>
            <p:cNvSpPr/>
            <p:nvPr/>
          </p:nvSpPr>
          <p:spPr>
            <a:xfrm>
              <a:off x="1307251" y="226148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62" y="816"/>
                    <a:pt x="1062" y="519"/>
                  </a:cubicBezTo>
                  <a:cubicBezTo>
                    <a:pt x="1062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0" name="Google Shape;3490;p27"/>
            <p:cNvSpPr/>
            <p:nvPr/>
          </p:nvSpPr>
          <p:spPr>
            <a:xfrm>
              <a:off x="1307251" y="3767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62" y="816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1" name="Google Shape;3491;p27"/>
            <p:cNvSpPr/>
            <p:nvPr/>
          </p:nvSpPr>
          <p:spPr>
            <a:xfrm>
              <a:off x="1181951" y="-74427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815" y="1037"/>
                    <a:pt x="1038" y="815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2" name="Google Shape;3492;p27"/>
            <p:cNvSpPr/>
            <p:nvPr/>
          </p:nvSpPr>
          <p:spPr>
            <a:xfrm>
              <a:off x="1181951" y="761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815" y="1037"/>
                    <a:pt x="1038" y="790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3" name="Google Shape;3493;p27"/>
            <p:cNvSpPr/>
            <p:nvPr/>
          </p:nvSpPr>
          <p:spPr>
            <a:xfrm>
              <a:off x="1181951" y="226148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815" y="1062"/>
                    <a:pt x="1038" y="816"/>
                    <a:pt x="1038" y="519"/>
                  </a:cubicBezTo>
                  <a:cubicBezTo>
                    <a:pt x="1038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4" name="Google Shape;3494;p27"/>
            <p:cNvSpPr/>
            <p:nvPr/>
          </p:nvSpPr>
          <p:spPr>
            <a:xfrm>
              <a:off x="1181951" y="376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815" y="1038"/>
                    <a:pt x="1038" y="816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5" name="Google Shape;3495;p27"/>
            <p:cNvSpPr/>
            <p:nvPr/>
          </p:nvSpPr>
          <p:spPr>
            <a:xfrm>
              <a:off x="1056651" y="-74427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791" y="1037"/>
                    <a:pt x="1038" y="815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6" name="Google Shape;3496;p27"/>
            <p:cNvSpPr/>
            <p:nvPr/>
          </p:nvSpPr>
          <p:spPr>
            <a:xfrm>
              <a:off x="1056651" y="761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791" y="1037"/>
                    <a:pt x="1038" y="790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7" name="Google Shape;3497;p27"/>
            <p:cNvSpPr/>
            <p:nvPr/>
          </p:nvSpPr>
          <p:spPr>
            <a:xfrm>
              <a:off x="1056651" y="226148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791" y="1062"/>
                    <a:pt x="1038" y="816"/>
                    <a:pt x="1038" y="519"/>
                  </a:cubicBezTo>
                  <a:cubicBezTo>
                    <a:pt x="1038" y="248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8" name="Google Shape;3498;p27"/>
            <p:cNvSpPr/>
            <p:nvPr/>
          </p:nvSpPr>
          <p:spPr>
            <a:xfrm>
              <a:off x="1056651" y="376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791" y="1038"/>
                    <a:pt x="1038" y="816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9" name="Google Shape;3499;p27"/>
            <p:cNvSpPr/>
            <p:nvPr/>
          </p:nvSpPr>
          <p:spPr>
            <a:xfrm>
              <a:off x="930751" y="-74427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0" name="Google Shape;3500;p27"/>
            <p:cNvSpPr/>
            <p:nvPr/>
          </p:nvSpPr>
          <p:spPr>
            <a:xfrm>
              <a:off x="930751" y="761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1" name="Google Shape;3501;p27"/>
            <p:cNvSpPr/>
            <p:nvPr/>
          </p:nvSpPr>
          <p:spPr>
            <a:xfrm>
              <a:off x="930751" y="226148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2" name="Google Shape;3502;p27"/>
            <p:cNvSpPr/>
            <p:nvPr/>
          </p:nvSpPr>
          <p:spPr>
            <a:xfrm>
              <a:off x="930751" y="376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3" name="Google Shape;3503;p27"/>
            <p:cNvSpPr/>
            <p:nvPr/>
          </p:nvSpPr>
          <p:spPr>
            <a:xfrm>
              <a:off x="805451" y="-74427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815"/>
                    <a:pt x="223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4" name="Google Shape;3504;p27"/>
            <p:cNvSpPr/>
            <p:nvPr/>
          </p:nvSpPr>
          <p:spPr>
            <a:xfrm>
              <a:off x="805451" y="761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790"/>
                    <a:pt x="223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5" name="Google Shape;3505;p27"/>
            <p:cNvSpPr/>
            <p:nvPr/>
          </p:nvSpPr>
          <p:spPr>
            <a:xfrm>
              <a:off x="805451" y="226148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0" y="248"/>
                    <a:pt x="0" y="519"/>
                  </a:cubicBezTo>
                  <a:cubicBezTo>
                    <a:pt x="0" y="816"/>
                    <a:pt x="223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6" name="Google Shape;3506;p27"/>
            <p:cNvSpPr/>
            <p:nvPr/>
          </p:nvSpPr>
          <p:spPr>
            <a:xfrm>
              <a:off x="805451" y="376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6"/>
                    <a:pt x="223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7" name="Google Shape;3507;p27"/>
            <p:cNvSpPr/>
            <p:nvPr/>
          </p:nvSpPr>
          <p:spPr>
            <a:xfrm>
              <a:off x="679526" y="-74427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44" y="1037"/>
                  </a:cubicBezTo>
                  <a:cubicBezTo>
                    <a:pt x="816" y="1037"/>
                    <a:pt x="1062" y="815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8" name="Google Shape;3508;p27"/>
            <p:cNvSpPr/>
            <p:nvPr/>
          </p:nvSpPr>
          <p:spPr>
            <a:xfrm>
              <a:off x="679526" y="76173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44" y="1037"/>
                  </a:cubicBezTo>
                  <a:cubicBezTo>
                    <a:pt x="816" y="1037"/>
                    <a:pt x="1062" y="790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9" name="Google Shape;3509;p27"/>
            <p:cNvSpPr/>
            <p:nvPr/>
          </p:nvSpPr>
          <p:spPr>
            <a:xfrm>
              <a:off x="679526" y="226148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44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44" y="1062"/>
                  </a:cubicBezTo>
                  <a:cubicBezTo>
                    <a:pt x="816" y="1062"/>
                    <a:pt x="1062" y="816"/>
                    <a:pt x="1062" y="519"/>
                  </a:cubicBezTo>
                  <a:cubicBezTo>
                    <a:pt x="1062" y="248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10" name="Google Shape;3510;p27"/>
            <p:cNvSpPr/>
            <p:nvPr/>
          </p:nvSpPr>
          <p:spPr>
            <a:xfrm>
              <a:off x="679526" y="3767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44" y="1038"/>
                  </a:cubicBezTo>
                  <a:cubicBezTo>
                    <a:pt x="816" y="1038"/>
                    <a:pt x="1062" y="816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511" name="Google Shape;3511;p27"/>
          <p:cNvGrpSpPr/>
          <p:nvPr/>
        </p:nvGrpSpPr>
        <p:grpSpPr>
          <a:xfrm>
            <a:off x="-497631" y="3869545"/>
            <a:ext cx="1429321" cy="1469108"/>
            <a:chOff x="7920525" y="305450"/>
            <a:chExt cx="861400" cy="885325"/>
          </a:xfrm>
        </p:grpSpPr>
        <p:sp>
          <p:nvSpPr>
            <p:cNvPr id="3512" name="Google Shape;3512;p27"/>
            <p:cNvSpPr/>
            <p:nvPr/>
          </p:nvSpPr>
          <p:spPr>
            <a:xfrm>
              <a:off x="7920525" y="442275"/>
              <a:ext cx="748500" cy="7485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13" name="Google Shape;3513;p27"/>
            <p:cNvSpPr/>
            <p:nvPr/>
          </p:nvSpPr>
          <p:spPr>
            <a:xfrm>
              <a:off x="8331025" y="305450"/>
              <a:ext cx="450900" cy="450900"/>
            </a:xfrm>
            <a:prstGeom prst="ellipse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514" name="Google Shape;3514;p27"/>
          <p:cNvGrpSpPr/>
          <p:nvPr/>
        </p:nvGrpSpPr>
        <p:grpSpPr>
          <a:xfrm rot="-5400000">
            <a:off x="7637208" y="3888107"/>
            <a:ext cx="1907790" cy="1012663"/>
            <a:chOff x="-73496" y="4212034"/>
            <a:chExt cx="1907790" cy="1012663"/>
          </a:xfrm>
        </p:grpSpPr>
        <p:grpSp>
          <p:nvGrpSpPr>
            <p:cNvPr id="3515" name="Google Shape;3515;p27"/>
            <p:cNvGrpSpPr/>
            <p:nvPr/>
          </p:nvGrpSpPr>
          <p:grpSpPr>
            <a:xfrm flipH="1">
              <a:off x="-73496" y="4469958"/>
              <a:ext cx="1646456" cy="754740"/>
              <a:chOff x="5071203" y="4398918"/>
              <a:chExt cx="1646456" cy="754740"/>
            </a:xfrm>
          </p:grpSpPr>
          <p:sp>
            <p:nvSpPr>
              <p:cNvPr id="3516" name="Google Shape;3516;p27"/>
              <p:cNvSpPr/>
              <p:nvPr/>
            </p:nvSpPr>
            <p:spPr>
              <a:xfrm>
                <a:off x="5071203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62" y="2148"/>
                    </a:cubicBezTo>
                    <a:cubicBezTo>
                      <a:pt x="1655" y="2148"/>
                      <a:pt x="2149" y="1679"/>
                      <a:pt x="2149" y="1087"/>
                    </a:cubicBezTo>
                    <a:cubicBezTo>
                      <a:pt x="2149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17" name="Google Shape;3517;p27"/>
              <p:cNvSpPr/>
              <p:nvPr/>
            </p:nvSpPr>
            <p:spPr>
              <a:xfrm>
                <a:off x="518670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94"/>
                      <a:pt x="1" y="1087"/>
                    </a:cubicBezTo>
                    <a:cubicBezTo>
                      <a:pt x="1" y="1679"/>
                      <a:pt x="495" y="2148"/>
                      <a:pt x="1087" y="2148"/>
                    </a:cubicBezTo>
                    <a:cubicBezTo>
                      <a:pt x="1680" y="2148"/>
                      <a:pt x="2149" y="1679"/>
                      <a:pt x="2149" y="1087"/>
                    </a:cubicBezTo>
                    <a:cubicBezTo>
                      <a:pt x="2149" y="494"/>
                      <a:pt x="1680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18" name="Google Shape;3518;p27"/>
              <p:cNvSpPr/>
              <p:nvPr/>
            </p:nvSpPr>
            <p:spPr>
              <a:xfrm>
                <a:off x="5302521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87" y="2148"/>
                    </a:cubicBezTo>
                    <a:cubicBezTo>
                      <a:pt x="1679" y="2148"/>
                      <a:pt x="2149" y="1679"/>
                      <a:pt x="2149" y="1087"/>
                    </a:cubicBezTo>
                    <a:cubicBezTo>
                      <a:pt x="2149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19" name="Google Shape;3519;p27"/>
              <p:cNvSpPr/>
              <p:nvPr/>
            </p:nvSpPr>
            <p:spPr>
              <a:xfrm>
                <a:off x="5418334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679"/>
                      <a:pt x="470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20" name="Google Shape;3520;p27"/>
              <p:cNvSpPr/>
              <p:nvPr/>
            </p:nvSpPr>
            <p:spPr>
              <a:xfrm>
                <a:off x="5534146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21" name="Google Shape;3521;p27"/>
              <p:cNvSpPr/>
              <p:nvPr/>
            </p:nvSpPr>
            <p:spPr>
              <a:xfrm>
                <a:off x="5649652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94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22" name="Google Shape;3522;p27"/>
              <p:cNvSpPr/>
              <p:nvPr/>
            </p:nvSpPr>
            <p:spPr>
              <a:xfrm>
                <a:off x="5765465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679"/>
                      <a:pt x="470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23" name="Google Shape;3523;p27"/>
              <p:cNvSpPr/>
              <p:nvPr/>
            </p:nvSpPr>
            <p:spPr>
              <a:xfrm>
                <a:off x="5071203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8"/>
                      <a:pt x="1062" y="2148"/>
                    </a:cubicBezTo>
                    <a:cubicBezTo>
                      <a:pt x="1655" y="2148"/>
                      <a:pt x="2149" y="1655"/>
                      <a:pt x="2149" y="1062"/>
                    </a:cubicBezTo>
                    <a:cubicBezTo>
                      <a:pt x="2149" y="470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24" name="Google Shape;3524;p27"/>
              <p:cNvSpPr/>
              <p:nvPr/>
            </p:nvSpPr>
            <p:spPr>
              <a:xfrm>
                <a:off x="5302521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94" y="2148"/>
                      <a:pt x="1087" y="2148"/>
                    </a:cubicBezTo>
                    <a:cubicBezTo>
                      <a:pt x="1679" y="2148"/>
                      <a:pt x="2149" y="1655"/>
                      <a:pt x="2149" y="1062"/>
                    </a:cubicBezTo>
                    <a:cubicBezTo>
                      <a:pt x="2149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25" name="Google Shape;3525;p27"/>
              <p:cNvSpPr/>
              <p:nvPr/>
            </p:nvSpPr>
            <p:spPr>
              <a:xfrm>
                <a:off x="5534146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55" y="2148"/>
                      <a:pt x="2148" y="1655"/>
                      <a:pt x="2148" y="1062"/>
                    </a:cubicBezTo>
                    <a:cubicBezTo>
                      <a:pt x="2148" y="470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26" name="Google Shape;3526;p27"/>
              <p:cNvSpPr/>
              <p:nvPr/>
            </p:nvSpPr>
            <p:spPr>
              <a:xfrm>
                <a:off x="5765465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70"/>
                      <a:pt x="0" y="1062"/>
                    </a:cubicBezTo>
                    <a:cubicBezTo>
                      <a:pt x="0" y="1655"/>
                      <a:pt x="470" y="2148"/>
                      <a:pt x="1087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27" name="Google Shape;3527;p27"/>
              <p:cNvSpPr/>
              <p:nvPr/>
            </p:nvSpPr>
            <p:spPr>
              <a:xfrm>
                <a:off x="5071203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70" y="2148"/>
                      <a:pt x="1062" y="2148"/>
                    </a:cubicBezTo>
                    <a:cubicBezTo>
                      <a:pt x="1655" y="2148"/>
                      <a:pt x="2149" y="1654"/>
                      <a:pt x="2149" y="1062"/>
                    </a:cubicBezTo>
                    <a:cubicBezTo>
                      <a:pt x="2149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28" name="Google Shape;3528;p27"/>
              <p:cNvSpPr/>
              <p:nvPr/>
            </p:nvSpPr>
            <p:spPr>
              <a:xfrm>
                <a:off x="518670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69"/>
                      <a:pt x="1" y="1062"/>
                    </a:cubicBezTo>
                    <a:cubicBezTo>
                      <a:pt x="1" y="1654"/>
                      <a:pt x="495" y="2148"/>
                      <a:pt x="1087" y="2148"/>
                    </a:cubicBezTo>
                    <a:cubicBezTo>
                      <a:pt x="1680" y="2148"/>
                      <a:pt x="2149" y="1654"/>
                      <a:pt x="2149" y="1062"/>
                    </a:cubicBezTo>
                    <a:cubicBezTo>
                      <a:pt x="2149" y="469"/>
                      <a:pt x="1680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29" name="Google Shape;3529;p27"/>
              <p:cNvSpPr/>
              <p:nvPr/>
            </p:nvSpPr>
            <p:spPr>
              <a:xfrm>
                <a:off x="5302521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94" y="2148"/>
                      <a:pt x="1087" y="2148"/>
                    </a:cubicBezTo>
                    <a:cubicBezTo>
                      <a:pt x="1679" y="2148"/>
                      <a:pt x="2149" y="1654"/>
                      <a:pt x="2149" y="1062"/>
                    </a:cubicBezTo>
                    <a:cubicBezTo>
                      <a:pt x="2149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30" name="Google Shape;3530;p27"/>
              <p:cNvSpPr/>
              <p:nvPr/>
            </p:nvSpPr>
            <p:spPr>
              <a:xfrm>
                <a:off x="5418334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69"/>
                      <a:pt x="0" y="1062"/>
                    </a:cubicBezTo>
                    <a:cubicBezTo>
                      <a:pt x="0" y="1654"/>
                      <a:pt x="470" y="2148"/>
                      <a:pt x="1062" y="2148"/>
                    </a:cubicBezTo>
                    <a:cubicBezTo>
                      <a:pt x="1655" y="2148"/>
                      <a:pt x="2148" y="1654"/>
                      <a:pt x="2148" y="1062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31" name="Google Shape;3531;p27"/>
              <p:cNvSpPr/>
              <p:nvPr/>
            </p:nvSpPr>
            <p:spPr>
              <a:xfrm>
                <a:off x="5534146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5" y="2148"/>
                      <a:pt x="2148" y="1654"/>
                      <a:pt x="2148" y="1062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32" name="Google Shape;3532;p27"/>
              <p:cNvSpPr/>
              <p:nvPr/>
            </p:nvSpPr>
            <p:spPr>
              <a:xfrm>
                <a:off x="5649652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69"/>
                      <a:pt x="1" y="1062"/>
                    </a:cubicBezTo>
                    <a:cubicBezTo>
                      <a:pt x="1" y="1654"/>
                      <a:pt x="494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33" name="Google Shape;3533;p27"/>
              <p:cNvSpPr/>
              <p:nvPr/>
            </p:nvSpPr>
            <p:spPr>
              <a:xfrm>
                <a:off x="5765465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69"/>
                      <a:pt x="0" y="1062"/>
                    </a:cubicBezTo>
                    <a:cubicBezTo>
                      <a:pt x="0" y="1654"/>
                      <a:pt x="470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34" name="Google Shape;3534;p27"/>
              <p:cNvSpPr/>
              <p:nvPr/>
            </p:nvSpPr>
            <p:spPr>
              <a:xfrm>
                <a:off x="5071203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62" y="2149"/>
                    </a:cubicBezTo>
                    <a:cubicBezTo>
                      <a:pt x="1655" y="2149"/>
                      <a:pt x="2149" y="1655"/>
                      <a:pt x="2149" y="1062"/>
                    </a:cubicBezTo>
                    <a:cubicBezTo>
                      <a:pt x="2149" y="470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35" name="Google Shape;3535;p27"/>
              <p:cNvSpPr/>
              <p:nvPr/>
            </p:nvSpPr>
            <p:spPr>
              <a:xfrm>
                <a:off x="5302521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87" y="2149"/>
                    </a:cubicBezTo>
                    <a:cubicBezTo>
                      <a:pt x="1679" y="2149"/>
                      <a:pt x="2149" y="1655"/>
                      <a:pt x="2149" y="1062"/>
                    </a:cubicBezTo>
                    <a:cubicBezTo>
                      <a:pt x="2149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36" name="Google Shape;3536;p27"/>
              <p:cNvSpPr/>
              <p:nvPr/>
            </p:nvSpPr>
            <p:spPr>
              <a:xfrm>
                <a:off x="5534146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55" y="2149"/>
                      <a:pt x="2148" y="1655"/>
                      <a:pt x="2148" y="1062"/>
                    </a:cubicBezTo>
                    <a:cubicBezTo>
                      <a:pt x="2148" y="470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37" name="Google Shape;3537;p27"/>
              <p:cNvSpPr/>
              <p:nvPr/>
            </p:nvSpPr>
            <p:spPr>
              <a:xfrm>
                <a:off x="5765465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70"/>
                      <a:pt x="0" y="1062"/>
                    </a:cubicBezTo>
                    <a:cubicBezTo>
                      <a:pt x="0" y="1655"/>
                      <a:pt x="470" y="2149"/>
                      <a:pt x="1087" y="2149"/>
                    </a:cubicBezTo>
                    <a:cubicBezTo>
                      <a:pt x="1679" y="2149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38" name="Google Shape;3538;p27"/>
              <p:cNvSpPr/>
              <p:nvPr/>
            </p:nvSpPr>
            <p:spPr>
              <a:xfrm>
                <a:off x="5071203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70" y="2148"/>
                      <a:pt x="1062" y="2148"/>
                    </a:cubicBezTo>
                    <a:cubicBezTo>
                      <a:pt x="1655" y="2148"/>
                      <a:pt x="2149" y="1679"/>
                      <a:pt x="2149" y="1087"/>
                    </a:cubicBezTo>
                    <a:cubicBezTo>
                      <a:pt x="2149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39" name="Google Shape;3539;p27"/>
              <p:cNvSpPr/>
              <p:nvPr/>
            </p:nvSpPr>
            <p:spPr>
              <a:xfrm>
                <a:off x="518670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69"/>
                      <a:pt x="1" y="1087"/>
                    </a:cubicBezTo>
                    <a:cubicBezTo>
                      <a:pt x="1" y="1679"/>
                      <a:pt x="495" y="2148"/>
                      <a:pt x="1087" y="2148"/>
                    </a:cubicBezTo>
                    <a:cubicBezTo>
                      <a:pt x="1680" y="2148"/>
                      <a:pt x="2149" y="1679"/>
                      <a:pt x="2149" y="1087"/>
                    </a:cubicBezTo>
                    <a:cubicBezTo>
                      <a:pt x="2149" y="469"/>
                      <a:pt x="1680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40" name="Google Shape;3540;p27"/>
              <p:cNvSpPr/>
              <p:nvPr/>
            </p:nvSpPr>
            <p:spPr>
              <a:xfrm>
                <a:off x="5302521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9" y="1679"/>
                      <a:pt x="2149" y="1087"/>
                    </a:cubicBezTo>
                    <a:cubicBezTo>
                      <a:pt x="2149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41" name="Google Shape;3541;p27"/>
              <p:cNvSpPr/>
              <p:nvPr/>
            </p:nvSpPr>
            <p:spPr>
              <a:xfrm>
                <a:off x="5418334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69"/>
                      <a:pt x="0" y="1087"/>
                    </a:cubicBezTo>
                    <a:cubicBezTo>
                      <a:pt x="0" y="1679"/>
                      <a:pt x="470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42" name="Google Shape;3542;p27"/>
              <p:cNvSpPr/>
              <p:nvPr/>
            </p:nvSpPr>
            <p:spPr>
              <a:xfrm>
                <a:off x="5534146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43" name="Google Shape;3543;p27"/>
              <p:cNvSpPr/>
              <p:nvPr/>
            </p:nvSpPr>
            <p:spPr>
              <a:xfrm>
                <a:off x="5649652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69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44" name="Google Shape;3544;p27"/>
              <p:cNvSpPr/>
              <p:nvPr/>
            </p:nvSpPr>
            <p:spPr>
              <a:xfrm>
                <a:off x="5765465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69"/>
                      <a:pt x="0" y="1087"/>
                    </a:cubicBezTo>
                    <a:cubicBezTo>
                      <a:pt x="0" y="1679"/>
                      <a:pt x="470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45" name="Google Shape;3545;p27"/>
              <p:cNvSpPr/>
              <p:nvPr/>
            </p:nvSpPr>
            <p:spPr>
              <a:xfrm>
                <a:off x="5071203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70" y="2149"/>
                      <a:pt x="1062" y="2149"/>
                    </a:cubicBezTo>
                    <a:cubicBezTo>
                      <a:pt x="1655" y="2149"/>
                      <a:pt x="2149" y="1680"/>
                      <a:pt x="2149" y="1087"/>
                    </a:cubicBezTo>
                    <a:cubicBezTo>
                      <a:pt x="2149" y="495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46" name="Google Shape;3546;p27"/>
              <p:cNvSpPr/>
              <p:nvPr/>
            </p:nvSpPr>
            <p:spPr>
              <a:xfrm>
                <a:off x="5302521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94" y="2149"/>
                      <a:pt x="1087" y="2149"/>
                    </a:cubicBezTo>
                    <a:cubicBezTo>
                      <a:pt x="1679" y="2149"/>
                      <a:pt x="2149" y="1680"/>
                      <a:pt x="2149" y="1087"/>
                    </a:cubicBezTo>
                    <a:cubicBezTo>
                      <a:pt x="2149" y="495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47" name="Google Shape;3547;p27"/>
              <p:cNvSpPr/>
              <p:nvPr/>
            </p:nvSpPr>
            <p:spPr>
              <a:xfrm>
                <a:off x="5534146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55" y="2149"/>
                      <a:pt x="2148" y="1680"/>
                      <a:pt x="2148" y="1087"/>
                    </a:cubicBezTo>
                    <a:cubicBezTo>
                      <a:pt x="2148" y="495"/>
                      <a:pt x="1655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48" name="Google Shape;3548;p27"/>
              <p:cNvSpPr/>
              <p:nvPr/>
            </p:nvSpPr>
            <p:spPr>
              <a:xfrm>
                <a:off x="5765465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95"/>
                      <a:pt x="0" y="1087"/>
                    </a:cubicBezTo>
                    <a:cubicBezTo>
                      <a:pt x="0" y="1680"/>
                      <a:pt x="470" y="2149"/>
                      <a:pt x="1087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49" name="Google Shape;3549;p27"/>
              <p:cNvSpPr/>
              <p:nvPr/>
            </p:nvSpPr>
            <p:spPr>
              <a:xfrm>
                <a:off x="5071203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62" y="2346"/>
                    </a:cubicBezTo>
                    <a:cubicBezTo>
                      <a:pt x="1655" y="2346"/>
                      <a:pt x="2149" y="1852"/>
                      <a:pt x="2149" y="1259"/>
                    </a:cubicBezTo>
                    <a:cubicBezTo>
                      <a:pt x="2149" y="1235"/>
                      <a:pt x="2124" y="1210"/>
                      <a:pt x="2124" y="1161"/>
                    </a:cubicBezTo>
                    <a:cubicBezTo>
                      <a:pt x="2124" y="1136"/>
                      <a:pt x="2149" y="1111"/>
                      <a:pt x="2149" y="1087"/>
                    </a:cubicBezTo>
                    <a:cubicBezTo>
                      <a:pt x="2149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50" name="Google Shape;3550;p27"/>
              <p:cNvSpPr/>
              <p:nvPr/>
            </p:nvSpPr>
            <p:spPr>
              <a:xfrm>
                <a:off x="518670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5" y="0"/>
                      <a:pt x="1" y="494"/>
                      <a:pt x="1" y="1087"/>
                    </a:cubicBezTo>
                    <a:cubicBezTo>
                      <a:pt x="1" y="1111"/>
                      <a:pt x="25" y="1136"/>
                      <a:pt x="25" y="1161"/>
                    </a:cubicBezTo>
                    <a:cubicBezTo>
                      <a:pt x="25" y="1210"/>
                      <a:pt x="1" y="1235"/>
                      <a:pt x="1" y="1259"/>
                    </a:cubicBezTo>
                    <a:cubicBezTo>
                      <a:pt x="1" y="1852"/>
                      <a:pt x="495" y="2346"/>
                      <a:pt x="1087" y="2346"/>
                    </a:cubicBezTo>
                    <a:cubicBezTo>
                      <a:pt x="1680" y="2346"/>
                      <a:pt x="2149" y="1852"/>
                      <a:pt x="2149" y="1259"/>
                    </a:cubicBezTo>
                    <a:cubicBezTo>
                      <a:pt x="2149" y="1235"/>
                      <a:pt x="2149" y="1210"/>
                      <a:pt x="2149" y="1161"/>
                    </a:cubicBezTo>
                    <a:cubicBezTo>
                      <a:pt x="2149" y="1136"/>
                      <a:pt x="2149" y="1111"/>
                      <a:pt x="2149" y="1087"/>
                    </a:cubicBezTo>
                    <a:cubicBezTo>
                      <a:pt x="2149" y="494"/>
                      <a:pt x="1680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51" name="Google Shape;3551;p27"/>
              <p:cNvSpPr/>
              <p:nvPr/>
            </p:nvSpPr>
            <p:spPr>
              <a:xfrm>
                <a:off x="5302521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87" y="2346"/>
                    </a:cubicBezTo>
                    <a:cubicBezTo>
                      <a:pt x="1679" y="2346"/>
                      <a:pt x="2149" y="1852"/>
                      <a:pt x="2149" y="1259"/>
                    </a:cubicBezTo>
                    <a:cubicBezTo>
                      <a:pt x="2149" y="1235"/>
                      <a:pt x="2149" y="1210"/>
                      <a:pt x="2149" y="1161"/>
                    </a:cubicBezTo>
                    <a:cubicBezTo>
                      <a:pt x="2149" y="1136"/>
                      <a:pt x="2149" y="1111"/>
                      <a:pt x="2149" y="1087"/>
                    </a:cubicBezTo>
                    <a:cubicBezTo>
                      <a:pt x="2149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52" name="Google Shape;3552;p27"/>
              <p:cNvSpPr/>
              <p:nvPr/>
            </p:nvSpPr>
            <p:spPr>
              <a:xfrm>
                <a:off x="5418334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70" y="2346"/>
                      <a:pt x="1062" y="2346"/>
                    </a:cubicBezTo>
                    <a:cubicBezTo>
                      <a:pt x="1655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53" name="Google Shape;3553;p27"/>
              <p:cNvSpPr/>
              <p:nvPr/>
            </p:nvSpPr>
            <p:spPr>
              <a:xfrm>
                <a:off x="5534146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5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54" name="Google Shape;3554;p27"/>
              <p:cNvSpPr/>
              <p:nvPr/>
            </p:nvSpPr>
            <p:spPr>
              <a:xfrm>
                <a:off x="5649652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4" y="0"/>
                      <a:pt x="1" y="494"/>
                      <a:pt x="1" y="1087"/>
                    </a:cubicBezTo>
                    <a:cubicBezTo>
                      <a:pt x="1" y="1111"/>
                      <a:pt x="25" y="1136"/>
                      <a:pt x="25" y="1161"/>
                    </a:cubicBezTo>
                    <a:cubicBezTo>
                      <a:pt x="25" y="1210"/>
                      <a:pt x="1" y="1235"/>
                      <a:pt x="1" y="1259"/>
                    </a:cubicBezTo>
                    <a:cubicBezTo>
                      <a:pt x="1" y="1852"/>
                      <a:pt x="494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55" name="Google Shape;3555;p27"/>
              <p:cNvSpPr/>
              <p:nvPr/>
            </p:nvSpPr>
            <p:spPr>
              <a:xfrm>
                <a:off x="5765465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70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56" name="Google Shape;3556;p27"/>
              <p:cNvSpPr/>
              <p:nvPr/>
            </p:nvSpPr>
            <p:spPr>
              <a:xfrm>
                <a:off x="6691351" y="5124926"/>
                <a:ext cx="26308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57" name="Google Shape;3557;p27"/>
              <p:cNvSpPr/>
              <p:nvPr/>
            </p:nvSpPr>
            <p:spPr>
              <a:xfrm>
                <a:off x="657553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6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111"/>
                      <a:pt x="25" y="1136"/>
                      <a:pt x="25" y="1161"/>
                    </a:cubicBezTo>
                    <a:cubicBezTo>
                      <a:pt x="25" y="1210"/>
                      <a:pt x="0" y="1235"/>
                      <a:pt x="0" y="1259"/>
                    </a:cubicBezTo>
                    <a:cubicBezTo>
                      <a:pt x="0" y="1852"/>
                      <a:pt x="494" y="2346"/>
                      <a:pt x="1086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6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58" name="Google Shape;3558;p27"/>
              <p:cNvSpPr/>
              <p:nvPr/>
            </p:nvSpPr>
            <p:spPr>
              <a:xfrm>
                <a:off x="6460020" y="5124926"/>
                <a:ext cx="26026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346" extrusionOk="0">
                    <a:moveTo>
                      <a:pt x="1063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63" y="2346"/>
                    </a:cubicBezTo>
                    <a:cubicBezTo>
                      <a:pt x="1655" y="2346"/>
                      <a:pt x="2124" y="1852"/>
                      <a:pt x="2124" y="1259"/>
                    </a:cubicBezTo>
                    <a:cubicBezTo>
                      <a:pt x="2124" y="1235"/>
                      <a:pt x="2124" y="1210"/>
                      <a:pt x="2124" y="1161"/>
                    </a:cubicBezTo>
                    <a:cubicBezTo>
                      <a:pt x="2124" y="1136"/>
                      <a:pt x="2124" y="1111"/>
                      <a:pt x="2124" y="1087"/>
                    </a:cubicBezTo>
                    <a:cubicBezTo>
                      <a:pt x="2124" y="494"/>
                      <a:pt x="1655" y="0"/>
                      <a:pt x="1063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59" name="Google Shape;3559;p27"/>
              <p:cNvSpPr/>
              <p:nvPr/>
            </p:nvSpPr>
            <p:spPr>
              <a:xfrm>
                <a:off x="6344220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48" y="1852"/>
                      <a:pt x="2148" y="1259"/>
                    </a:cubicBezTo>
                    <a:cubicBezTo>
                      <a:pt x="2148" y="1235"/>
                      <a:pt x="2123" y="1210"/>
                      <a:pt x="2123" y="1161"/>
                    </a:cubicBezTo>
                    <a:cubicBezTo>
                      <a:pt x="2123" y="1136"/>
                      <a:pt x="2148" y="1111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60" name="Google Shape;3560;p27"/>
              <p:cNvSpPr/>
              <p:nvPr/>
            </p:nvSpPr>
            <p:spPr>
              <a:xfrm>
                <a:off x="6228408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61" name="Google Shape;3561;p27"/>
              <p:cNvSpPr/>
              <p:nvPr/>
            </p:nvSpPr>
            <p:spPr>
              <a:xfrm>
                <a:off x="6112595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111"/>
                      <a:pt x="25" y="1136"/>
                      <a:pt x="25" y="1161"/>
                    </a:cubicBezTo>
                    <a:cubicBezTo>
                      <a:pt x="25" y="1210"/>
                      <a:pt x="0" y="1235"/>
                      <a:pt x="0" y="1259"/>
                    </a:cubicBezTo>
                    <a:cubicBezTo>
                      <a:pt x="0" y="1852"/>
                      <a:pt x="494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62" name="Google Shape;3562;p27"/>
              <p:cNvSpPr/>
              <p:nvPr/>
            </p:nvSpPr>
            <p:spPr>
              <a:xfrm>
                <a:off x="599708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23" y="1852"/>
                      <a:pt x="2123" y="1259"/>
                    </a:cubicBezTo>
                    <a:cubicBezTo>
                      <a:pt x="2123" y="1235"/>
                      <a:pt x="2123" y="1210"/>
                      <a:pt x="2123" y="1161"/>
                    </a:cubicBezTo>
                    <a:cubicBezTo>
                      <a:pt x="2123" y="1136"/>
                      <a:pt x="2123" y="1111"/>
                      <a:pt x="2123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63" name="Google Shape;3563;p27"/>
              <p:cNvSpPr/>
              <p:nvPr/>
            </p:nvSpPr>
            <p:spPr>
              <a:xfrm>
                <a:off x="5881277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64" name="Google Shape;3564;p27"/>
              <p:cNvSpPr/>
              <p:nvPr/>
            </p:nvSpPr>
            <p:spPr>
              <a:xfrm>
                <a:off x="6691351" y="50039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65" name="Google Shape;3565;p27"/>
              <p:cNvSpPr/>
              <p:nvPr/>
            </p:nvSpPr>
            <p:spPr>
              <a:xfrm>
                <a:off x="6460020" y="50039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70" y="2149"/>
                      <a:pt x="1063" y="2149"/>
                    </a:cubicBezTo>
                    <a:cubicBezTo>
                      <a:pt x="1655" y="2149"/>
                      <a:pt x="2124" y="1680"/>
                      <a:pt x="2124" y="1087"/>
                    </a:cubicBezTo>
                    <a:cubicBezTo>
                      <a:pt x="2124" y="495"/>
                      <a:pt x="1655" y="1"/>
                      <a:pt x="1063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66" name="Google Shape;3566;p27"/>
              <p:cNvSpPr/>
              <p:nvPr/>
            </p:nvSpPr>
            <p:spPr>
              <a:xfrm>
                <a:off x="6228408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87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67" name="Google Shape;3567;p27"/>
              <p:cNvSpPr/>
              <p:nvPr/>
            </p:nvSpPr>
            <p:spPr>
              <a:xfrm>
                <a:off x="5997089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54" y="2149"/>
                      <a:pt x="2148" y="1680"/>
                      <a:pt x="2148" y="1087"/>
                    </a:cubicBezTo>
                    <a:cubicBezTo>
                      <a:pt x="2148" y="495"/>
                      <a:pt x="1654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68" name="Google Shape;3568;p27"/>
              <p:cNvSpPr/>
              <p:nvPr/>
            </p:nvSpPr>
            <p:spPr>
              <a:xfrm>
                <a:off x="6691351" y="4883025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69" name="Google Shape;3569;p27"/>
              <p:cNvSpPr/>
              <p:nvPr/>
            </p:nvSpPr>
            <p:spPr>
              <a:xfrm>
                <a:off x="657553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69"/>
                      <a:pt x="0" y="1087"/>
                    </a:cubicBezTo>
                    <a:cubicBezTo>
                      <a:pt x="0" y="1679"/>
                      <a:pt x="494" y="2148"/>
                      <a:pt x="1086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6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70" name="Google Shape;3570;p27"/>
              <p:cNvSpPr/>
              <p:nvPr/>
            </p:nvSpPr>
            <p:spPr>
              <a:xfrm>
                <a:off x="6460020" y="4883025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70" y="2148"/>
                      <a:pt x="1063" y="2148"/>
                    </a:cubicBezTo>
                    <a:cubicBezTo>
                      <a:pt x="1655" y="2148"/>
                      <a:pt x="2124" y="1679"/>
                      <a:pt x="2124" y="1087"/>
                    </a:cubicBezTo>
                    <a:cubicBezTo>
                      <a:pt x="2124" y="469"/>
                      <a:pt x="1655" y="0"/>
                      <a:pt x="1063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71" name="Google Shape;3571;p27"/>
              <p:cNvSpPr/>
              <p:nvPr/>
            </p:nvSpPr>
            <p:spPr>
              <a:xfrm>
                <a:off x="6344220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72" name="Google Shape;3572;p27"/>
              <p:cNvSpPr/>
              <p:nvPr/>
            </p:nvSpPr>
            <p:spPr>
              <a:xfrm>
                <a:off x="6228408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73" name="Google Shape;3573;p27"/>
              <p:cNvSpPr/>
              <p:nvPr/>
            </p:nvSpPr>
            <p:spPr>
              <a:xfrm>
                <a:off x="6112595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69"/>
                      <a:pt x="0" y="1087"/>
                    </a:cubicBezTo>
                    <a:cubicBezTo>
                      <a:pt x="0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74" name="Google Shape;3574;p27"/>
              <p:cNvSpPr/>
              <p:nvPr/>
            </p:nvSpPr>
            <p:spPr>
              <a:xfrm>
                <a:off x="599708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23" y="1679"/>
                      <a:pt x="2123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75" name="Google Shape;3575;p27"/>
              <p:cNvSpPr/>
              <p:nvPr/>
            </p:nvSpPr>
            <p:spPr>
              <a:xfrm>
                <a:off x="5881277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76" name="Google Shape;3576;p27"/>
              <p:cNvSpPr/>
              <p:nvPr/>
            </p:nvSpPr>
            <p:spPr>
              <a:xfrm>
                <a:off x="6691351" y="47620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79" y="2149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77" name="Google Shape;3577;p27"/>
              <p:cNvSpPr/>
              <p:nvPr/>
            </p:nvSpPr>
            <p:spPr>
              <a:xfrm>
                <a:off x="6460020" y="47620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63" y="2149"/>
                    </a:cubicBezTo>
                    <a:cubicBezTo>
                      <a:pt x="1655" y="2149"/>
                      <a:pt x="2124" y="1655"/>
                      <a:pt x="2124" y="1062"/>
                    </a:cubicBezTo>
                    <a:cubicBezTo>
                      <a:pt x="2124" y="470"/>
                      <a:pt x="1655" y="1"/>
                      <a:pt x="1063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78" name="Google Shape;3578;p27"/>
              <p:cNvSpPr/>
              <p:nvPr/>
            </p:nvSpPr>
            <p:spPr>
              <a:xfrm>
                <a:off x="6227195" y="4762143"/>
                <a:ext cx="28733" cy="26173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137" extrusionOk="0">
                    <a:moveTo>
                      <a:pt x="1173" y="1"/>
                    </a:moveTo>
                    <a:cubicBezTo>
                      <a:pt x="902" y="1"/>
                      <a:pt x="630" y="106"/>
                      <a:pt x="420" y="316"/>
                    </a:cubicBezTo>
                    <a:cubicBezTo>
                      <a:pt x="0" y="735"/>
                      <a:pt x="0" y="1402"/>
                      <a:pt x="420" y="1822"/>
                    </a:cubicBezTo>
                    <a:cubicBezTo>
                      <a:pt x="630" y="2031"/>
                      <a:pt x="902" y="2136"/>
                      <a:pt x="1173" y="2136"/>
                    </a:cubicBezTo>
                    <a:cubicBezTo>
                      <a:pt x="1445" y="2136"/>
                      <a:pt x="1716" y="2031"/>
                      <a:pt x="1926" y="1822"/>
                    </a:cubicBezTo>
                    <a:cubicBezTo>
                      <a:pt x="2346" y="1402"/>
                      <a:pt x="2346" y="735"/>
                      <a:pt x="1926" y="316"/>
                    </a:cubicBezTo>
                    <a:cubicBezTo>
                      <a:pt x="1716" y="106"/>
                      <a:pt x="1445" y="1"/>
                      <a:pt x="1173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79" name="Google Shape;3579;p27"/>
              <p:cNvSpPr/>
              <p:nvPr/>
            </p:nvSpPr>
            <p:spPr>
              <a:xfrm>
                <a:off x="5997089" y="4762069"/>
                <a:ext cx="26014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54" y="2149"/>
                      <a:pt x="2123" y="1655"/>
                      <a:pt x="2123" y="1062"/>
                    </a:cubicBezTo>
                    <a:cubicBezTo>
                      <a:pt x="2123" y="470"/>
                      <a:pt x="1654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80" name="Google Shape;3580;p27"/>
              <p:cNvSpPr/>
              <p:nvPr/>
            </p:nvSpPr>
            <p:spPr>
              <a:xfrm>
                <a:off x="6691351" y="4641125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81" name="Google Shape;3581;p27"/>
              <p:cNvSpPr/>
              <p:nvPr/>
            </p:nvSpPr>
            <p:spPr>
              <a:xfrm>
                <a:off x="657553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69"/>
                      <a:pt x="0" y="1062"/>
                    </a:cubicBezTo>
                    <a:cubicBezTo>
                      <a:pt x="0" y="1654"/>
                      <a:pt x="494" y="2148"/>
                      <a:pt x="1086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6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82" name="Google Shape;3582;p27"/>
              <p:cNvSpPr/>
              <p:nvPr/>
            </p:nvSpPr>
            <p:spPr>
              <a:xfrm>
                <a:off x="6460020" y="4641125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70" y="2148"/>
                      <a:pt x="1063" y="2148"/>
                    </a:cubicBezTo>
                    <a:cubicBezTo>
                      <a:pt x="1655" y="2148"/>
                      <a:pt x="2124" y="1654"/>
                      <a:pt x="2124" y="1062"/>
                    </a:cubicBezTo>
                    <a:cubicBezTo>
                      <a:pt x="2124" y="469"/>
                      <a:pt x="1655" y="0"/>
                      <a:pt x="1063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83" name="Google Shape;3583;p27"/>
              <p:cNvSpPr/>
              <p:nvPr/>
            </p:nvSpPr>
            <p:spPr>
              <a:xfrm>
                <a:off x="6344220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84" name="Google Shape;3584;p27"/>
              <p:cNvSpPr/>
              <p:nvPr/>
            </p:nvSpPr>
            <p:spPr>
              <a:xfrm>
                <a:off x="6228408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85" name="Google Shape;3585;p27"/>
              <p:cNvSpPr/>
              <p:nvPr/>
            </p:nvSpPr>
            <p:spPr>
              <a:xfrm>
                <a:off x="6112595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69"/>
                      <a:pt x="0" y="1062"/>
                    </a:cubicBezTo>
                    <a:cubicBezTo>
                      <a:pt x="0" y="1654"/>
                      <a:pt x="494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86" name="Google Shape;3586;p27"/>
              <p:cNvSpPr/>
              <p:nvPr/>
            </p:nvSpPr>
            <p:spPr>
              <a:xfrm>
                <a:off x="599708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87" name="Google Shape;3587;p27"/>
              <p:cNvSpPr/>
              <p:nvPr/>
            </p:nvSpPr>
            <p:spPr>
              <a:xfrm>
                <a:off x="5881277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88" name="Google Shape;3588;p27"/>
              <p:cNvSpPr/>
              <p:nvPr/>
            </p:nvSpPr>
            <p:spPr>
              <a:xfrm>
                <a:off x="6691351" y="45201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89" name="Google Shape;3589;p27"/>
              <p:cNvSpPr/>
              <p:nvPr/>
            </p:nvSpPr>
            <p:spPr>
              <a:xfrm>
                <a:off x="6460020" y="45201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8"/>
                      <a:pt x="1063" y="2148"/>
                    </a:cubicBezTo>
                    <a:cubicBezTo>
                      <a:pt x="1655" y="2148"/>
                      <a:pt x="2124" y="1655"/>
                      <a:pt x="2124" y="1062"/>
                    </a:cubicBezTo>
                    <a:cubicBezTo>
                      <a:pt x="2124" y="470"/>
                      <a:pt x="1655" y="1"/>
                      <a:pt x="1063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90" name="Google Shape;3590;p27"/>
              <p:cNvSpPr/>
              <p:nvPr/>
            </p:nvSpPr>
            <p:spPr>
              <a:xfrm>
                <a:off x="6228408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87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91" name="Google Shape;3591;p27"/>
              <p:cNvSpPr/>
              <p:nvPr/>
            </p:nvSpPr>
            <p:spPr>
              <a:xfrm>
                <a:off x="5997089" y="4520169"/>
                <a:ext cx="26014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54" y="2148"/>
                      <a:pt x="2123" y="1655"/>
                      <a:pt x="2123" y="1062"/>
                    </a:cubicBezTo>
                    <a:cubicBezTo>
                      <a:pt x="2123" y="470"/>
                      <a:pt x="1654" y="1"/>
                      <a:pt x="1062" y="1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92" name="Google Shape;3592;p27"/>
              <p:cNvSpPr/>
              <p:nvPr/>
            </p:nvSpPr>
            <p:spPr>
              <a:xfrm>
                <a:off x="6691351" y="4398918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93" name="Google Shape;3593;p27"/>
              <p:cNvSpPr/>
              <p:nvPr/>
            </p:nvSpPr>
            <p:spPr>
              <a:xfrm>
                <a:off x="657553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679"/>
                      <a:pt x="494" y="2148"/>
                      <a:pt x="1086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6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94" name="Google Shape;3594;p27"/>
              <p:cNvSpPr/>
              <p:nvPr/>
            </p:nvSpPr>
            <p:spPr>
              <a:xfrm>
                <a:off x="6460020" y="4398918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63" y="2148"/>
                    </a:cubicBezTo>
                    <a:cubicBezTo>
                      <a:pt x="1655" y="2148"/>
                      <a:pt x="2124" y="1679"/>
                      <a:pt x="2124" y="1087"/>
                    </a:cubicBezTo>
                    <a:cubicBezTo>
                      <a:pt x="2124" y="494"/>
                      <a:pt x="1655" y="0"/>
                      <a:pt x="1063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95" name="Google Shape;3595;p27"/>
              <p:cNvSpPr/>
              <p:nvPr/>
            </p:nvSpPr>
            <p:spPr>
              <a:xfrm>
                <a:off x="6344220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96" name="Google Shape;3596;p27"/>
              <p:cNvSpPr/>
              <p:nvPr/>
            </p:nvSpPr>
            <p:spPr>
              <a:xfrm>
                <a:off x="6228408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97" name="Google Shape;3597;p27"/>
              <p:cNvSpPr/>
              <p:nvPr/>
            </p:nvSpPr>
            <p:spPr>
              <a:xfrm>
                <a:off x="6112595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98" name="Google Shape;3598;p27"/>
              <p:cNvSpPr/>
              <p:nvPr/>
            </p:nvSpPr>
            <p:spPr>
              <a:xfrm>
                <a:off x="599708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23" y="1679"/>
                      <a:pt x="2123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99" name="Google Shape;3599;p27"/>
              <p:cNvSpPr/>
              <p:nvPr/>
            </p:nvSpPr>
            <p:spPr>
              <a:xfrm>
                <a:off x="5881277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solidFill>
                <a:srgbClr val="B5F1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3600" name="Google Shape;3600;p27"/>
            <p:cNvSpPr/>
            <p:nvPr/>
          </p:nvSpPr>
          <p:spPr>
            <a:xfrm flipH="1">
              <a:off x="1282294" y="4212034"/>
              <a:ext cx="552000" cy="552000"/>
            </a:xfrm>
            <a:prstGeom prst="mathPlus">
              <a:avLst>
                <a:gd name="adj1" fmla="val 1723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601" name="Google Shape;3601;p27"/>
          <p:cNvGrpSpPr/>
          <p:nvPr/>
        </p:nvGrpSpPr>
        <p:grpSpPr>
          <a:xfrm>
            <a:off x="7739823" y="-965627"/>
            <a:ext cx="1997451" cy="1933974"/>
            <a:chOff x="7739823" y="-965627"/>
            <a:chExt cx="1997451" cy="1933974"/>
          </a:xfrm>
        </p:grpSpPr>
        <p:sp>
          <p:nvSpPr>
            <p:cNvPr id="3602" name="Google Shape;3602;p27"/>
            <p:cNvSpPr/>
            <p:nvPr/>
          </p:nvSpPr>
          <p:spPr>
            <a:xfrm>
              <a:off x="7881473" y="-965627"/>
              <a:ext cx="1855800" cy="1855800"/>
            </a:xfrm>
            <a:prstGeom prst="donut">
              <a:avLst>
                <a:gd name="adj" fmla="val 29191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3" name="Google Shape;3603;p27"/>
            <p:cNvSpPr/>
            <p:nvPr/>
          </p:nvSpPr>
          <p:spPr>
            <a:xfrm>
              <a:off x="7739823" y="220147"/>
              <a:ext cx="748200" cy="7482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2">
    <p:spTree>
      <p:nvGrpSpPr>
        <p:cNvPr id="1" name="Shape 3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5" name="Google Shape;3605;p28"/>
          <p:cNvSpPr/>
          <p:nvPr/>
        </p:nvSpPr>
        <p:spPr>
          <a:xfrm>
            <a:off x="-770951" y="4043399"/>
            <a:ext cx="2012400" cy="2012400"/>
          </a:xfrm>
          <a:prstGeom prst="donut">
            <a:avLst>
              <a:gd name="adj" fmla="val 29191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06" name="Google Shape;3606;p28"/>
          <p:cNvSpPr/>
          <p:nvPr/>
        </p:nvSpPr>
        <p:spPr>
          <a:xfrm flipH="1">
            <a:off x="803847" y="4719323"/>
            <a:ext cx="904800" cy="9048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07" name="Google Shape;3607;p28"/>
          <p:cNvSpPr/>
          <p:nvPr/>
        </p:nvSpPr>
        <p:spPr>
          <a:xfrm flipH="1">
            <a:off x="7516173" y="4719320"/>
            <a:ext cx="748200" cy="7482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608" name="Google Shape;3608;p28"/>
          <p:cNvGrpSpPr/>
          <p:nvPr/>
        </p:nvGrpSpPr>
        <p:grpSpPr>
          <a:xfrm>
            <a:off x="-328756" y="279198"/>
            <a:ext cx="904875" cy="928325"/>
            <a:chOff x="4059176" y="156948"/>
            <a:chExt cx="904875" cy="928325"/>
          </a:xfrm>
        </p:grpSpPr>
        <p:sp>
          <p:nvSpPr>
            <p:cNvPr id="3609" name="Google Shape;3609;p28"/>
            <p:cNvSpPr/>
            <p:nvPr/>
          </p:nvSpPr>
          <p:spPr>
            <a:xfrm>
              <a:off x="4938101" y="1569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19" y="1038"/>
                  </a:cubicBezTo>
                  <a:cubicBezTo>
                    <a:pt x="816" y="1038"/>
                    <a:pt x="1038" y="815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0" name="Google Shape;3610;p28"/>
            <p:cNvSpPr/>
            <p:nvPr/>
          </p:nvSpPr>
          <p:spPr>
            <a:xfrm>
              <a:off x="4938101" y="3075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19" y="1038"/>
                  </a:cubicBezTo>
                  <a:cubicBezTo>
                    <a:pt x="816" y="1038"/>
                    <a:pt x="1038" y="791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1" name="Google Shape;3611;p28"/>
            <p:cNvSpPr/>
            <p:nvPr/>
          </p:nvSpPr>
          <p:spPr>
            <a:xfrm>
              <a:off x="4938101" y="45754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19" y="1062"/>
                  </a:cubicBezTo>
                  <a:cubicBezTo>
                    <a:pt x="816" y="1062"/>
                    <a:pt x="1038" y="815"/>
                    <a:pt x="1038" y="519"/>
                  </a:cubicBezTo>
                  <a:cubicBezTo>
                    <a:pt x="1038" y="247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2" name="Google Shape;3612;p28"/>
            <p:cNvSpPr/>
            <p:nvPr/>
          </p:nvSpPr>
          <p:spPr>
            <a:xfrm>
              <a:off x="4938101" y="6081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19" y="1037"/>
                  </a:cubicBezTo>
                  <a:cubicBezTo>
                    <a:pt x="816" y="1037"/>
                    <a:pt x="1038" y="815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3" name="Google Shape;3613;p28"/>
            <p:cNvSpPr/>
            <p:nvPr/>
          </p:nvSpPr>
          <p:spPr>
            <a:xfrm>
              <a:off x="4938101" y="758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19" y="1037"/>
                  </a:cubicBezTo>
                  <a:cubicBezTo>
                    <a:pt x="816" y="1037"/>
                    <a:pt x="1038" y="790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4" name="Google Shape;3614;p28"/>
            <p:cNvSpPr/>
            <p:nvPr/>
          </p:nvSpPr>
          <p:spPr>
            <a:xfrm>
              <a:off x="4938101" y="908723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19" y="1062"/>
                  </a:cubicBezTo>
                  <a:cubicBezTo>
                    <a:pt x="816" y="1062"/>
                    <a:pt x="1038" y="816"/>
                    <a:pt x="1038" y="519"/>
                  </a:cubicBezTo>
                  <a:cubicBezTo>
                    <a:pt x="1038" y="248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5" name="Google Shape;3615;p28"/>
            <p:cNvSpPr/>
            <p:nvPr/>
          </p:nvSpPr>
          <p:spPr>
            <a:xfrm>
              <a:off x="4938101" y="105932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19" y="1038"/>
                  </a:cubicBezTo>
                  <a:cubicBezTo>
                    <a:pt x="816" y="1038"/>
                    <a:pt x="1038" y="816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6" name="Google Shape;3616;p28"/>
            <p:cNvSpPr/>
            <p:nvPr/>
          </p:nvSpPr>
          <p:spPr>
            <a:xfrm>
              <a:off x="4812826" y="156948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5"/>
                    <a:pt x="222" y="1038"/>
                    <a:pt x="518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7" name="Google Shape;3617;p28"/>
            <p:cNvSpPr/>
            <p:nvPr/>
          </p:nvSpPr>
          <p:spPr>
            <a:xfrm>
              <a:off x="4812826" y="307548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791"/>
                    <a:pt x="222" y="1038"/>
                    <a:pt x="518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8" name="Google Shape;3618;p28"/>
            <p:cNvSpPr/>
            <p:nvPr/>
          </p:nvSpPr>
          <p:spPr>
            <a:xfrm>
              <a:off x="4812826" y="457548"/>
              <a:ext cx="25925" cy="26550"/>
            </a:xfrm>
            <a:custGeom>
              <a:avLst/>
              <a:gdLst/>
              <a:ahLst/>
              <a:cxnLst/>
              <a:rect l="l" t="t" r="r" b="b"/>
              <a:pathLst>
                <a:path w="1037" h="1062" extrusionOk="0">
                  <a:moveTo>
                    <a:pt x="518" y="0"/>
                  </a:moveTo>
                  <a:cubicBezTo>
                    <a:pt x="222" y="0"/>
                    <a:pt x="0" y="247"/>
                    <a:pt x="0" y="519"/>
                  </a:cubicBezTo>
                  <a:cubicBezTo>
                    <a:pt x="0" y="815"/>
                    <a:pt x="222" y="1062"/>
                    <a:pt x="518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9" name="Google Shape;3619;p28"/>
            <p:cNvSpPr/>
            <p:nvPr/>
          </p:nvSpPr>
          <p:spPr>
            <a:xfrm>
              <a:off x="4812826" y="608148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815"/>
                    <a:pt x="222" y="1037"/>
                    <a:pt x="518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0" name="Google Shape;3620;p28"/>
            <p:cNvSpPr/>
            <p:nvPr/>
          </p:nvSpPr>
          <p:spPr>
            <a:xfrm>
              <a:off x="4812826" y="758748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790"/>
                    <a:pt x="222" y="1037"/>
                    <a:pt x="518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1" name="Google Shape;3621;p28"/>
            <p:cNvSpPr/>
            <p:nvPr/>
          </p:nvSpPr>
          <p:spPr>
            <a:xfrm>
              <a:off x="4812826" y="908723"/>
              <a:ext cx="25925" cy="26575"/>
            </a:xfrm>
            <a:custGeom>
              <a:avLst/>
              <a:gdLst/>
              <a:ahLst/>
              <a:cxnLst/>
              <a:rect l="l" t="t" r="r" b="b"/>
              <a:pathLst>
                <a:path w="1037" h="1063" extrusionOk="0">
                  <a:moveTo>
                    <a:pt x="518" y="1"/>
                  </a:moveTo>
                  <a:cubicBezTo>
                    <a:pt x="222" y="1"/>
                    <a:pt x="0" y="248"/>
                    <a:pt x="0" y="519"/>
                  </a:cubicBezTo>
                  <a:cubicBezTo>
                    <a:pt x="0" y="816"/>
                    <a:pt x="222" y="1062"/>
                    <a:pt x="518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2" name="Google Shape;3622;p28"/>
            <p:cNvSpPr/>
            <p:nvPr/>
          </p:nvSpPr>
          <p:spPr>
            <a:xfrm>
              <a:off x="4812826" y="1059323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6"/>
                    <a:pt x="222" y="1038"/>
                    <a:pt x="518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3" name="Google Shape;3623;p28"/>
            <p:cNvSpPr/>
            <p:nvPr/>
          </p:nvSpPr>
          <p:spPr>
            <a:xfrm>
              <a:off x="4686901" y="1569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62" y="815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4" name="Google Shape;3624;p28"/>
            <p:cNvSpPr/>
            <p:nvPr/>
          </p:nvSpPr>
          <p:spPr>
            <a:xfrm>
              <a:off x="4686901" y="3075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62" y="791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5" name="Google Shape;3625;p28"/>
            <p:cNvSpPr/>
            <p:nvPr/>
          </p:nvSpPr>
          <p:spPr>
            <a:xfrm>
              <a:off x="4686901" y="457548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62" y="815"/>
                    <a:pt x="1062" y="519"/>
                  </a:cubicBezTo>
                  <a:cubicBezTo>
                    <a:pt x="1062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6" name="Google Shape;3626;p28"/>
            <p:cNvSpPr/>
            <p:nvPr/>
          </p:nvSpPr>
          <p:spPr>
            <a:xfrm>
              <a:off x="4686901" y="6081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62" y="815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7" name="Google Shape;3627;p28"/>
            <p:cNvSpPr/>
            <p:nvPr/>
          </p:nvSpPr>
          <p:spPr>
            <a:xfrm>
              <a:off x="4686901" y="7587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62" y="790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8" name="Google Shape;3628;p28"/>
            <p:cNvSpPr/>
            <p:nvPr/>
          </p:nvSpPr>
          <p:spPr>
            <a:xfrm>
              <a:off x="4686901" y="908723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62" y="816"/>
                    <a:pt x="1062" y="519"/>
                  </a:cubicBezTo>
                  <a:cubicBezTo>
                    <a:pt x="1062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9" name="Google Shape;3629;p28"/>
            <p:cNvSpPr/>
            <p:nvPr/>
          </p:nvSpPr>
          <p:spPr>
            <a:xfrm>
              <a:off x="4686901" y="1059323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62" y="816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0" name="Google Shape;3630;p28"/>
            <p:cNvSpPr/>
            <p:nvPr/>
          </p:nvSpPr>
          <p:spPr>
            <a:xfrm>
              <a:off x="4561601" y="1569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815" y="1038"/>
                    <a:pt x="1038" y="815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1" name="Google Shape;3631;p28"/>
            <p:cNvSpPr/>
            <p:nvPr/>
          </p:nvSpPr>
          <p:spPr>
            <a:xfrm>
              <a:off x="4561601" y="3075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815" y="1038"/>
                    <a:pt x="1038" y="791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2" name="Google Shape;3632;p28"/>
            <p:cNvSpPr/>
            <p:nvPr/>
          </p:nvSpPr>
          <p:spPr>
            <a:xfrm>
              <a:off x="4561601" y="45754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815" y="1062"/>
                    <a:pt x="1038" y="815"/>
                    <a:pt x="1038" y="519"/>
                  </a:cubicBezTo>
                  <a:cubicBezTo>
                    <a:pt x="1038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3" name="Google Shape;3633;p28"/>
            <p:cNvSpPr/>
            <p:nvPr/>
          </p:nvSpPr>
          <p:spPr>
            <a:xfrm>
              <a:off x="4561601" y="6081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815" y="1037"/>
                    <a:pt x="1038" y="815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4" name="Google Shape;3634;p28"/>
            <p:cNvSpPr/>
            <p:nvPr/>
          </p:nvSpPr>
          <p:spPr>
            <a:xfrm>
              <a:off x="4561601" y="758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815" y="1037"/>
                    <a:pt x="1038" y="790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5" name="Google Shape;3635;p28"/>
            <p:cNvSpPr/>
            <p:nvPr/>
          </p:nvSpPr>
          <p:spPr>
            <a:xfrm>
              <a:off x="4561601" y="908723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815" y="1062"/>
                    <a:pt x="1038" y="816"/>
                    <a:pt x="1038" y="519"/>
                  </a:cubicBezTo>
                  <a:cubicBezTo>
                    <a:pt x="1038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6" name="Google Shape;3636;p28"/>
            <p:cNvSpPr/>
            <p:nvPr/>
          </p:nvSpPr>
          <p:spPr>
            <a:xfrm>
              <a:off x="4561601" y="105932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815" y="1038"/>
                    <a:pt x="1038" y="816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7" name="Google Shape;3637;p28"/>
            <p:cNvSpPr/>
            <p:nvPr/>
          </p:nvSpPr>
          <p:spPr>
            <a:xfrm>
              <a:off x="4436301" y="1569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791" y="1038"/>
                    <a:pt x="1038" y="815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8" name="Google Shape;3638;p28"/>
            <p:cNvSpPr/>
            <p:nvPr/>
          </p:nvSpPr>
          <p:spPr>
            <a:xfrm>
              <a:off x="4436301" y="3075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791" y="1038"/>
                    <a:pt x="1038" y="791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9" name="Google Shape;3639;p28"/>
            <p:cNvSpPr/>
            <p:nvPr/>
          </p:nvSpPr>
          <p:spPr>
            <a:xfrm>
              <a:off x="4436301" y="45754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791" y="1062"/>
                    <a:pt x="1038" y="815"/>
                    <a:pt x="1038" y="519"/>
                  </a:cubicBezTo>
                  <a:cubicBezTo>
                    <a:pt x="1038" y="247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0" name="Google Shape;3640;p28"/>
            <p:cNvSpPr/>
            <p:nvPr/>
          </p:nvSpPr>
          <p:spPr>
            <a:xfrm>
              <a:off x="4436301" y="6081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791" y="1037"/>
                    <a:pt x="1038" y="815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1" name="Google Shape;3641;p28"/>
            <p:cNvSpPr/>
            <p:nvPr/>
          </p:nvSpPr>
          <p:spPr>
            <a:xfrm>
              <a:off x="4436301" y="758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791" y="1037"/>
                    <a:pt x="1038" y="790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2" name="Google Shape;3642;p28"/>
            <p:cNvSpPr/>
            <p:nvPr/>
          </p:nvSpPr>
          <p:spPr>
            <a:xfrm>
              <a:off x="4436301" y="908723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1" y="248"/>
                    <a:pt x="1" y="519"/>
                  </a:cubicBezTo>
                  <a:cubicBezTo>
                    <a:pt x="1" y="816"/>
                    <a:pt x="223" y="1062"/>
                    <a:pt x="519" y="1062"/>
                  </a:cubicBezTo>
                  <a:cubicBezTo>
                    <a:pt x="791" y="1062"/>
                    <a:pt x="1038" y="816"/>
                    <a:pt x="1038" y="519"/>
                  </a:cubicBezTo>
                  <a:cubicBezTo>
                    <a:pt x="1038" y="248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3" name="Google Shape;3643;p28"/>
            <p:cNvSpPr/>
            <p:nvPr/>
          </p:nvSpPr>
          <p:spPr>
            <a:xfrm>
              <a:off x="4436301" y="105932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6"/>
                    <a:pt x="223" y="1038"/>
                    <a:pt x="519" y="1038"/>
                  </a:cubicBezTo>
                  <a:cubicBezTo>
                    <a:pt x="791" y="1038"/>
                    <a:pt x="1038" y="816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4" name="Google Shape;3644;p28"/>
            <p:cNvSpPr/>
            <p:nvPr/>
          </p:nvSpPr>
          <p:spPr>
            <a:xfrm>
              <a:off x="4310401" y="1569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5" name="Google Shape;3645;p28"/>
            <p:cNvSpPr/>
            <p:nvPr/>
          </p:nvSpPr>
          <p:spPr>
            <a:xfrm>
              <a:off x="4310401" y="3075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6" name="Google Shape;3646;p28"/>
            <p:cNvSpPr/>
            <p:nvPr/>
          </p:nvSpPr>
          <p:spPr>
            <a:xfrm>
              <a:off x="4310401" y="45754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7" name="Google Shape;3647;p28"/>
            <p:cNvSpPr/>
            <p:nvPr/>
          </p:nvSpPr>
          <p:spPr>
            <a:xfrm>
              <a:off x="4310401" y="6081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8" name="Google Shape;3648;p28"/>
            <p:cNvSpPr/>
            <p:nvPr/>
          </p:nvSpPr>
          <p:spPr>
            <a:xfrm>
              <a:off x="4310401" y="758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9" name="Google Shape;3649;p28"/>
            <p:cNvSpPr/>
            <p:nvPr/>
          </p:nvSpPr>
          <p:spPr>
            <a:xfrm>
              <a:off x="4310401" y="908723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47" y="1"/>
                    <a:pt x="0" y="248"/>
                    <a:pt x="0" y="519"/>
                  </a:cubicBezTo>
                  <a:cubicBezTo>
                    <a:pt x="0" y="816"/>
                    <a:pt x="247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0" name="Google Shape;3650;p28"/>
            <p:cNvSpPr/>
            <p:nvPr/>
          </p:nvSpPr>
          <p:spPr>
            <a:xfrm>
              <a:off x="4310401" y="105932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6"/>
                    <a:pt x="247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1" name="Google Shape;3651;p28"/>
            <p:cNvSpPr/>
            <p:nvPr/>
          </p:nvSpPr>
          <p:spPr>
            <a:xfrm>
              <a:off x="4185101" y="1569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5"/>
                    <a:pt x="223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2" name="Google Shape;3652;p28"/>
            <p:cNvSpPr/>
            <p:nvPr/>
          </p:nvSpPr>
          <p:spPr>
            <a:xfrm>
              <a:off x="4185101" y="3075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791"/>
                    <a:pt x="223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3" name="Google Shape;3653;p28"/>
            <p:cNvSpPr/>
            <p:nvPr/>
          </p:nvSpPr>
          <p:spPr>
            <a:xfrm>
              <a:off x="4185101" y="45754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0" y="247"/>
                    <a:pt x="0" y="519"/>
                  </a:cubicBezTo>
                  <a:cubicBezTo>
                    <a:pt x="0" y="815"/>
                    <a:pt x="223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4" name="Google Shape;3654;p28"/>
            <p:cNvSpPr/>
            <p:nvPr/>
          </p:nvSpPr>
          <p:spPr>
            <a:xfrm>
              <a:off x="4185101" y="6081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815"/>
                    <a:pt x="223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5" name="Google Shape;3655;p28"/>
            <p:cNvSpPr/>
            <p:nvPr/>
          </p:nvSpPr>
          <p:spPr>
            <a:xfrm>
              <a:off x="4185101" y="75874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790"/>
                    <a:pt x="223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6" name="Google Shape;3656;p28"/>
            <p:cNvSpPr/>
            <p:nvPr/>
          </p:nvSpPr>
          <p:spPr>
            <a:xfrm>
              <a:off x="4185101" y="908723"/>
              <a:ext cx="25950" cy="26575"/>
            </a:xfrm>
            <a:custGeom>
              <a:avLst/>
              <a:gdLst/>
              <a:ahLst/>
              <a:cxnLst/>
              <a:rect l="l" t="t" r="r" b="b"/>
              <a:pathLst>
                <a:path w="1038" h="1063" extrusionOk="0">
                  <a:moveTo>
                    <a:pt x="519" y="1"/>
                  </a:moveTo>
                  <a:cubicBezTo>
                    <a:pt x="223" y="1"/>
                    <a:pt x="0" y="248"/>
                    <a:pt x="0" y="519"/>
                  </a:cubicBezTo>
                  <a:cubicBezTo>
                    <a:pt x="0" y="816"/>
                    <a:pt x="223" y="1062"/>
                    <a:pt x="519" y="1062"/>
                  </a:cubicBezTo>
                  <a:cubicBezTo>
                    <a:pt x="815" y="1062"/>
                    <a:pt x="1037" y="816"/>
                    <a:pt x="1037" y="519"/>
                  </a:cubicBezTo>
                  <a:cubicBezTo>
                    <a:pt x="1037" y="248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7" name="Google Shape;3657;p28"/>
            <p:cNvSpPr/>
            <p:nvPr/>
          </p:nvSpPr>
          <p:spPr>
            <a:xfrm>
              <a:off x="4185101" y="105932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6"/>
                    <a:pt x="223" y="1038"/>
                    <a:pt x="519" y="1038"/>
                  </a:cubicBezTo>
                  <a:cubicBezTo>
                    <a:pt x="815" y="1038"/>
                    <a:pt x="1037" y="816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8" name="Google Shape;3658;p28"/>
            <p:cNvSpPr/>
            <p:nvPr/>
          </p:nvSpPr>
          <p:spPr>
            <a:xfrm>
              <a:off x="4059176" y="1569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44" y="1038"/>
                  </a:cubicBezTo>
                  <a:cubicBezTo>
                    <a:pt x="816" y="1038"/>
                    <a:pt x="1062" y="815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9" name="Google Shape;3659;p28"/>
            <p:cNvSpPr/>
            <p:nvPr/>
          </p:nvSpPr>
          <p:spPr>
            <a:xfrm>
              <a:off x="4059176" y="3075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44" y="1038"/>
                  </a:cubicBezTo>
                  <a:cubicBezTo>
                    <a:pt x="816" y="1038"/>
                    <a:pt x="1062" y="791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0" name="Google Shape;3660;p28"/>
            <p:cNvSpPr/>
            <p:nvPr/>
          </p:nvSpPr>
          <p:spPr>
            <a:xfrm>
              <a:off x="4059176" y="457548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44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44" y="1062"/>
                  </a:cubicBezTo>
                  <a:cubicBezTo>
                    <a:pt x="816" y="1062"/>
                    <a:pt x="1062" y="815"/>
                    <a:pt x="1062" y="519"/>
                  </a:cubicBezTo>
                  <a:cubicBezTo>
                    <a:pt x="1062" y="247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1" name="Google Shape;3661;p28"/>
            <p:cNvSpPr/>
            <p:nvPr/>
          </p:nvSpPr>
          <p:spPr>
            <a:xfrm>
              <a:off x="4059176" y="6081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44" y="1037"/>
                  </a:cubicBezTo>
                  <a:cubicBezTo>
                    <a:pt x="816" y="1037"/>
                    <a:pt x="1062" y="815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2" name="Google Shape;3662;p28"/>
            <p:cNvSpPr/>
            <p:nvPr/>
          </p:nvSpPr>
          <p:spPr>
            <a:xfrm>
              <a:off x="4059176" y="758748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44" y="1037"/>
                  </a:cubicBezTo>
                  <a:cubicBezTo>
                    <a:pt x="816" y="1037"/>
                    <a:pt x="1062" y="790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3" name="Google Shape;3663;p28"/>
            <p:cNvSpPr/>
            <p:nvPr/>
          </p:nvSpPr>
          <p:spPr>
            <a:xfrm>
              <a:off x="4059176" y="908723"/>
              <a:ext cx="26575" cy="26575"/>
            </a:xfrm>
            <a:custGeom>
              <a:avLst/>
              <a:gdLst/>
              <a:ahLst/>
              <a:cxnLst/>
              <a:rect l="l" t="t" r="r" b="b"/>
              <a:pathLst>
                <a:path w="1063" h="1063" extrusionOk="0">
                  <a:moveTo>
                    <a:pt x="544" y="1"/>
                  </a:moveTo>
                  <a:cubicBezTo>
                    <a:pt x="248" y="1"/>
                    <a:pt x="1" y="248"/>
                    <a:pt x="1" y="519"/>
                  </a:cubicBezTo>
                  <a:cubicBezTo>
                    <a:pt x="1" y="816"/>
                    <a:pt x="248" y="1062"/>
                    <a:pt x="544" y="1062"/>
                  </a:cubicBezTo>
                  <a:cubicBezTo>
                    <a:pt x="816" y="1062"/>
                    <a:pt x="1062" y="816"/>
                    <a:pt x="1062" y="519"/>
                  </a:cubicBezTo>
                  <a:cubicBezTo>
                    <a:pt x="1062" y="248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4" name="Google Shape;3664;p28"/>
            <p:cNvSpPr/>
            <p:nvPr/>
          </p:nvSpPr>
          <p:spPr>
            <a:xfrm>
              <a:off x="4059176" y="1059323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6"/>
                    <a:pt x="248" y="1038"/>
                    <a:pt x="544" y="1038"/>
                  </a:cubicBezTo>
                  <a:cubicBezTo>
                    <a:pt x="816" y="1038"/>
                    <a:pt x="1062" y="816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665" name="Google Shape;3665;p28"/>
          <p:cNvGrpSpPr/>
          <p:nvPr/>
        </p:nvGrpSpPr>
        <p:grpSpPr>
          <a:xfrm>
            <a:off x="8591231" y="669573"/>
            <a:ext cx="627750" cy="2647950"/>
            <a:chOff x="6189926" y="212373"/>
            <a:chExt cx="627750" cy="2647950"/>
          </a:xfrm>
        </p:grpSpPr>
        <p:sp>
          <p:nvSpPr>
            <p:cNvPr id="3666" name="Google Shape;3666;p28"/>
            <p:cNvSpPr/>
            <p:nvPr/>
          </p:nvSpPr>
          <p:spPr>
            <a:xfrm rot="5400000">
              <a:off x="6791726" y="20813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19" y="1038"/>
                  </a:cubicBezTo>
                  <a:cubicBezTo>
                    <a:pt x="816" y="1038"/>
                    <a:pt x="1038" y="815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7" name="Google Shape;3667;p28"/>
            <p:cNvSpPr/>
            <p:nvPr/>
          </p:nvSpPr>
          <p:spPr>
            <a:xfrm rot="5400000">
              <a:off x="6641126" y="20813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19" y="1038"/>
                  </a:cubicBezTo>
                  <a:cubicBezTo>
                    <a:pt x="816" y="1038"/>
                    <a:pt x="1038" y="791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8" name="Google Shape;3668;p28"/>
            <p:cNvSpPr/>
            <p:nvPr/>
          </p:nvSpPr>
          <p:spPr>
            <a:xfrm rot="5400000">
              <a:off x="6490826" y="2081073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19" y="1062"/>
                  </a:cubicBezTo>
                  <a:cubicBezTo>
                    <a:pt x="816" y="1062"/>
                    <a:pt x="1038" y="815"/>
                    <a:pt x="1038" y="519"/>
                  </a:cubicBezTo>
                  <a:cubicBezTo>
                    <a:pt x="1038" y="247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9" name="Google Shape;3669;p28"/>
            <p:cNvSpPr/>
            <p:nvPr/>
          </p:nvSpPr>
          <p:spPr>
            <a:xfrm rot="5400000">
              <a:off x="6340526" y="20813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19" y="1037"/>
                  </a:cubicBezTo>
                  <a:cubicBezTo>
                    <a:pt x="816" y="1037"/>
                    <a:pt x="1038" y="815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0" name="Google Shape;3670;p28"/>
            <p:cNvSpPr/>
            <p:nvPr/>
          </p:nvSpPr>
          <p:spPr>
            <a:xfrm rot="5400000">
              <a:off x="6189926" y="20813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19" y="1037"/>
                  </a:cubicBezTo>
                  <a:cubicBezTo>
                    <a:pt x="816" y="1037"/>
                    <a:pt x="1038" y="790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1" name="Google Shape;3671;p28"/>
            <p:cNvSpPr/>
            <p:nvPr/>
          </p:nvSpPr>
          <p:spPr>
            <a:xfrm rot="5400000">
              <a:off x="6791739" y="1956086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5"/>
                    <a:pt x="222" y="1038"/>
                    <a:pt x="518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2" name="Google Shape;3672;p28"/>
            <p:cNvSpPr/>
            <p:nvPr/>
          </p:nvSpPr>
          <p:spPr>
            <a:xfrm rot="5400000">
              <a:off x="6641139" y="1956086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791"/>
                    <a:pt x="222" y="1038"/>
                    <a:pt x="518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3" name="Google Shape;3673;p28"/>
            <p:cNvSpPr/>
            <p:nvPr/>
          </p:nvSpPr>
          <p:spPr>
            <a:xfrm rot="5400000">
              <a:off x="6490839" y="1955786"/>
              <a:ext cx="25925" cy="26550"/>
            </a:xfrm>
            <a:custGeom>
              <a:avLst/>
              <a:gdLst/>
              <a:ahLst/>
              <a:cxnLst/>
              <a:rect l="l" t="t" r="r" b="b"/>
              <a:pathLst>
                <a:path w="1037" h="1062" extrusionOk="0">
                  <a:moveTo>
                    <a:pt x="518" y="0"/>
                  </a:moveTo>
                  <a:cubicBezTo>
                    <a:pt x="222" y="0"/>
                    <a:pt x="0" y="247"/>
                    <a:pt x="0" y="519"/>
                  </a:cubicBezTo>
                  <a:cubicBezTo>
                    <a:pt x="0" y="815"/>
                    <a:pt x="222" y="1062"/>
                    <a:pt x="518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4" name="Google Shape;3674;p28"/>
            <p:cNvSpPr/>
            <p:nvPr/>
          </p:nvSpPr>
          <p:spPr>
            <a:xfrm rot="5400000">
              <a:off x="6340539" y="1956086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815"/>
                    <a:pt x="222" y="1037"/>
                    <a:pt x="518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5" name="Google Shape;3675;p28"/>
            <p:cNvSpPr/>
            <p:nvPr/>
          </p:nvSpPr>
          <p:spPr>
            <a:xfrm rot="5400000">
              <a:off x="6189939" y="1956086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790"/>
                    <a:pt x="222" y="1037"/>
                    <a:pt x="518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6" name="Google Shape;3676;p28"/>
            <p:cNvSpPr/>
            <p:nvPr/>
          </p:nvSpPr>
          <p:spPr>
            <a:xfrm rot="5400000">
              <a:off x="6791414" y="1830486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62" y="815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7" name="Google Shape;3677;p28"/>
            <p:cNvSpPr/>
            <p:nvPr/>
          </p:nvSpPr>
          <p:spPr>
            <a:xfrm rot="5400000">
              <a:off x="6640814" y="1830486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62" y="791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8" name="Google Shape;3678;p28"/>
            <p:cNvSpPr/>
            <p:nvPr/>
          </p:nvSpPr>
          <p:spPr>
            <a:xfrm rot="5400000">
              <a:off x="6490514" y="1830186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62" y="815"/>
                    <a:pt x="1062" y="519"/>
                  </a:cubicBezTo>
                  <a:cubicBezTo>
                    <a:pt x="1062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9" name="Google Shape;3679;p28"/>
            <p:cNvSpPr/>
            <p:nvPr/>
          </p:nvSpPr>
          <p:spPr>
            <a:xfrm rot="5400000">
              <a:off x="6340214" y="1830486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62" y="815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0" name="Google Shape;3680;p28"/>
            <p:cNvSpPr/>
            <p:nvPr/>
          </p:nvSpPr>
          <p:spPr>
            <a:xfrm rot="5400000">
              <a:off x="6189614" y="1830486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62" y="790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1" name="Google Shape;3681;p28"/>
            <p:cNvSpPr/>
            <p:nvPr/>
          </p:nvSpPr>
          <p:spPr>
            <a:xfrm rot="5400000">
              <a:off x="6791726" y="17048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815" y="1038"/>
                    <a:pt x="1038" y="815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2" name="Google Shape;3682;p28"/>
            <p:cNvSpPr/>
            <p:nvPr/>
          </p:nvSpPr>
          <p:spPr>
            <a:xfrm rot="5400000">
              <a:off x="6641126" y="17048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815" y="1038"/>
                    <a:pt x="1038" y="791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3" name="Google Shape;3683;p28"/>
            <p:cNvSpPr/>
            <p:nvPr/>
          </p:nvSpPr>
          <p:spPr>
            <a:xfrm rot="5400000">
              <a:off x="6490826" y="1704573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815" y="1062"/>
                    <a:pt x="1038" y="815"/>
                    <a:pt x="1038" y="519"/>
                  </a:cubicBezTo>
                  <a:cubicBezTo>
                    <a:pt x="1038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4" name="Google Shape;3684;p28"/>
            <p:cNvSpPr/>
            <p:nvPr/>
          </p:nvSpPr>
          <p:spPr>
            <a:xfrm rot="5400000">
              <a:off x="6340526" y="17048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815" y="1037"/>
                    <a:pt x="1038" y="815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5" name="Google Shape;3685;p28"/>
            <p:cNvSpPr/>
            <p:nvPr/>
          </p:nvSpPr>
          <p:spPr>
            <a:xfrm rot="5400000">
              <a:off x="6189926" y="17048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815" y="1037"/>
                    <a:pt x="1038" y="790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6" name="Google Shape;3686;p28"/>
            <p:cNvSpPr/>
            <p:nvPr/>
          </p:nvSpPr>
          <p:spPr>
            <a:xfrm rot="5400000">
              <a:off x="6791726" y="15795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791" y="1038"/>
                    <a:pt x="1038" y="815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7" name="Google Shape;3687;p28"/>
            <p:cNvSpPr/>
            <p:nvPr/>
          </p:nvSpPr>
          <p:spPr>
            <a:xfrm rot="5400000">
              <a:off x="6641126" y="15795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791" y="1038"/>
                    <a:pt x="1038" y="791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8" name="Google Shape;3688;p28"/>
            <p:cNvSpPr/>
            <p:nvPr/>
          </p:nvSpPr>
          <p:spPr>
            <a:xfrm rot="5400000">
              <a:off x="6490826" y="1579273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791" y="1062"/>
                    <a:pt x="1038" y="815"/>
                    <a:pt x="1038" y="519"/>
                  </a:cubicBezTo>
                  <a:cubicBezTo>
                    <a:pt x="1038" y="247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9" name="Google Shape;3689;p28"/>
            <p:cNvSpPr/>
            <p:nvPr/>
          </p:nvSpPr>
          <p:spPr>
            <a:xfrm rot="5400000">
              <a:off x="6340526" y="15795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791" y="1037"/>
                    <a:pt x="1038" y="815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0" name="Google Shape;3690;p28"/>
            <p:cNvSpPr/>
            <p:nvPr/>
          </p:nvSpPr>
          <p:spPr>
            <a:xfrm rot="5400000">
              <a:off x="6189926" y="15795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791" y="1037"/>
                    <a:pt x="1038" y="790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1" name="Google Shape;3691;p28"/>
            <p:cNvSpPr/>
            <p:nvPr/>
          </p:nvSpPr>
          <p:spPr>
            <a:xfrm rot="5400000">
              <a:off x="6791726" y="14536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2" name="Google Shape;3692;p28"/>
            <p:cNvSpPr/>
            <p:nvPr/>
          </p:nvSpPr>
          <p:spPr>
            <a:xfrm rot="5400000">
              <a:off x="6641126" y="14536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3" name="Google Shape;3693;p28"/>
            <p:cNvSpPr/>
            <p:nvPr/>
          </p:nvSpPr>
          <p:spPr>
            <a:xfrm rot="5400000">
              <a:off x="6490826" y="1453373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4" name="Google Shape;3694;p28"/>
            <p:cNvSpPr/>
            <p:nvPr/>
          </p:nvSpPr>
          <p:spPr>
            <a:xfrm rot="5400000">
              <a:off x="6340526" y="14536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5" name="Google Shape;3695;p28"/>
            <p:cNvSpPr/>
            <p:nvPr/>
          </p:nvSpPr>
          <p:spPr>
            <a:xfrm rot="5400000">
              <a:off x="6189926" y="14536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6" name="Google Shape;3696;p28"/>
            <p:cNvSpPr/>
            <p:nvPr/>
          </p:nvSpPr>
          <p:spPr>
            <a:xfrm rot="5400000">
              <a:off x="6791726" y="13283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5"/>
                    <a:pt x="223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7" name="Google Shape;3697;p28"/>
            <p:cNvSpPr/>
            <p:nvPr/>
          </p:nvSpPr>
          <p:spPr>
            <a:xfrm rot="5400000">
              <a:off x="6641126" y="13283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791"/>
                    <a:pt x="223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8" name="Google Shape;3698;p28"/>
            <p:cNvSpPr/>
            <p:nvPr/>
          </p:nvSpPr>
          <p:spPr>
            <a:xfrm rot="5400000">
              <a:off x="6490826" y="1328073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0" y="247"/>
                    <a:pt x="0" y="519"/>
                  </a:cubicBezTo>
                  <a:cubicBezTo>
                    <a:pt x="0" y="815"/>
                    <a:pt x="223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9" name="Google Shape;3699;p28"/>
            <p:cNvSpPr/>
            <p:nvPr/>
          </p:nvSpPr>
          <p:spPr>
            <a:xfrm rot="5400000">
              <a:off x="6340526" y="13283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815"/>
                    <a:pt x="223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0" name="Google Shape;3700;p28"/>
            <p:cNvSpPr/>
            <p:nvPr/>
          </p:nvSpPr>
          <p:spPr>
            <a:xfrm rot="5400000">
              <a:off x="6189926" y="13283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790"/>
                    <a:pt x="223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1" name="Google Shape;3701;p28"/>
            <p:cNvSpPr/>
            <p:nvPr/>
          </p:nvSpPr>
          <p:spPr>
            <a:xfrm rot="5400000">
              <a:off x="6791414" y="1202761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44" y="1038"/>
                  </a:cubicBezTo>
                  <a:cubicBezTo>
                    <a:pt x="816" y="1038"/>
                    <a:pt x="1062" y="815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2" name="Google Shape;3702;p28"/>
            <p:cNvSpPr/>
            <p:nvPr/>
          </p:nvSpPr>
          <p:spPr>
            <a:xfrm rot="5400000">
              <a:off x="6640814" y="1202761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44" y="1038"/>
                  </a:cubicBezTo>
                  <a:cubicBezTo>
                    <a:pt x="816" y="1038"/>
                    <a:pt x="1062" y="791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3" name="Google Shape;3703;p28"/>
            <p:cNvSpPr/>
            <p:nvPr/>
          </p:nvSpPr>
          <p:spPr>
            <a:xfrm rot="5400000">
              <a:off x="6490514" y="1202461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44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44" y="1062"/>
                  </a:cubicBezTo>
                  <a:cubicBezTo>
                    <a:pt x="816" y="1062"/>
                    <a:pt x="1062" y="815"/>
                    <a:pt x="1062" y="519"/>
                  </a:cubicBezTo>
                  <a:cubicBezTo>
                    <a:pt x="1062" y="247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4" name="Google Shape;3704;p28"/>
            <p:cNvSpPr/>
            <p:nvPr/>
          </p:nvSpPr>
          <p:spPr>
            <a:xfrm rot="5400000">
              <a:off x="6340214" y="1202761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44" y="1037"/>
                  </a:cubicBezTo>
                  <a:cubicBezTo>
                    <a:pt x="816" y="1037"/>
                    <a:pt x="1062" y="815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5" name="Google Shape;3705;p28"/>
            <p:cNvSpPr/>
            <p:nvPr/>
          </p:nvSpPr>
          <p:spPr>
            <a:xfrm rot="5400000">
              <a:off x="6189614" y="1202761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44" y="1037"/>
                  </a:cubicBezTo>
                  <a:cubicBezTo>
                    <a:pt x="816" y="1037"/>
                    <a:pt x="1062" y="790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6" name="Google Shape;3706;p28"/>
            <p:cNvSpPr/>
            <p:nvPr/>
          </p:nvSpPr>
          <p:spPr>
            <a:xfrm rot="5400000">
              <a:off x="6791726" y="109129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19" y="1038"/>
                  </a:cubicBezTo>
                  <a:cubicBezTo>
                    <a:pt x="816" y="1038"/>
                    <a:pt x="1038" y="815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7" name="Google Shape;3707;p28"/>
            <p:cNvSpPr/>
            <p:nvPr/>
          </p:nvSpPr>
          <p:spPr>
            <a:xfrm rot="5400000">
              <a:off x="6641126" y="109129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19" y="1038"/>
                  </a:cubicBezTo>
                  <a:cubicBezTo>
                    <a:pt x="816" y="1038"/>
                    <a:pt x="1038" y="791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8" name="Google Shape;3708;p28"/>
            <p:cNvSpPr/>
            <p:nvPr/>
          </p:nvSpPr>
          <p:spPr>
            <a:xfrm rot="5400000">
              <a:off x="6490826" y="109099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19" y="1062"/>
                  </a:cubicBezTo>
                  <a:cubicBezTo>
                    <a:pt x="816" y="1062"/>
                    <a:pt x="1038" y="815"/>
                    <a:pt x="1038" y="519"/>
                  </a:cubicBezTo>
                  <a:cubicBezTo>
                    <a:pt x="1038" y="247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9" name="Google Shape;3709;p28"/>
            <p:cNvSpPr/>
            <p:nvPr/>
          </p:nvSpPr>
          <p:spPr>
            <a:xfrm rot="5400000">
              <a:off x="6340526" y="109129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19" y="1037"/>
                  </a:cubicBezTo>
                  <a:cubicBezTo>
                    <a:pt x="816" y="1037"/>
                    <a:pt x="1038" y="815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0" name="Google Shape;3710;p28"/>
            <p:cNvSpPr/>
            <p:nvPr/>
          </p:nvSpPr>
          <p:spPr>
            <a:xfrm rot="5400000">
              <a:off x="6189926" y="109129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19" y="1037"/>
                  </a:cubicBezTo>
                  <a:cubicBezTo>
                    <a:pt x="816" y="1037"/>
                    <a:pt x="1038" y="790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1" name="Google Shape;3711;p28"/>
            <p:cNvSpPr/>
            <p:nvPr/>
          </p:nvSpPr>
          <p:spPr>
            <a:xfrm rot="5400000">
              <a:off x="6791739" y="966011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5"/>
                    <a:pt x="222" y="1038"/>
                    <a:pt x="518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2" name="Google Shape;3712;p28"/>
            <p:cNvSpPr/>
            <p:nvPr/>
          </p:nvSpPr>
          <p:spPr>
            <a:xfrm rot="5400000">
              <a:off x="6641139" y="966011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791"/>
                    <a:pt x="222" y="1038"/>
                    <a:pt x="518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3" name="Google Shape;3713;p28"/>
            <p:cNvSpPr/>
            <p:nvPr/>
          </p:nvSpPr>
          <p:spPr>
            <a:xfrm rot="5400000">
              <a:off x="6490839" y="965711"/>
              <a:ext cx="25925" cy="26550"/>
            </a:xfrm>
            <a:custGeom>
              <a:avLst/>
              <a:gdLst/>
              <a:ahLst/>
              <a:cxnLst/>
              <a:rect l="l" t="t" r="r" b="b"/>
              <a:pathLst>
                <a:path w="1037" h="1062" extrusionOk="0">
                  <a:moveTo>
                    <a:pt x="518" y="0"/>
                  </a:moveTo>
                  <a:cubicBezTo>
                    <a:pt x="222" y="0"/>
                    <a:pt x="0" y="247"/>
                    <a:pt x="0" y="519"/>
                  </a:cubicBezTo>
                  <a:cubicBezTo>
                    <a:pt x="0" y="815"/>
                    <a:pt x="222" y="1062"/>
                    <a:pt x="518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4" name="Google Shape;3714;p28"/>
            <p:cNvSpPr/>
            <p:nvPr/>
          </p:nvSpPr>
          <p:spPr>
            <a:xfrm rot="5400000">
              <a:off x="6340539" y="966011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815"/>
                    <a:pt x="222" y="1037"/>
                    <a:pt x="518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5" name="Google Shape;3715;p28"/>
            <p:cNvSpPr/>
            <p:nvPr/>
          </p:nvSpPr>
          <p:spPr>
            <a:xfrm rot="5400000">
              <a:off x="6189939" y="966011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790"/>
                    <a:pt x="222" y="1037"/>
                    <a:pt x="518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6" name="Google Shape;3716;p28"/>
            <p:cNvSpPr/>
            <p:nvPr/>
          </p:nvSpPr>
          <p:spPr>
            <a:xfrm rot="5400000">
              <a:off x="6791414" y="840411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62" y="815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7" name="Google Shape;3717;p28"/>
            <p:cNvSpPr/>
            <p:nvPr/>
          </p:nvSpPr>
          <p:spPr>
            <a:xfrm rot="5400000">
              <a:off x="6640814" y="840411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62" y="791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8" name="Google Shape;3718;p28"/>
            <p:cNvSpPr/>
            <p:nvPr/>
          </p:nvSpPr>
          <p:spPr>
            <a:xfrm rot="5400000">
              <a:off x="6490514" y="840111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62" y="815"/>
                    <a:pt x="1062" y="519"/>
                  </a:cubicBezTo>
                  <a:cubicBezTo>
                    <a:pt x="1062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9" name="Google Shape;3719;p28"/>
            <p:cNvSpPr/>
            <p:nvPr/>
          </p:nvSpPr>
          <p:spPr>
            <a:xfrm rot="5400000">
              <a:off x="6340214" y="840411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62" y="815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0" name="Google Shape;3720;p28"/>
            <p:cNvSpPr/>
            <p:nvPr/>
          </p:nvSpPr>
          <p:spPr>
            <a:xfrm rot="5400000">
              <a:off x="6189614" y="840411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62" y="790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1" name="Google Shape;3721;p28"/>
            <p:cNvSpPr/>
            <p:nvPr/>
          </p:nvSpPr>
          <p:spPr>
            <a:xfrm rot="5400000">
              <a:off x="6791726" y="71479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815" y="1038"/>
                    <a:pt x="1038" y="815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2" name="Google Shape;3722;p28"/>
            <p:cNvSpPr/>
            <p:nvPr/>
          </p:nvSpPr>
          <p:spPr>
            <a:xfrm rot="5400000">
              <a:off x="6641126" y="71479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815" y="1038"/>
                    <a:pt x="1038" y="791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3" name="Google Shape;3723;p28"/>
            <p:cNvSpPr/>
            <p:nvPr/>
          </p:nvSpPr>
          <p:spPr>
            <a:xfrm rot="5400000">
              <a:off x="6490826" y="71449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815" y="1062"/>
                    <a:pt x="1038" y="815"/>
                    <a:pt x="1038" y="519"/>
                  </a:cubicBezTo>
                  <a:cubicBezTo>
                    <a:pt x="1038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4" name="Google Shape;3724;p28"/>
            <p:cNvSpPr/>
            <p:nvPr/>
          </p:nvSpPr>
          <p:spPr>
            <a:xfrm rot="5400000">
              <a:off x="6340526" y="71479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815" y="1037"/>
                    <a:pt x="1038" y="815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5" name="Google Shape;3725;p28"/>
            <p:cNvSpPr/>
            <p:nvPr/>
          </p:nvSpPr>
          <p:spPr>
            <a:xfrm rot="5400000">
              <a:off x="6189926" y="71479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815" y="1037"/>
                    <a:pt x="1038" y="790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6" name="Google Shape;3726;p28"/>
            <p:cNvSpPr/>
            <p:nvPr/>
          </p:nvSpPr>
          <p:spPr>
            <a:xfrm rot="5400000">
              <a:off x="6791726" y="58949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791" y="1038"/>
                    <a:pt x="1038" y="815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7" name="Google Shape;3727;p28"/>
            <p:cNvSpPr/>
            <p:nvPr/>
          </p:nvSpPr>
          <p:spPr>
            <a:xfrm rot="5400000">
              <a:off x="6641126" y="58949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791" y="1038"/>
                    <a:pt x="1038" y="791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8" name="Google Shape;3728;p28"/>
            <p:cNvSpPr/>
            <p:nvPr/>
          </p:nvSpPr>
          <p:spPr>
            <a:xfrm rot="5400000">
              <a:off x="6490826" y="58919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791" y="1062"/>
                    <a:pt x="1038" y="815"/>
                    <a:pt x="1038" y="519"/>
                  </a:cubicBezTo>
                  <a:cubicBezTo>
                    <a:pt x="1038" y="247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9" name="Google Shape;3729;p28"/>
            <p:cNvSpPr/>
            <p:nvPr/>
          </p:nvSpPr>
          <p:spPr>
            <a:xfrm rot="5400000">
              <a:off x="6340526" y="58949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791" y="1037"/>
                    <a:pt x="1038" y="815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0" name="Google Shape;3730;p28"/>
            <p:cNvSpPr/>
            <p:nvPr/>
          </p:nvSpPr>
          <p:spPr>
            <a:xfrm rot="5400000">
              <a:off x="6189926" y="58949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791" y="1037"/>
                    <a:pt x="1038" y="790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1" name="Google Shape;3731;p28"/>
            <p:cNvSpPr/>
            <p:nvPr/>
          </p:nvSpPr>
          <p:spPr>
            <a:xfrm rot="5400000">
              <a:off x="6791726" y="46359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2" name="Google Shape;3732;p28"/>
            <p:cNvSpPr/>
            <p:nvPr/>
          </p:nvSpPr>
          <p:spPr>
            <a:xfrm rot="5400000">
              <a:off x="6641126" y="46359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3" name="Google Shape;3733;p28"/>
            <p:cNvSpPr/>
            <p:nvPr/>
          </p:nvSpPr>
          <p:spPr>
            <a:xfrm rot="5400000">
              <a:off x="6490826" y="46329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4" name="Google Shape;3734;p28"/>
            <p:cNvSpPr/>
            <p:nvPr/>
          </p:nvSpPr>
          <p:spPr>
            <a:xfrm rot="5400000">
              <a:off x="6340526" y="46359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5" name="Google Shape;3735;p28"/>
            <p:cNvSpPr/>
            <p:nvPr/>
          </p:nvSpPr>
          <p:spPr>
            <a:xfrm rot="5400000">
              <a:off x="6189926" y="46359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6" name="Google Shape;3736;p28"/>
            <p:cNvSpPr/>
            <p:nvPr/>
          </p:nvSpPr>
          <p:spPr>
            <a:xfrm rot="5400000">
              <a:off x="6791726" y="33829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815"/>
                    <a:pt x="223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7" name="Google Shape;3737;p28"/>
            <p:cNvSpPr/>
            <p:nvPr/>
          </p:nvSpPr>
          <p:spPr>
            <a:xfrm rot="5400000">
              <a:off x="6641126" y="33829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0" y="223"/>
                    <a:pt x="0" y="519"/>
                  </a:cubicBezTo>
                  <a:cubicBezTo>
                    <a:pt x="0" y="791"/>
                    <a:pt x="223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8" name="Google Shape;3738;p28"/>
            <p:cNvSpPr/>
            <p:nvPr/>
          </p:nvSpPr>
          <p:spPr>
            <a:xfrm rot="5400000">
              <a:off x="6490826" y="337998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0" y="247"/>
                    <a:pt x="0" y="519"/>
                  </a:cubicBezTo>
                  <a:cubicBezTo>
                    <a:pt x="0" y="815"/>
                    <a:pt x="223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9" name="Google Shape;3739;p28"/>
            <p:cNvSpPr/>
            <p:nvPr/>
          </p:nvSpPr>
          <p:spPr>
            <a:xfrm rot="5400000">
              <a:off x="6340526" y="33829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815"/>
                    <a:pt x="223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0" name="Google Shape;3740;p28"/>
            <p:cNvSpPr/>
            <p:nvPr/>
          </p:nvSpPr>
          <p:spPr>
            <a:xfrm rot="5400000">
              <a:off x="6189926" y="338298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0" y="223"/>
                    <a:pt x="0" y="519"/>
                  </a:cubicBezTo>
                  <a:cubicBezTo>
                    <a:pt x="0" y="790"/>
                    <a:pt x="223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1" name="Google Shape;3741;p28"/>
            <p:cNvSpPr/>
            <p:nvPr/>
          </p:nvSpPr>
          <p:spPr>
            <a:xfrm rot="5400000">
              <a:off x="6791414" y="212686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44" y="1038"/>
                  </a:cubicBezTo>
                  <a:cubicBezTo>
                    <a:pt x="816" y="1038"/>
                    <a:pt x="1062" y="815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2" name="Google Shape;3742;p28"/>
            <p:cNvSpPr/>
            <p:nvPr/>
          </p:nvSpPr>
          <p:spPr>
            <a:xfrm rot="5400000">
              <a:off x="6640814" y="212686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44" y="1038"/>
                  </a:cubicBezTo>
                  <a:cubicBezTo>
                    <a:pt x="816" y="1038"/>
                    <a:pt x="1062" y="791"/>
                    <a:pt x="1062" y="519"/>
                  </a:cubicBezTo>
                  <a:cubicBezTo>
                    <a:pt x="1062" y="223"/>
                    <a:pt x="816" y="1"/>
                    <a:pt x="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3" name="Google Shape;3743;p28"/>
            <p:cNvSpPr/>
            <p:nvPr/>
          </p:nvSpPr>
          <p:spPr>
            <a:xfrm rot="5400000">
              <a:off x="6490514" y="212386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44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44" y="1062"/>
                  </a:cubicBezTo>
                  <a:cubicBezTo>
                    <a:pt x="816" y="1062"/>
                    <a:pt x="1062" y="815"/>
                    <a:pt x="1062" y="519"/>
                  </a:cubicBezTo>
                  <a:cubicBezTo>
                    <a:pt x="1062" y="247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4" name="Google Shape;3744;p28"/>
            <p:cNvSpPr/>
            <p:nvPr/>
          </p:nvSpPr>
          <p:spPr>
            <a:xfrm rot="5400000">
              <a:off x="6340214" y="212686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44" y="1037"/>
                  </a:cubicBezTo>
                  <a:cubicBezTo>
                    <a:pt x="816" y="1037"/>
                    <a:pt x="1062" y="815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5" name="Google Shape;3745;p28"/>
            <p:cNvSpPr/>
            <p:nvPr/>
          </p:nvSpPr>
          <p:spPr>
            <a:xfrm rot="5400000">
              <a:off x="6189614" y="212686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44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44" y="1037"/>
                  </a:cubicBezTo>
                  <a:cubicBezTo>
                    <a:pt x="816" y="1037"/>
                    <a:pt x="1062" y="790"/>
                    <a:pt x="1062" y="519"/>
                  </a:cubicBezTo>
                  <a:cubicBezTo>
                    <a:pt x="1062" y="223"/>
                    <a:pt x="816" y="0"/>
                    <a:pt x="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6" name="Google Shape;3746;p28"/>
            <p:cNvSpPr/>
            <p:nvPr/>
          </p:nvSpPr>
          <p:spPr>
            <a:xfrm rot="5400000">
              <a:off x="6791726" y="28343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815"/>
                    <a:pt x="248" y="1038"/>
                    <a:pt x="519" y="1038"/>
                  </a:cubicBezTo>
                  <a:cubicBezTo>
                    <a:pt x="816" y="1038"/>
                    <a:pt x="1038" y="815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7" name="Google Shape;3747;p28"/>
            <p:cNvSpPr/>
            <p:nvPr/>
          </p:nvSpPr>
          <p:spPr>
            <a:xfrm rot="5400000">
              <a:off x="6641126" y="28343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8" y="1"/>
                    <a:pt x="1" y="223"/>
                    <a:pt x="1" y="519"/>
                  </a:cubicBezTo>
                  <a:cubicBezTo>
                    <a:pt x="1" y="791"/>
                    <a:pt x="248" y="1038"/>
                    <a:pt x="519" y="1038"/>
                  </a:cubicBezTo>
                  <a:cubicBezTo>
                    <a:pt x="816" y="1038"/>
                    <a:pt x="1038" y="791"/>
                    <a:pt x="1038" y="519"/>
                  </a:cubicBezTo>
                  <a:cubicBezTo>
                    <a:pt x="1038" y="223"/>
                    <a:pt x="816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8" name="Google Shape;3748;p28"/>
            <p:cNvSpPr/>
            <p:nvPr/>
          </p:nvSpPr>
          <p:spPr>
            <a:xfrm rot="5400000">
              <a:off x="6490826" y="2834073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8" y="0"/>
                    <a:pt x="1" y="247"/>
                    <a:pt x="1" y="519"/>
                  </a:cubicBezTo>
                  <a:cubicBezTo>
                    <a:pt x="1" y="815"/>
                    <a:pt x="248" y="1062"/>
                    <a:pt x="519" y="1062"/>
                  </a:cubicBezTo>
                  <a:cubicBezTo>
                    <a:pt x="816" y="1062"/>
                    <a:pt x="1038" y="815"/>
                    <a:pt x="1038" y="519"/>
                  </a:cubicBezTo>
                  <a:cubicBezTo>
                    <a:pt x="1038" y="247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9" name="Google Shape;3749;p28"/>
            <p:cNvSpPr/>
            <p:nvPr/>
          </p:nvSpPr>
          <p:spPr>
            <a:xfrm rot="5400000">
              <a:off x="6340526" y="28343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815"/>
                    <a:pt x="248" y="1037"/>
                    <a:pt x="519" y="1037"/>
                  </a:cubicBezTo>
                  <a:cubicBezTo>
                    <a:pt x="816" y="1037"/>
                    <a:pt x="1038" y="815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0" name="Google Shape;3750;p28"/>
            <p:cNvSpPr/>
            <p:nvPr/>
          </p:nvSpPr>
          <p:spPr>
            <a:xfrm rot="5400000">
              <a:off x="6189926" y="28343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8" y="0"/>
                    <a:pt x="1" y="223"/>
                    <a:pt x="1" y="519"/>
                  </a:cubicBezTo>
                  <a:cubicBezTo>
                    <a:pt x="1" y="790"/>
                    <a:pt x="248" y="1037"/>
                    <a:pt x="519" y="1037"/>
                  </a:cubicBezTo>
                  <a:cubicBezTo>
                    <a:pt x="816" y="1037"/>
                    <a:pt x="1038" y="790"/>
                    <a:pt x="1038" y="519"/>
                  </a:cubicBezTo>
                  <a:cubicBezTo>
                    <a:pt x="1038" y="223"/>
                    <a:pt x="816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1" name="Google Shape;3751;p28"/>
            <p:cNvSpPr/>
            <p:nvPr/>
          </p:nvSpPr>
          <p:spPr>
            <a:xfrm rot="5400000">
              <a:off x="6791739" y="2709086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815"/>
                    <a:pt x="222" y="1038"/>
                    <a:pt x="518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2" name="Google Shape;3752;p28"/>
            <p:cNvSpPr/>
            <p:nvPr/>
          </p:nvSpPr>
          <p:spPr>
            <a:xfrm rot="5400000">
              <a:off x="6641139" y="2709086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1"/>
                  </a:moveTo>
                  <a:cubicBezTo>
                    <a:pt x="222" y="1"/>
                    <a:pt x="0" y="223"/>
                    <a:pt x="0" y="519"/>
                  </a:cubicBezTo>
                  <a:cubicBezTo>
                    <a:pt x="0" y="791"/>
                    <a:pt x="222" y="1038"/>
                    <a:pt x="518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3" name="Google Shape;3753;p28"/>
            <p:cNvSpPr/>
            <p:nvPr/>
          </p:nvSpPr>
          <p:spPr>
            <a:xfrm rot="5400000">
              <a:off x="6490839" y="2708786"/>
              <a:ext cx="25925" cy="26550"/>
            </a:xfrm>
            <a:custGeom>
              <a:avLst/>
              <a:gdLst/>
              <a:ahLst/>
              <a:cxnLst/>
              <a:rect l="l" t="t" r="r" b="b"/>
              <a:pathLst>
                <a:path w="1037" h="1062" extrusionOk="0">
                  <a:moveTo>
                    <a:pt x="518" y="0"/>
                  </a:moveTo>
                  <a:cubicBezTo>
                    <a:pt x="222" y="0"/>
                    <a:pt x="0" y="247"/>
                    <a:pt x="0" y="519"/>
                  </a:cubicBezTo>
                  <a:cubicBezTo>
                    <a:pt x="0" y="815"/>
                    <a:pt x="222" y="1062"/>
                    <a:pt x="518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4" name="Google Shape;3754;p28"/>
            <p:cNvSpPr/>
            <p:nvPr/>
          </p:nvSpPr>
          <p:spPr>
            <a:xfrm rot="5400000">
              <a:off x="6340539" y="2709086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815"/>
                    <a:pt x="222" y="1037"/>
                    <a:pt x="518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5" name="Google Shape;3755;p28"/>
            <p:cNvSpPr/>
            <p:nvPr/>
          </p:nvSpPr>
          <p:spPr>
            <a:xfrm rot="5400000">
              <a:off x="6189939" y="2709086"/>
              <a:ext cx="25925" cy="25950"/>
            </a:xfrm>
            <a:custGeom>
              <a:avLst/>
              <a:gdLst/>
              <a:ahLst/>
              <a:cxnLst/>
              <a:rect l="l" t="t" r="r" b="b"/>
              <a:pathLst>
                <a:path w="1037" h="1038" extrusionOk="0">
                  <a:moveTo>
                    <a:pt x="518" y="0"/>
                  </a:moveTo>
                  <a:cubicBezTo>
                    <a:pt x="222" y="0"/>
                    <a:pt x="0" y="223"/>
                    <a:pt x="0" y="519"/>
                  </a:cubicBezTo>
                  <a:cubicBezTo>
                    <a:pt x="0" y="790"/>
                    <a:pt x="222" y="1037"/>
                    <a:pt x="518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6" name="Google Shape;3756;p28"/>
            <p:cNvSpPr/>
            <p:nvPr/>
          </p:nvSpPr>
          <p:spPr>
            <a:xfrm rot="5400000">
              <a:off x="6791414" y="2583486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62" y="815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7" name="Google Shape;3757;p28"/>
            <p:cNvSpPr/>
            <p:nvPr/>
          </p:nvSpPr>
          <p:spPr>
            <a:xfrm rot="5400000">
              <a:off x="6640814" y="2583486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62" y="791"/>
                    <a:pt x="1062" y="519"/>
                  </a:cubicBezTo>
                  <a:cubicBezTo>
                    <a:pt x="1062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8" name="Google Shape;3758;p28"/>
            <p:cNvSpPr/>
            <p:nvPr/>
          </p:nvSpPr>
          <p:spPr>
            <a:xfrm rot="5400000">
              <a:off x="6490514" y="2583186"/>
              <a:ext cx="26575" cy="26550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62" y="815"/>
                    <a:pt x="1062" y="519"/>
                  </a:cubicBezTo>
                  <a:cubicBezTo>
                    <a:pt x="1062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9" name="Google Shape;3759;p28"/>
            <p:cNvSpPr/>
            <p:nvPr/>
          </p:nvSpPr>
          <p:spPr>
            <a:xfrm rot="5400000">
              <a:off x="6340214" y="2583486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62" y="815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0" name="Google Shape;3760;p28"/>
            <p:cNvSpPr/>
            <p:nvPr/>
          </p:nvSpPr>
          <p:spPr>
            <a:xfrm rot="5400000">
              <a:off x="6189614" y="2583486"/>
              <a:ext cx="26575" cy="25950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62" y="790"/>
                    <a:pt x="1062" y="519"/>
                  </a:cubicBezTo>
                  <a:cubicBezTo>
                    <a:pt x="1062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1" name="Google Shape;3761;p28"/>
            <p:cNvSpPr/>
            <p:nvPr/>
          </p:nvSpPr>
          <p:spPr>
            <a:xfrm rot="5400000">
              <a:off x="6791726" y="24578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815" y="1038"/>
                    <a:pt x="1038" y="815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2" name="Google Shape;3762;p28"/>
            <p:cNvSpPr/>
            <p:nvPr/>
          </p:nvSpPr>
          <p:spPr>
            <a:xfrm rot="5400000">
              <a:off x="6641126" y="24578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815" y="1038"/>
                    <a:pt x="1038" y="791"/>
                    <a:pt x="1038" y="519"/>
                  </a:cubicBezTo>
                  <a:cubicBezTo>
                    <a:pt x="1038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3" name="Google Shape;3763;p28"/>
            <p:cNvSpPr/>
            <p:nvPr/>
          </p:nvSpPr>
          <p:spPr>
            <a:xfrm rot="5400000">
              <a:off x="6490826" y="2457573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815" y="1062"/>
                    <a:pt x="1038" y="815"/>
                    <a:pt x="1038" y="519"/>
                  </a:cubicBezTo>
                  <a:cubicBezTo>
                    <a:pt x="1038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4" name="Google Shape;3764;p28"/>
            <p:cNvSpPr/>
            <p:nvPr/>
          </p:nvSpPr>
          <p:spPr>
            <a:xfrm rot="5400000">
              <a:off x="6340526" y="24578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815" y="1037"/>
                    <a:pt x="1038" y="815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5" name="Google Shape;3765;p28"/>
            <p:cNvSpPr/>
            <p:nvPr/>
          </p:nvSpPr>
          <p:spPr>
            <a:xfrm rot="5400000">
              <a:off x="6189926" y="24578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815" y="1037"/>
                    <a:pt x="1038" y="790"/>
                    <a:pt x="1038" y="519"/>
                  </a:cubicBezTo>
                  <a:cubicBezTo>
                    <a:pt x="1038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6" name="Google Shape;3766;p28"/>
            <p:cNvSpPr/>
            <p:nvPr/>
          </p:nvSpPr>
          <p:spPr>
            <a:xfrm rot="5400000">
              <a:off x="6791726" y="23325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815"/>
                    <a:pt x="223" y="1038"/>
                    <a:pt x="519" y="1038"/>
                  </a:cubicBezTo>
                  <a:cubicBezTo>
                    <a:pt x="791" y="1038"/>
                    <a:pt x="1038" y="815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7" name="Google Shape;3767;p28"/>
            <p:cNvSpPr/>
            <p:nvPr/>
          </p:nvSpPr>
          <p:spPr>
            <a:xfrm rot="5400000">
              <a:off x="6641126" y="23325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23" y="1"/>
                    <a:pt x="1" y="223"/>
                    <a:pt x="1" y="519"/>
                  </a:cubicBezTo>
                  <a:cubicBezTo>
                    <a:pt x="1" y="791"/>
                    <a:pt x="223" y="1038"/>
                    <a:pt x="519" y="1038"/>
                  </a:cubicBezTo>
                  <a:cubicBezTo>
                    <a:pt x="791" y="1038"/>
                    <a:pt x="1038" y="791"/>
                    <a:pt x="1038" y="519"/>
                  </a:cubicBezTo>
                  <a:cubicBezTo>
                    <a:pt x="1038" y="223"/>
                    <a:pt x="791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8" name="Google Shape;3768;p28"/>
            <p:cNvSpPr/>
            <p:nvPr/>
          </p:nvSpPr>
          <p:spPr>
            <a:xfrm rot="5400000">
              <a:off x="6490826" y="2332273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23" y="0"/>
                    <a:pt x="1" y="247"/>
                    <a:pt x="1" y="519"/>
                  </a:cubicBezTo>
                  <a:cubicBezTo>
                    <a:pt x="1" y="815"/>
                    <a:pt x="223" y="1062"/>
                    <a:pt x="519" y="1062"/>
                  </a:cubicBezTo>
                  <a:cubicBezTo>
                    <a:pt x="791" y="1062"/>
                    <a:pt x="1038" y="815"/>
                    <a:pt x="1038" y="519"/>
                  </a:cubicBezTo>
                  <a:cubicBezTo>
                    <a:pt x="1038" y="247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9" name="Google Shape;3769;p28"/>
            <p:cNvSpPr/>
            <p:nvPr/>
          </p:nvSpPr>
          <p:spPr>
            <a:xfrm rot="5400000">
              <a:off x="6340526" y="23325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815"/>
                    <a:pt x="223" y="1037"/>
                    <a:pt x="519" y="1037"/>
                  </a:cubicBezTo>
                  <a:cubicBezTo>
                    <a:pt x="791" y="1037"/>
                    <a:pt x="1038" y="815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0" name="Google Shape;3770;p28"/>
            <p:cNvSpPr/>
            <p:nvPr/>
          </p:nvSpPr>
          <p:spPr>
            <a:xfrm rot="5400000">
              <a:off x="6189926" y="23325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23" y="0"/>
                    <a:pt x="1" y="223"/>
                    <a:pt x="1" y="519"/>
                  </a:cubicBezTo>
                  <a:cubicBezTo>
                    <a:pt x="1" y="790"/>
                    <a:pt x="223" y="1037"/>
                    <a:pt x="519" y="1037"/>
                  </a:cubicBezTo>
                  <a:cubicBezTo>
                    <a:pt x="791" y="1037"/>
                    <a:pt x="1038" y="790"/>
                    <a:pt x="1038" y="519"/>
                  </a:cubicBezTo>
                  <a:cubicBezTo>
                    <a:pt x="1038" y="223"/>
                    <a:pt x="791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1" name="Google Shape;3771;p28"/>
            <p:cNvSpPr/>
            <p:nvPr/>
          </p:nvSpPr>
          <p:spPr>
            <a:xfrm rot="5400000">
              <a:off x="6791726" y="22066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815"/>
                    <a:pt x="247" y="1038"/>
                    <a:pt x="519" y="1038"/>
                  </a:cubicBezTo>
                  <a:cubicBezTo>
                    <a:pt x="815" y="1038"/>
                    <a:pt x="1037" y="815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2" name="Google Shape;3772;p28"/>
            <p:cNvSpPr/>
            <p:nvPr/>
          </p:nvSpPr>
          <p:spPr>
            <a:xfrm rot="5400000">
              <a:off x="6641126" y="22066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1"/>
                  </a:moveTo>
                  <a:cubicBezTo>
                    <a:pt x="247" y="1"/>
                    <a:pt x="0" y="223"/>
                    <a:pt x="0" y="519"/>
                  </a:cubicBezTo>
                  <a:cubicBezTo>
                    <a:pt x="0" y="791"/>
                    <a:pt x="247" y="1038"/>
                    <a:pt x="519" y="1038"/>
                  </a:cubicBezTo>
                  <a:cubicBezTo>
                    <a:pt x="815" y="1038"/>
                    <a:pt x="1037" y="791"/>
                    <a:pt x="1037" y="519"/>
                  </a:cubicBezTo>
                  <a:cubicBezTo>
                    <a:pt x="1037" y="223"/>
                    <a:pt x="815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3" name="Google Shape;3773;p28"/>
            <p:cNvSpPr/>
            <p:nvPr/>
          </p:nvSpPr>
          <p:spPr>
            <a:xfrm rot="5400000">
              <a:off x="6490826" y="2206373"/>
              <a:ext cx="25950" cy="26550"/>
            </a:xfrm>
            <a:custGeom>
              <a:avLst/>
              <a:gdLst/>
              <a:ahLst/>
              <a:cxnLst/>
              <a:rect l="l" t="t" r="r" b="b"/>
              <a:pathLst>
                <a:path w="1038" h="1062" extrusionOk="0">
                  <a:moveTo>
                    <a:pt x="519" y="0"/>
                  </a:moveTo>
                  <a:cubicBezTo>
                    <a:pt x="247" y="0"/>
                    <a:pt x="0" y="247"/>
                    <a:pt x="0" y="519"/>
                  </a:cubicBezTo>
                  <a:cubicBezTo>
                    <a:pt x="0" y="815"/>
                    <a:pt x="247" y="1062"/>
                    <a:pt x="519" y="1062"/>
                  </a:cubicBezTo>
                  <a:cubicBezTo>
                    <a:pt x="815" y="1062"/>
                    <a:pt x="1037" y="815"/>
                    <a:pt x="1037" y="519"/>
                  </a:cubicBezTo>
                  <a:cubicBezTo>
                    <a:pt x="1037" y="247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4" name="Google Shape;3774;p28"/>
            <p:cNvSpPr/>
            <p:nvPr/>
          </p:nvSpPr>
          <p:spPr>
            <a:xfrm rot="5400000">
              <a:off x="6340526" y="22066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815"/>
                    <a:pt x="247" y="1037"/>
                    <a:pt x="519" y="1037"/>
                  </a:cubicBezTo>
                  <a:cubicBezTo>
                    <a:pt x="815" y="1037"/>
                    <a:pt x="1037" y="815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5" name="Google Shape;3775;p28"/>
            <p:cNvSpPr/>
            <p:nvPr/>
          </p:nvSpPr>
          <p:spPr>
            <a:xfrm rot="5400000">
              <a:off x="6189926" y="2206673"/>
              <a:ext cx="25950" cy="25950"/>
            </a:xfrm>
            <a:custGeom>
              <a:avLst/>
              <a:gdLst/>
              <a:ahLst/>
              <a:cxnLst/>
              <a:rect l="l" t="t" r="r" b="b"/>
              <a:pathLst>
                <a:path w="1038" h="1038" extrusionOk="0">
                  <a:moveTo>
                    <a:pt x="519" y="0"/>
                  </a:moveTo>
                  <a:cubicBezTo>
                    <a:pt x="247" y="0"/>
                    <a:pt x="0" y="223"/>
                    <a:pt x="0" y="519"/>
                  </a:cubicBezTo>
                  <a:cubicBezTo>
                    <a:pt x="0" y="790"/>
                    <a:pt x="247" y="1037"/>
                    <a:pt x="519" y="1037"/>
                  </a:cubicBezTo>
                  <a:cubicBezTo>
                    <a:pt x="815" y="1037"/>
                    <a:pt x="1037" y="790"/>
                    <a:pt x="1037" y="519"/>
                  </a:cubicBezTo>
                  <a:cubicBezTo>
                    <a:pt x="1037" y="223"/>
                    <a:pt x="815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7" Type="http://schemas.openxmlformats.org/officeDocument/2006/relationships/theme" Target="../theme/theme1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 panose="02010303040201060303"/>
              <a:buNone/>
              <a:defRPr sz="3000" b="1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 panose="02010303040201060303"/>
              <a:buNone/>
              <a:defRPr sz="3000" b="1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 panose="02010303040201060303"/>
              <a:buNone/>
              <a:defRPr sz="3000" b="1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 panose="02010303040201060303"/>
              <a:buNone/>
              <a:defRPr sz="3000" b="1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 panose="02010303040201060303"/>
              <a:buNone/>
              <a:defRPr sz="3000" b="1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 panose="02010303040201060303"/>
              <a:buNone/>
              <a:defRPr sz="3000" b="1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 panose="02010303040201060303"/>
              <a:buNone/>
              <a:defRPr sz="3000" b="1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 panose="02010303040201060303"/>
              <a:buNone/>
              <a:defRPr sz="3000" b="1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 panose="02010303040201060303"/>
              <a:buNone/>
              <a:defRPr sz="3000" b="1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 panose="02010303040201060303"/>
              <a:buChar char="●"/>
              <a:defRPr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 panose="02010303040201060303"/>
              <a:buChar char="○"/>
              <a:defRPr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 panose="02010303040201060303"/>
              <a:buChar char="■"/>
              <a:defRPr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 panose="02010303040201060303"/>
              <a:buChar char="●"/>
              <a:defRPr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 panose="02010303040201060303"/>
              <a:buChar char="○"/>
              <a:defRPr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 panose="02010303040201060303"/>
              <a:buChar char="■"/>
              <a:defRPr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 panose="02010303040201060303"/>
              <a:buChar char="●"/>
              <a:defRPr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 panose="02010303040201060303"/>
              <a:buChar char="○"/>
              <a:defRPr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 panose="02010303040201060303"/>
              <a:buChar char="■"/>
              <a:defRPr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23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5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1" Type="http://schemas.openxmlformats.org/officeDocument/2006/relationships/notesSlide" Target="../notesSlides/notesSlide21.xml"/><Relationship Id="rId10" Type="http://schemas.openxmlformats.org/officeDocument/2006/relationships/slideLayout" Target="../slideLayouts/slideLayout23.xml"/><Relationship Id="rId1" Type="http://schemas.openxmlformats.org/officeDocument/2006/relationships/tags" Target="../tags/tag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3"/>
        </a:solidFill>
        <a:effectLst/>
      </p:bgPr>
    </p:bg>
    <p:spTree>
      <p:nvGrpSpPr>
        <p:cNvPr id="1" name="Shape 3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6" name="Google Shape;3796;p32"/>
          <p:cNvGrpSpPr/>
          <p:nvPr/>
        </p:nvGrpSpPr>
        <p:grpSpPr>
          <a:xfrm>
            <a:off x="8190054" y="-160936"/>
            <a:ext cx="1635445" cy="1623515"/>
            <a:chOff x="8190054" y="234034"/>
            <a:chExt cx="1635445" cy="1623515"/>
          </a:xfrm>
        </p:grpSpPr>
        <p:sp>
          <p:nvSpPr>
            <p:cNvPr id="3797" name="Google Shape;3797;p32"/>
            <p:cNvSpPr/>
            <p:nvPr/>
          </p:nvSpPr>
          <p:spPr>
            <a:xfrm>
              <a:off x="8446999" y="479048"/>
              <a:ext cx="1378500" cy="1378500"/>
            </a:xfrm>
            <a:prstGeom prst="donut">
              <a:avLst>
                <a:gd name="adj" fmla="val 29191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98" name="Google Shape;3798;p32"/>
            <p:cNvSpPr/>
            <p:nvPr/>
          </p:nvSpPr>
          <p:spPr>
            <a:xfrm>
              <a:off x="8190054" y="234034"/>
              <a:ext cx="691200" cy="6912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" name="Picture 1" descr="WhatsApp Image 2026-01-07 at 6.19.46 PM"/>
          <p:cNvPicPr>
            <a:picLocks noChangeAspect="1"/>
          </p:cNvPicPr>
          <p:nvPr/>
        </p:nvPicPr>
        <p:blipFill>
          <a:blip r:embed="rId1"/>
          <a:srcRect b="9963"/>
          <a:stretch>
            <a:fillRect/>
          </a:stretch>
        </p:blipFill>
        <p:spPr>
          <a:xfrm>
            <a:off x="5214620" y="299720"/>
            <a:ext cx="3553460" cy="4631055"/>
          </a:xfrm>
          <a:prstGeom prst="rect">
            <a:avLst/>
          </a:prstGeom>
        </p:spPr>
      </p:pic>
      <p:sp>
        <p:nvSpPr>
          <p:cNvPr id="3787" name="Google Shape;3787;p32"/>
          <p:cNvSpPr/>
          <p:nvPr/>
        </p:nvSpPr>
        <p:spPr>
          <a:xfrm>
            <a:off x="796805" y="3168118"/>
            <a:ext cx="3972600" cy="404100"/>
          </a:xfrm>
          <a:prstGeom prst="roundRect">
            <a:avLst>
              <a:gd name="adj" fmla="val 50000"/>
            </a:avLst>
          </a:prstGeom>
          <a:solidFill>
            <a:srgbClr val="1880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88" name="Google Shape;3788;p32"/>
          <p:cNvSpPr txBox="1">
            <a:spLocks noGrp="1"/>
          </p:cNvSpPr>
          <p:nvPr>
            <p:ph type="ctrTitle"/>
          </p:nvPr>
        </p:nvSpPr>
        <p:spPr>
          <a:xfrm>
            <a:off x="789300" y="922313"/>
            <a:ext cx="4297800" cy="210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800">
                <a:solidFill>
                  <a:srgbClr val="188077"/>
                </a:solidFill>
                <a:latin typeface="Times New Roman" panose="02020603050405020304" charset="0"/>
                <a:cs typeface="Times New Roman" panose="02020603050405020304" charset="0"/>
              </a:rPr>
              <a:t>BRIDGING HEALTHCARE GAPS</a:t>
            </a:r>
            <a:br>
              <a:rPr lang="en-US" altLang="en-GB" sz="2800">
                <a:solidFill>
                  <a:srgbClr val="188077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GB" sz="2800">
                <a:solidFill>
                  <a:srgbClr val="188077"/>
                </a:solidFill>
                <a:latin typeface="Times New Roman" panose="02020603050405020304" charset="0"/>
                <a:cs typeface="Times New Roman" panose="02020603050405020304" charset="0"/>
              </a:rPr>
              <a:t>WITH AI</a:t>
            </a:r>
            <a:endParaRPr lang="en-US" altLang="en-GB" sz="2800" b="0">
              <a:solidFill>
                <a:srgbClr val="188077"/>
              </a:solidFill>
              <a:latin typeface="Times New Roman" panose="02020603050405020304" charset="0"/>
              <a:ea typeface="Red Hat Display Medium" panose="02010303040201060303"/>
              <a:cs typeface="Times New Roman" panose="02020603050405020304" charset="0"/>
              <a:sym typeface="Red Hat Display Medium" panose="02010303040201060303"/>
            </a:endParaRPr>
          </a:p>
        </p:txBody>
      </p:sp>
      <p:sp>
        <p:nvSpPr>
          <p:cNvPr id="3790" name="Google Shape;3790;p32"/>
          <p:cNvSpPr txBox="1">
            <a:spLocks noGrp="1"/>
          </p:cNvSpPr>
          <p:nvPr>
            <p:ph type="ctrTitle" idx="2"/>
          </p:nvPr>
        </p:nvSpPr>
        <p:spPr>
          <a:xfrm>
            <a:off x="1233170" y="3168650"/>
            <a:ext cx="2987040" cy="4038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>
                <a:solidFill>
                  <a:srgbClr val="F9FBEE"/>
                </a:solidFill>
                <a:latin typeface="Times New Roman" panose="02020603050405020304" charset="0"/>
                <a:cs typeface="Times New Roman" panose="02020603050405020304" charset="0"/>
              </a:rPr>
              <a:t>FINAL YEAR PROJECT</a:t>
            </a:r>
            <a:endParaRPr lang="en-US" altLang="en-GB" sz="1800">
              <a:solidFill>
                <a:srgbClr val="F9FBE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3791" name="Google Shape;3791;p32"/>
          <p:cNvGrpSpPr/>
          <p:nvPr/>
        </p:nvGrpSpPr>
        <p:grpSpPr>
          <a:xfrm>
            <a:off x="218750" y="922313"/>
            <a:ext cx="4588500" cy="2649600"/>
            <a:chOff x="218750" y="929725"/>
            <a:chExt cx="4588500" cy="2649600"/>
          </a:xfrm>
        </p:grpSpPr>
        <p:cxnSp>
          <p:nvCxnSpPr>
            <p:cNvPr id="3792" name="Google Shape;3792;p32"/>
            <p:cNvCxnSpPr/>
            <p:nvPr/>
          </p:nvCxnSpPr>
          <p:spPr>
            <a:xfrm>
              <a:off x="637265" y="929725"/>
              <a:ext cx="0" cy="2649600"/>
            </a:xfrm>
            <a:prstGeom prst="straightConnector1">
              <a:avLst/>
            </a:prstGeom>
            <a:noFill/>
            <a:ln w="19050" cap="flat" cmpd="sng">
              <a:solidFill>
                <a:schemeClr val="accent3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93" name="Google Shape;3793;p32"/>
            <p:cNvCxnSpPr/>
            <p:nvPr/>
          </p:nvCxnSpPr>
          <p:spPr>
            <a:xfrm>
              <a:off x="218750" y="3051225"/>
              <a:ext cx="45885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794" name="Google Shape;3794;p32"/>
          <p:cNvSpPr txBox="1">
            <a:spLocks noGrp="1"/>
          </p:cNvSpPr>
          <p:nvPr>
            <p:ph type="subTitle" idx="3"/>
          </p:nvPr>
        </p:nvSpPr>
        <p:spPr>
          <a:xfrm>
            <a:off x="1176704" y="243350"/>
            <a:ext cx="2340300" cy="2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BHG-AI-(25-26)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95" name="Google Shape;3795;p32"/>
          <p:cNvSpPr/>
          <p:nvPr/>
        </p:nvSpPr>
        <p:spPr>
          <a:xfrm>
            <a:off x="862766" y="231342"/>
            <a:ext cx="280500" cy="280500"/>
          </a:xfrm>
          <a:prstGeom prst="mathPlus">
            <a:avLst>
              <a:gd name="adj1" fmla="val 17232"/>
            </a:avLst>
          </a:prstGeom>
          <a:solidFill>
            <a:srgbClr val="1880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799" name="Google Shape;3799;p32"/>
          <p:cNvGrpSpPr/>
          <p:nvPr/>
        </p:nvGrpSpPr>
        <p:grpSpPr>
          <a:xfrm>
            <a:off x="4396105" y="4365625"/>
            <a:ext cx="1663065" cy="755015"/>
            <a:chOff x="5071203" y="4398918"/>
            <a:chExt cx="1646456" cy="754740"/>
          </a:xfrm>
          <a:solidFill>
            <a:srgbClr val="188077"/>
          </a:solidFill>
        </p:grpSpPr>
        <p:sp>
          <p:nvSpPr>
            <p:cNvPr id="3800" name="Google Shape;3800;p32"/>
            <p:cNvSpPr/>
            <p:nvPr/>
          </p:nvSpPr>
          <p:spPr>
            <a:xfrm>
              <a:off x="5071203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1" name="Google Shape;3801;p32"/>
            <p:cNvSpPr/>
            <p:nvPr/>
          </p:nvSpPr>
          <p:spPr>
            <a:xfrm>
              <a:off x="518670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2" name="Google Shape;3802;p32"/>
            <p:cNvSpPr/>
            <p:nvPr/>
          </p:nvSpPr>
          <p:spPr>
            <a:xfrm>
              <a:off x="5302521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3" name="Google Shape;3803;p32"/>
            <p:cNvSpPr/>
            <p:nvPr/>
          </p:nvSpPr>
          <p:spPr>
            <a:xfrm>
              <a:off x="5418334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4" name="Google Shape;3804;p32"/>
            <p:cNvSpPr/>
            <p:nvPr/>
          </p:nvSpPr>
          <p:spPr>
            <a:xfrm>
              <a:off x="5534146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5" name="Google Shape;3805;p32"/>
            <p:cNvSpPr/>
            <p:nvPr/>
          </p:nvSpPr>
          <p:spPr>
            <a:xfrm>
              <a:off x="5649652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6" name="Google Shape;3806;p32"/>
            <p:cNvSpPr/>
            <p:nvPr/>
          </p:nvSpPr>
          <p:spPr>
            <a:xfrm>
              <a:off x="5765465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7" name="Google Shape;3807;p32"/>
            <p:cNvSpPr/>
            <p:nvPr/>
          </p:nvSpPr>
          <p:spPr>
            <a:xfrm>
              <a:off x="5071203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8"/>
                    <a:pt x="1062" y="2148"/>
                  </a:cubicBezTo>
                  <a:cubicBezTo>
                    <a:pt x="1655" y="2148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8" name="Google Shape;3808;p32"/>
            <p:cNvSpPr/>
            <p:nvPr/>
          </p:nvSpPr>
          <p:spPr>
            <a:xfrm>
              <a:off x="5302521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94" y="2148"/>
                    <a:pt x="1087" y="2148"/>
                  </a:cubicBezTo>
                  <a:cubicBezTo>
                    <a:pt x="1679" y="2148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9" name="Google Shape;3809;p32"/>
            <p:cNvSpPr/>
            <p:nvPr/>
          </p:nvSpPr>
          <p:spPr>
            <a:xfrm>
              <a:off x="5534146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55" y="2148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0" name="Google Shape;3810;p32"/>
            <p:cNvSpPr/>
            <p:nvPr/>
          </p:nvSpPr>
          <p:spPr>
            <a:xfrm>
              <a:off x="5765465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8"/>
                    <a:pt x="1087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1" name="Google Shape;3811;p32"/>
            <p:cNvSpPr/>
            <p:nvPr/>
          </p:nvSpPr>
          <p:spPr>
            <a:xfrm>
              <a:off x="5071203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2" y="2148"/>
                  </a:cubicBezTo>
                  <a:cubicBezTo>
                    <a:pt x="1655" y="2148"/>
                    <a:pt x="2149" y="1654"/>
                    <a:pt x="2149" y="1062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2" name="Google Shape;3812;p32"/>
            <p:cNvSpPr/>
            <p:nvPr/>
          </p:nvSpPr>
          <p:spPr>
            <a:xfrm>
              <a:off x="518670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62"/>
                  </a:cubicBezTo>
                  <a:cubicBezTo>
                    <a:pt x="1" y="1654"/>
                    <a:pt x="495" y="2148"/>
                    <a:pt x="1087" y="2148"/>
                  </a:cubicBezTo>
                  <a:cubicBezTo>
                    <a:pt x="1680" y="2148"/>
                    <a:pt x="2149" y="1654"/>
                    <a:pt x="2149" y="1062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3" name="Google Shape;3813;p32"/>
            <p:cNvSpPr/>
            <p:nvPr/>
          </p:nvSpPr>
          <p:spPr>
            <a:xfrm>
              <a:off x="5302521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9" y="1654"/>
                    <a:pt x="2149" y="1062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4" name="Google Shape;3814;p32"/>
            <p:cNvSpPr/>
            <p:nvPr/>
          </p:nvSpPr>
          <p:spPr>
            <a:xfrm>
              <a:off x="5418334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5" name="Google Shape;3815;p32"/>
            <p:cNvSpPr/>
            <p:nvPr/>
          </p:nvSpPr>
          <p:spPr>
            <a:xfrm>
              <a:off x="5534146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6" name="Google Shape;3816;p32"/>
            <p:cNvSpPr/>
            <p:nvPr/>
          </p:nvSpPr>
          <p:spPr>
            <a:xfrm>
              <a:off x="5649652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7" name="Google Shape;3817;p32"/>
            <p:cNvSpPr/>
            <p:nvPr/>
          </p:nvSpPr>
          <p:spPr>
            <a:xfrm>
              <a:off x="5765465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8" name="Google Shape;3818;p32"/>
            <p:cNvSpPr/>
            <p:nvPr/>
          </p:nvSpPr>
          <p:spPr>
            <a:xfrm>
              <a:off x="5071203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2" y="2149"/>
                  </a:cubicBezTo>
                  <a:cubicBezTo>
                    <a:pt x="1655" y="2149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9" name="Google Shape;3819;p32"/>
            <p:cNvSpPr/>
            <p:nvPr/>
          </p:nvSpPr>
          <p:spPr>
            <a:xfrm>
              <a:off x="5302521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87" y="2149"/>
                  </a:cubicBezTo>
                  <a:cubicBezTo>
                    <a:pt x="1679" y="2149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0" name="Google Shape;3820;p32"/>
            <p:cNvSpPr/>
            <p:nvPr/>
          </p:nvSpPr>
          <p:spPr>
            <a:xfrm>
              <a:off x="5534146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5" y="2149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1" name="Google Shape;3821;p32"/>
            <p:cNvSpPr/>
            <p:nvPr/>
          </p:nvSpPr>
          <p:spPr>
            <a:xfrm>
              <a:off x="5765465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9"/>
                    <a:pt x="1087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2" name="Google Shape;3822;p32"/>
            <p:cNvSpPr/>
            <p:nvPr/>
          </p:nvSpPr>
          <p:spPr>
            <a:xfrm>
              <a:off x="5071203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3" name="Google Shape;3823;p32"/>
            <p:cNvSpPr/>
            <p:nvPr/>
          </p:nvSpPr>
          <p:spPr>
            <a:xfrm>
              <a:off x="518670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4" name="Google Shape;3824;p32"/>
            <p:cNvSpPr/>
            <p:nvPr/>
          </p:nvSpPr>
          <p:spPr>
            <a:xfrm>
              <a:off x="5302521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5" name="Google Shape;3825;p32"/>
            <p:cNvSpPr/>
            <p:nvPr/>
          </p:nvSpPr>
          <p:spPr>
            <a:xfrm>
              <a:off x="5418334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6" name="Google Shape;3826;p32"/>
            <p:cNvSpPr/>
            <p:nvPr/>
          </p:nvSpPr>
          <p:spPr>
            <a:xfrm>
              <a:off x="5534146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7" name="Google Shape;3827;p32"/>
            <p:cNvSpPr/>
            <p:nvPr/>
          </p:nvSpPr>
          <p:spPr>
            <a:xfrm>
              <a:off x="5649652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8" name="Google Shape;3828;p32"/>
            <p:cNvSpPr/>
            <p:nvPr/>
          </p:nvSpPr>
          <p:spPr>
            <a:xfrm>
              <a:off x="5765465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9" name="Google Shape;3829;p32"/>
            <p:cNvSpPr/>
            <p:nvPr/>
          </p:nvSpPr>
          <p:spPr>
            <a:xfrm>
              <a:off x="5071203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2" y="2149"/>
                  </a:cubicBezTo>
                  <a:cubicBezTo>
                    <a:pt x="1655" y="2149"/>
                    <a:pt x="2149" y="1680"/>
                    <a:pt x="2149" y="1087"/>
                  </a:cubicBezTo>
                  <a:cubicBezTo>
                    <a:pt x="2149" y="495"/>
                    <a:pt x="1655" y="1"/>
                    <a:pt x="10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0" name="Google Shape;3830;p32"/>
            <p:cNvSpPr/>
            <p:nvPr/>
          </p:nvSpPr>
          <p:spPr>
            <a:xfrm>
              <a:off x="5302521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94" y="2149"/>
                    <a:pt x="1087" y="2149"/>
                  </a:cubicBezTo>
                  <a:cubicBezTo>
                    <a:pt x="1679" y="2149"/>
                    <a:pt x="2149" y="1680"/>
                    <a:pt x="2149" y="1087"/>
                  </a:cubicBezTo>
                  <a:cubicBezTo>
                    <a:pt x="2149" y="495"/>
                    <a:pt x="1679" y="1"/>
                    <a:pt x="10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1" name="Google Shape;3831;p32"/>
            <p:cNvSpPr/>
            <p:nvPr/>
          </p:nvSpPr>
          <p:spPr>
            <a:xfrm>
              <a:off x="5534146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5" y="2149"/>
                    <a:pt x="2148" y="1680"/>
                    <a:pt x="2148" y="1087"/>
                  </a:cubicBezTo>
                  <a:cubicBezTo>
                    <a:pt x="2148" y="495"/>
                    <a:pt x="1655" y="1"/>
                    <a:pt x="10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2" name="Google Shape;3832;p32"/>
            <p:cNvSpPr/>
            <p:nvPr/>
          </p:nvSpPr>
          <p:spPr>
            <a:xfrm>
              <a:off x="5765465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95"/>
                    <a:pt x="0" y="1087"/>
                  </a:cubicBezTo>
                  <a:cubicBezTo>
                    <a:pt x="0" y="1680"/>
                    <a:pt x="470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3" name="Google Shape;3833;p32"/>
            <p:cNvSpPr/>
            <p:nvPr/>
          </p:nvSpPr>
          <p:spPr>
            <a:xfrm>
              <a:off x="5071203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2" y="2346"/>
                  </a:cubicBezTo>
                  <a:cubicBezTo>
                    <a:pt x="1655" y="2346"/>
                    <a:pt x="2149" y="1852"/>
                    <a:pt x="2149" y="1259"/>
                  </a:cubicBezTo>
                  <a:cubicBezTo>
                    <a:pt x="2149" y="1235"/>
                    <a:pt x="2124" y="1210"/>
                    <a:pt x="2124" y="1161"/>
                  </a:cubicBezTo>
                  <a:cubicBezTo>
                    <a:pt x="2124" y="1136"/>
                    <a:pt x="2149" y="1111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4" name="Google Shape;3834;p32"/>
            <p:cNvSpPr/>
            <p:nvPr/>
          </p:nvSpPr>
          <p:spPr>
            <a:xfrm>
              <a:off x="518670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5" y="2346"/>
                    <a:pt x="1087" y="2346"/>
                  </a:cubicBezTo>
                  <a:cubicBezTo>
                    <a:pt x="1680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5" name="Google Shape;3835;p32"/>
            <p:cNvSpPr/>
            <p:nvPr/>
          </p:nvSpPr>
          <p:spPr>
            <a:xfrm>
              <a:off x="5302521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87" y="2346"/>
                  </a:cubicBezTo>
                  <a:cubicBezTo>
                    <a:pt x="1679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6" name="Google Shape;3836;p32"/>
            <p:cNvSpPr/>
            <p:nvPr/>
          </p:nvSpPr>
          <p:spPr>
            <a:xfrm>
              <a:off x="5418334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7" name="Google Shape;3837;p32"/>
            <p:cNvSpPr/>
            <p:nvPr/>
          </p:nvSpPr>
          <p:spPr>
            <a:xfrm>
              <a:off x="5534146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8" name="Google Shape;3838;p32"/>
            <p:cNvSpPr/>
            <p:nvPr/>
          </p:nvSpPr>
          <p:spPr>
            <a:xfrm>
              <a:off x="5649652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9" name="Google Shape;3839;p32"/>
            <p:cNvSpPr/>
            <p:nvPr/>
          </p:nvSpPr>
          <p:spPr>
            <a:xfrm>
              <a:off x="5765465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0" name="Google Shape;3840;p32"/>
            <p:cNvSpPr/>
            <p:nvPr/>
          </p:nvSpPr>
          <p:spPr>
            <a:xfrm>
              <a:off x="6691351" y="5124926"/>
              <a:ext cx="26308" cy="28733"/>
            </a:xfrm>
            <a:custGeom>
              <a:avLst/>
              <a:gdLst/>
              <a:ahLst/>
              <a:cxnLst/>
              <a:rect l="l" t="t" r="r" b="b"/>
              <a:pathLst>
                <a:path w="2148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1" name="Google Shape;3841;p32"/>
            <p:cNvSpPr/>
            <p:nvPr/>
          </p:nvSpPr>
          <p:spPr>
            <a:xfrm>
              <a:off x="657553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6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2" name="Google Shape;3842;p32"/>
            <p:cNvSpPr/>
            <p:nvPr/>
          </p:nvSpPr>
          <p:spPr>
            <a:xfrm>
              <a:off x="6460020" y="5124926"/>
              <a:ext cx="26026" cy="28733"/>
            </a:xfrm>
            <a:custGeom>
              <a:avLst/>
              <a:gdLst/>
              <a:ahLst/>
              <a:cxnLst/>
              <a:rect l="l" t="t" r="r" b="b"/>
              <a:pathLst>
                <a:path w="2125" h="2346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3" y="2346"/>
                  </a:cubicBezTo>
                  <a:cubicBezTo>
                    <a:pt x="1655" y="2346"/>
                    <a:pt x="2124" y="1852"/>
                    <a:pt x="2124" y="1259"/>
                  </a:cubicBezTo>
                  <a:cubicBezTo>
                    <a:pt x="2124" y="1235"/>
                    <a:pt x="2124" y="1210"/>
                    <a:pt x="2124" y="1161"/>
                  </a:cubicBezTo>
                  <a:cubicBezTo>
                    <a:pt x="2124" y="1136"/>
                    <a:pt x="2124" y="1111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3" name="Google Shape;3843;p32"/>
            <p:cNvSpPr/>
            <p:nvPr/>
          </p:nvSpPr>
          <p:spPr>
            <a:xfrm>
              <a:off x="6344220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3" y="1210"/>
                    <a:pt x="2123" y="1161"/>
                  </a:cubicBezTo>
                  <a:cubicBezTo>
                    <a:pt x="2123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4" name="Google Shape;3844;p32"/>
            <p:cNvSpPr/>
            <p:nvPr/>
          </p:nvSpPr>
          <p:spPr>
            <a:xfrm>
              <a:off x="6228408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5" name="Google Shape;3845;p32"/>
            <p:cNvSpPr/>
            <p:nvPr/>
          </p:nvSpPr>
          <p:spPr>
            <a:xfrm>
              <a:off x="6112595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6" name="Google Shape;3846;p32"/>
            <p:cNvSpPr/>
            <p:nvPr/>
          </p:nvSpPr>
          <p:spPr>
            <a:xfrm>
              <a:off x="599708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23" y="1852"/>
                    <a:pt x="2123" y="1259"/>
                  </a:cubicBezTo>
                  <a:cubicBezTo>
                    <a:pt x="2123" y="1235"/>
                    <a:pt x="2123" y="1210"/>
                    <a:pt x="2123" y="1161"/>
                  </a:cubicBezTo>
                  <a:cubicBezTo>
                    <a:pt x="2123" y="1136"/>
                    <a:pt x="2123" y="1111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7" name="Google Shape;3847;p32"/>
            <p:cNvSpPr/>
            <p:nvPr/>
          </p:nvSpPr>
          <p:spPr>
            <a:xfrm>
              <a:off x="5881277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8" name="Google Shape;3848;p32"/>
            <p:cNvSpPr/>
            <p:nvPr/>
          </p:nvSpPr>
          <p:spPr>
            <a:xfrm>
              <a:off x="6691351" y="50039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9" name="Google Shape;3849;p32"/>
            <p:cNvSpPr/>
            <p:nvPr/>
          </p:nvSpPr>
          <p:spPr>
            <a:xfrm>
              <a:off x="6460020" y="50039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3" y="2149"/>
                  </a:cubicBezTo>
                  <a:cubicBezTo>
                    <a:pt x="1655" y="2149"/>
                    <a:pt x="2124" y="1680"/>
                    <a:pt x="2124" y="1087"/>
                  </a:cubicBezTo>
                  <a:cubicBezTo>
                    <a:pt x="2124" y="495"/>
                    <a:pt x="1655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0" name="Google Shape;3850;p32"/>
            <p:cNvSpPr/>
            <p:nvPr/>
          </p:nvSpPr>
          <p:spPr>
            <a:xfrm>
              <a:off x="6228408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1" name="Google Shape;3851;p32"/>
            <p:cNvSpPr/>
            <p:nvPr/>
          </p:nvSpPr>
          <p:spPr>
            <a:xfrm>
              <a:off x="5997089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4" y="2149"/>
                    <a:pt x="2148" y="1680"/>
                    <a:pt x="2148" y="1087"/>
                  </a:cubicBezTo>
                  <a:cubicBezTo>
                    <a:pt x="2148" y="495"/>
                    <a:pt x="1654" y="1"/>
                    <a:pt x="10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2" name="Google Shape;3852;p32"/>
            <p:cNvSpPr/>
            <p:nvPr/>
          </p:nvSpPr>
          <p:spPr>
            <a:xfrm>
              <a:off x="6691351" y="4883025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3" name="Google Shape;3853;p32"/>
            <p:cNvSpPr/>
            <p:nvPr/>
          </p:nvSpPr>
          <p:spPr>
            <a:xfrm>
              <a:off x="657553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4" name="Google Shape;3854;p32"/>
            <p:cNvSpPr/>
            <p:nvPr/>
          </p:nvSpPr>
          <p:spPr>
            <a:xfrm>
              <a:off x="6460020" y="488302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5" name="Google Shape;3855;p32"/>
            <p:cNvSpPr/>
            <p:nvPr/>
          </p:nvSpPr>
          <p:spPr>
            <a:xfrm>
              <a:off x="6344220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6" name="Google Shape;3856;p32"/>
            <p:cNvSpPr/>
            <p:nvPr/>
          </p:nvSpPr>
          <p:spPr>
            <a:xfrm>
              <a:off x="6228408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7" name="Google Shape;3857;p32"/>
            <p:cNvSpPr/>
            <p:nvPr/>
          </p:nvSpPr>
          <p:spPr>
            <a:xfrm>
              <a:off x="6112595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8" name="Google Shape;3858;p32"/>
            <p:cNvSpPr/>
            <p:nvPr/>
          </p:nvSpPr>
          <p:spPr>
            <a:xfrm>
              <a:off x="599708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9" name="Google Shape;3859;p32"/>
            <p:cNvSpPr/>
            <p:nvPr/>
          </p:nvSpPr>
          <p:spPr>
            <a:xfrm>
              <a:off x="5881277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0" name="Google Shape;3860;p32"/>
            <p:cNvSpPr/>
            <p:nvPr/>
          </p:nvSpPr>
          <p:spPr>
            <a:xfrm>
              <a:off x="6691351" y="47620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1" name="Google Shape;3861;p32"/>
            <p:cNvSpPr/>
            <p:nvPr/>
          </p:nvSpPr>
          <p:spPr>
            <a:xfrm>
              <a:off x="6460020" y="47620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3" y="2149"/>
                  </a:cubicBezTo>
                  <a:cubicBezTo>
                    <a:pt x="1655" y="2149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2" name="Google Shape;3862;p32"/>
            <p:cNvSpPr/>
            <p:nvPr/>
          </p:nvSpPr>
          <p:spPr>
            <a:xfrm>
              <a:off x="6227195" y="4762143"/>
              <a:ext cx="28733" cy="26173"/>
            </a:xfrm>
            <a:custGeom>
              <a:avLst/>
              <a:gdLst/>
              <a:ahLst/>
              <a:cxnLst/>
              <a:rect l="l" t="t" r="r" b="b"/>
              <a:pathLst>
                <a:path w="2346" h="2137" extrusionOk="0">
                  <a:moveTo>
                    <a:pt x="1173" y="1"/>
                  </a:moveTo>
                  <a:cubicBezTo>
                    <a:pt x="902" y="1"/>
                    <a:pt x="630" y="106"/>
                    <a:pt x="420" y="316"/>
                  </a:cubicBezTo>
                  <a:cubicBezTo>
                    <a:pt x="0" y="735"/>
                    <a:pt x="0" y="1402"/>
                    <a:pt x="420" y="1822"/>
                  </a:cubicBezTo>
                  <a:cubicBezTo>
                    <a:pt x="630" y="2031"/>
                    <a:pt x="902" y="2136"/>
                    <a:pt x="1173" y="2136"/>
                  </a:cubicBezTo>
                  <a:cubicBezTo>
                    <a:pt x="1445" y="2136"/>
                    <a:pt x="1716" y="2031"/>
                    <a:pt x="1926" y="1822"/>
                  </a:cubicBezTo>
                  <a:cubicBezTo>
                    <a:pt x="2346" y="1402"/>
                    <a:pt x="2346" y="735"/>
                    <a:pt x="1926" y="316"/>
                  </a:cubicBezTo>
                  <a:cubicBezTo>
                    <a:pt x="1716" y="106"/>
                    <a:pt x="1445" y="1"/>
                    <a:pt x="1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3" name="Google Shape;3863;p32"/>
            <p:cNvSpPr/>
            <p:nvPr/>
          </p:nvSpPr>
          <p:spPr>
            <a:xfrm>
              <a:off x="5997089" y="4762069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4" y="2149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4" name="Google Shape;3864;p32"/>
            <p:cNvSpPr/>
            <p:nvPr/>
          </p:nvSpPr>
          <p:spPr>
            <a:xfrm>
              <a:off x="6691351" y="4641125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5" name="Google Shape;3865;p32"/>
            <p:cNvSpPr/>
            <p:nvPr/>
          </p:nvSpPr>
          <p:spPr>
            <a:xfrm>
              <a:off x="657553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6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6" name="Google Shape;3866;p32"/>
            <p:cNvSpPr/>
            <p:nvPr/>
          </p:nvSpPr>
          <p:spPr>
            <a:xfrm>
              <a:off x="6460020" y="464112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3" y="2148"/>
                  </a:cubicBezTo>
                  <a:cubicBezTo>
                    <a:pt x="1655" y="2148"/>
                    <a:pt x="2124" y="1654"/>
                    <a:pt x="2124" y="1062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7" name="Google Shape;3867;p32"/>
            <p:cNvSpPr/>
            <p:nvPr/>
          </p:nvSpPr>
          <p:spPr>
            <a:xfrm>
              <a:off x="6344220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8" name="Google Shape;3868;p32"/>
            <p:cNvSpPr/>
            <p:nvPr/>
          </p:nvSpPr>
          <p:spPr>
            <a:xfrm>
              <a:off x="6228408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9" name="Google Shape;3869;p32"/>
            <p:cNvSpPr/>
            <p:nvPr/>
          </p:nvSpPr>
          <p:spPr>
            <a:xfrm>
              <a:off x="6112595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0" name="Google Shape;3870;p32"/>
            <p:cNvSpPr/>
            <p:nvPr/>
          </p:nvSpPr>
          <p:spPr>
            <a:xfrm>
              <a:off x="599708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1" name="Google Shape;3871;p32"/>
            <p:cNvSpPr/>
            <p:nvPr/>
          </p:nvSpPr>
          <p:spPr>
            <a:xfrm>
              <a:off x="5881277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2" name="Google Shape;3872;p32"/>
            <p:cNvSpPr/>
            <p:nvPr/>
          </p:nvSpPr>
          <p:spPr>
            <a:xfrm>
              <a:off x="6691351" y="45201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3" name="Google Shape;3873;p32"/>
            <p:cNvSpPr/>
            <p:nvPr/>
          </p:nvSpPr>
          <p:spPr>
            <a:xfrm>
              <a:off x="6460020" y="45201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8"/>
                    <a:pt x="1063" y="2148"/>
                  </a:cubicBezTo>
                  <a:cubicBezTo>
                    <a:pt x="1655" y="2148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4" name="Google Shape;3874;p32"/>
            <p:cNvSpPr/>
            <p:nvPr/>
          </p:nvSpPr>
          <p:spPr>
            <a:xfrm>
              <a:off x="6228408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87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5" name="Google Shape;3875;p32"/>
            <p:cNvSpPr/>
            <p:nvPr/>
          </p:nvSpPr>
          <p:spPr>
            <a:xfrm>
              <a:off x="5997089" y="4520169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54" y="2148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6" name="Google Shape;3876;p32"/>
            <p:cNvSpPr/>
            <p:nvPr/>
          </p:nvSpPr>
          <p:spPr>
            <a:xfrm>
              <a:off x="6691351" y="4398918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7" name="Google Shape;3877;p32"/>
            <p:cNvSpPr/>
            <p:nvPr/>
          </p:nvSpPr>
          <p:spPr>
            <a:xfrm>
              <a:off x="657553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8" name="Google Shape;3878;p32"/>
            <p:cNvSpPr/>
            <p:nvPr/>
          </p:nvSpPr>
          <p:spPr>
            <a:xfrm>
              <a:off x="6460020" y="4398918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9" name="Google Shape;3879;p32"/>
            <p:cNvSpPr/>
            <p:nvPr/>
          </p:nvSpPr>
          <p:spPr>
            <a:xfrm>
              <a:off x="6344220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0" name="Google Shape;3880;p32"/>
            <p:cNvSpPr/>
            <p:nvPr/>
          </p:nvSpPr>
          <p:spPr>
            <a:xfrm>
              <a:off x="6228408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1" name="Google Shape;3881;p32"/>
            <p:cNvSpPr/>
            <p:nvPr/>
          </p:nvSpPr>
          <p:spPr>
            <a:xfrm>
              <a:off x="6112595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2" name="Google Shape;3882;p32"/>
            <p:cNvSpPr/>
            <p:nvPr/>
          </p:nvSpPr>
          <p:spPr>
            <a:xfrm>
              <a:off x="599708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3" name="Google Shape;3883;p32"/>
            <p:cNvSpPr/>
            <p:nvPr/>
          </p:nvSpPr>
          <p:spPr>
            <a:xfrm>
              <a:off x="5881277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884" name="Google Shape;3884;p32"/>
          <p:cNvGrpSpPr/>
          <p:nvPr/>
        </p:nvGrpSpPr>
        <p:grpSpPr>
          <a:xfrm>
            <a:off x="3029273" y="470645"/>
            <a:ext cx="853696" cy="754670"/>
            <a:chOff x="3473975" y="801475"/>
            <a:chExt cx="2441225" cy="2158050"/>
          </a:xfrm>
          <a:solidFill>
            <a:srgbClr val="188077"/>
          </a:solidFill>
        </p:grpSpPr>
        <p:sp>
          <p:nvSpPr>
            <p:cNvPr id="3885" name="Google Shape;3885;p32"/>
            <p:cNvSpPr/>
            <p:nvPr/>
          </p:nvSpPr>
          <p:spPr>
            <a:xfrm>
              <a:off x="3473975" y="801475"/>
              <a:ext cx="2441225" cy="2158050"/>
            </a:xfrm>
            <a:custGeom>
              <a:avLst/>
              <a:gdLst/>
              <a:ahLst/>
              <a:cxnLst/>
              <a:rect l="l" t="t" r="r" b="b"/>
              <a:pathLst>
                <a:path w="97649" h="86322" extrusionOk="0">
                  <a:moveTo>
                    <a:pt x="71920" y="1686"/>
                  </a:moveTo>
                  <a:cubicBezTo>
                    <a:pt x="88333" y="1686"/>
                    <a:pt x="95962" y="18187"/>
                    <a:pt x="95962" y="29366"/>
                  </a:cubicBezTo>
                  <a:cubicBezTo>
                    <a:pt x="95962" y="48321"/>
                    <a:pt x="76445" y="64172"/>
                    <a:pt x="48824" y="84459"/>
                  </a:cubicBezTo>
                  <a:cubicBezTo>
                    <a:pt x="21174" y="64172"/>
                    <a:pt x="1656" y="48321"/>
                    <a:pt x="1656" y="29366"/>
                  </a:cubicBezTo>
                  <a:cubicBezTo>
                    <a:pt x="1656" y="18187"/>
                    <a:pt x="9316" y="1686"/>
                    <a:pt x="25699" y="1686"/>
                  </a:cubicBezTo>
                  <a:cubicBezTo>
                    <a:pt x="41372" y="1686"/>
                    <a:pt x="47996" y="14461"/>
                    <a:pt x="48055" y="14579"/>
                  </a:cubicBezTo>
                  <a:cubicBezTo>
                    <a:pt x="48203" y="14875"/>
                    <a:pt x="48499" y="15053"/>
                    <a:pt x="48824" y="15053"/>
                  </a:cubicBezTo>
                  <a:cubicBezTo>
                    <a:pt x="49120" y="15053"/>
                    <a:pt x="49416" y="14875"/>
                    <a:pt x="49564" y="14579"/>
                  </a:cubicBezTo>
                  <a:cubicBezTo>
                    <a:pt x="49623" y="14461"/>
                    <a:pt x="56217" y="1686"/>
                    <a:pt x="71920" y="1686"/>
                  </a:cubicBezTo>
                  <a:close/>
                  <a:moveTo>
                    <a:pt x="25699" y="0"/>
                  </a:moveTo>
                  <a:cubicBezTo>
                    <a:pt x="9818" y="0"/>
                    <a:pt x="0" y="15230"/>
                    <a:pt x="0" y="29366"/>
                  </a:cubicBezTo>
                  <a:cubicBezTo>
                    <a:pt x="0" y="49209"/>
                    <a:pt x="20021" y="65414"/>
                    <a:pt x="48321" y="86174"/>
                  </a:cubicBezTo>
                  <a:cubicBezTo>
                    <a:pt x="48469" y="86263"/>
                    <a:pt x="48647" y="86322"/>
                    <a:pt x="48824" y="86322"/>
                  </a:cubicBezTo>
                  <a:cubicBezTo>
                    <a:pt x="48972" y="86322"/>
                    <a:pt x="49150" y="86263"/>
                    <a:pt x="49297" y="86174"/>
                  </a:cubicBezTo>
                  <a:cubicBezTo>
                    <a:pt x="77598" y="65414"/>
                    <a:pt x="97648" y="49209"/>
                    <a:pt x="97648" y="29366"/>
                  </a:cubicBezTo>
                  <a:cubicBezTo>
                    <a:pt x="97648" y="15230"/>
                    <a:pt x="87800" y="0"/>
                    <a:pt x="71920" y="0"/>
                  </a:cubicBezTo>
                  <a:cubicBezTo>
                    <a:pt x="58228" y="0"/>
                    <a:pt x="51013" y="9168"/>
                    <a:pt x="48824" y="12598"/>
                  </a:cubicBezTo>
                  <a:cubicBezTo>
                    <a:pt x="46606" y="9168"/>
                    <a:pt x="39391" y="0"/>
                    <a:pt x="256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6" name="Google Shape;3886;p32"/>
            <p:cNvSpPr/>
            <p:nvPr/>
          </p:nvSpPr>
          <p:spPr>
            <a:xfrm>
              <a:off x="4257650" y="1443925"/>
              <a:ext cx="873125" cy="873150"/>
            </a:xfrm>
            <a:custGeom>
              <a:avLst/>
              <a:gdLst/>
              <a:ahLst/>
              <a:cxnLst/>
              <a:rect l="l" t="t" r="r" b="b"/>
              <a:pathLst>
                <a:path w="34925" h="34926" extrusionOk="0">
                  <a:moveTo>
                    <a:pt x="21883" y="1686"/>
                  </a:moveTo>
                  <a:lnTo>
                    <a:pt x="21883" y="12214"/>
                  </a:lnTo>
                  <a:cubicBezTo>
                    <a:pt x="21883" y="12687"/>
                    <a:pt x="22238" y="13072"/>
                    <a:pt x="22712" y="13072"/>
                  </a:cubicBezTo>
                  <a:lnTo>
                    <a:pt x="33239" y="13072"/>
                  </a:lnTo>
                  <a:lnTo>
                    <a:pt x="33239" y="21884"/>
                  </a:lnTo>
                  <a:lnTo>
                    <a:pt x="22712" y="21884"/>
                  </a:lnTo>
                  <a:cubicBezTo>
                    <a:pt x="22238" y="21884"/>
                    <a:pt x="21883" y="22269"/>
                    <a:pt x="21883" y="22712"/>
                  </a:cubicBezTo>
                  <a:lnTo>
                    <a:pt x="21883" y="33240"/>
                  </a:lnTo>
                  <a:lnTo>
                    <a:pt x="13041" y="33240"/>
                  </a:lnTo>
                  <a:lnTo>
                    <a:pt x="13041" y="22712"/>
                  </a:lnTo>
                  <a:cubicBezTo>
                    <a:pt x="13041" y="22269"/>
                    <a:pt x="12687" y="21884"/>
                    <a:pt x="12213" y="21884"/>
                  </a:cubicBezTo>
                  <a:lnTo>
                    <a:pt x="1686" y="21884"/>
                  </a:lnTo>
                  <a:lnTo>
                    <a:pt x="1686" y="13072"/>
                  </a:lnTo>
                  <a:lnTo>
                    <a:pt x="12213" y="13072"/>
                  </a:lnTo>
                  <a:cubicBezTo>
                    <a:pt x="12687" y="13072"/>
                    <a:pt x="13041" y="12687"/>
                    <a:pt x="13041" y="12214"/>
                  </a:cubicBezTo>
                  <a:lnTo>
                    <a:pt x="13041" y="1686"/>
                  </a:lnTo>
                  <a:close/>
                  <a:moveTo>
                    <a:pt x="12213" y="1"/>
                  </a:moveTo>
                  <a:cubicBezTo>
                    <a:pt x="11770" y="1"/>
                    <a:pt x="11385" y="385"/>
                    <a:pt x="11385" y="858"/>
                  </a:cubicBezTo>
                  <a:lnTo>
                    <a:pt x="11385" y="11386"/>
                  </a:lnTo>
                  <a:lnTo>
                    <a:pt x="858" y="11386"/>
                  </a:lnTo>
                  <a:cubicBezTo>
                    <a:pt x="384" y="11386"/>
                    <a:pt x="0" y="11770"/>
                    <a:pt x="0" y="12214"/>
                  </a:cubicBezTo>
                  <a:lnTo>
                    <a:pt x="0" y="22712"/>
                  </a:lnTo>
                  <a:cubicBezTo>
                    <a:pt x="0" y="23185"/>
                    <a:pt x="384" y="23540"/>
                    <a:pt x="858" y="23540"/>
                  </a:cubicBezTo>
                  <a:lnTo>
                    <a:pt x="11385" y="23540"/>
                  </a:lnTo>
                  <a:lnTo>
                    <a:pt x="11385" y="34098"/>
                  </a:lnTo>
                  <a:cubicBezTo>
                    <a:pt x="11385" y="34541"/>
                    <a:pt x="11770" y="34926"/>
                    <a:pt x="12213" y="34926"/>
                  </a:cubicBezTo>
                  <a:lnTo>
                    <a:pt x="22712" y="34926"/>
                  </a:lnTo>
                  <a:cubicBezTo>
                    <a:pt x="23185" y="34926"/>
                    <a:pt x="23540" y="34541"/>
                    <a:pt x="23540" y="34098"/>
                  </a:cubicBezTo>
                  <a:lnTo>
                    <a:pt x="23540" y="23540"/>
                  </a:lnTo>
                  <a:lnTo>
                    <a:pt x="34097" y="23540"/>
                  </a:lnTo>
                  <a:cubicBezTo>
                    <a:pt x="34540" y="23540"/>
                    <a:pt x="34925" y="23185"/>
                    <a:pt x="34925" y="22712"/>
                  </a:cubicBezTo>
                  <a:lnTo>
                    <a:pt x="34925" y="12214"/>
                  </a:lnTo>
                  <a:cubicBezTo>
                    <a:pt x="34925" y="11770"/>
                    <a:pt x="34540" y="11386"/>
                    <a:pt x="34097" y="11386"/>
                  </a:cubicBezTo>
                  <a:lnTo>
                    <a:pt x="23540" y="11386"/>
                  </a:lnTo>
                  <a:lnTo>
                    <a:pt x="23540" y="858"/>
                  </a:lnTo>
                  <a:cubicBezTo>
                    <a:pt x="23540" y="385"/>
                    <a:pt x="23185" y="1"/>
                    <a:pt x="227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7" name="Google Shape;3887;p32"/>
            <p:cNvSpPr/>
            <p:nvPr/>
          </p:nvSpPr>
          <p:spPr>
            <a:xfrm>
              <a:off x="3620350" y="1004725"/>
              <a:ext cx="309050" cy="551600"/>
            </a:xfrm>
            <a:custGeom>
              <a:avLst/>
              <a:gdLst/>
              <a:ahLst/>
              <a:cxnLst/>
              <a:rect l="l" t="t" r="r" b="b"/>
              <a:pathLst>
                <a:path w="12362" h="22064" extrusionOk="0">
                  <a:moveTo>
                    <a:pt x="11424" y="0"/>
                  </a:moveTo>
                  <a:cubicBezTo>
                    <a:pt x="11279" y="0"/>
                    <a:pt x="11134" y="40"/>
                    <a:pt x="11002" y="121"/>
                  </a:cubicBezTo>
                  <a:cubicBezTo>
                    <a:pt x="3431" y="4557"/>
                    <a:pt x="1" y="14197"/>
                    <a:pt x="1" y="21236"/>
                  </a:cubicBezTo>
                  <a:cubicBezTo>
                    <a:pt x="1" y="21709"/>
                    <a:pt x="385" y="22064"/>
                    <a:pt x="829" y="22064"/>
                  </a:cubicBezTo>
                  <a:cubicBezTo>
                    <a:pt x="1302" y="22064"/>
                    <a:pt x="1686" y="21709"/>
                    <a:pt x="1686" y="21236"/>
                  </a:cubicBezTo>
                  <a:cubicBezTo>
                    <a:pt x="1686" y="14434"/>
                    <a:pt x="5176" y="5503"/>
                    <a:pt x="11830" y="1570"/>
                  </a:cubicBezTo>
                  <a:cubicBezTo>
                    <a:pt x="12244" y="1333"/>
                    <a:pt x="12362" y="801"/>
                    <a:pt x="12125" y="417"/>
                  </a:cubicBezTo>
                  <a:cubicBezTo>
                    <a:pt x="11970" y="145"/>
                    <a:pt x="11700" y="0"/>
                    <a:pt x="114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8" name="Google Shape;3888;p32"/>
            <p:cNvSpPr/>
            <p:nvPr/>
          </p:nvSpPr>
          <p:spPr>
            <a:xfrm>
              <a:off x="3639575" y="1667175"/>
              <a:ext cx="119800" cy="211500"/>
            </a:xfrm>
            <a:custGeom>
              <a:avLst/>
              <a:gdLst/>
              <a:ahLst/>
              <a:cxnLst/>
              <a:rect l="l" t="t" r="r" b="b"/>
              <a:pathLst>
                <a:path w="4792" h="8460" extrusionOk="0">
                  <a:moveTo>
                    <a:pt x="941" y="1"/>
                  </a:moveTo>
                  <a:cubicBezTo>
                    <a:pt x="865" y="1"/>
                    <a:pt x="787" y="11"/>
                    <a:pt x="710" y="31"/>
                  </a:cubicBezTo>
                  <a:cubicBezTo>
                    <a:pt x="267" y="149"/>
                    <a:pt x="1" y="622"/>
                    <a:pt x="119" y="1066"/>
                  </a:cubicBezTo>
                  <a:cubicBezTo>
                    <a:pt x="769" y="3343"/>
                    <a:pt x="1775" y="5679"/>
                    <a:pt x="3106" y="8045"/>
                  </a:cubicBezTo>
                  <a:cubicBezTo>
                    <a:pt x="3254" y="8311"/>
                    <a:pt x="3549" y="8459"/>
                    <a:pt x="3845" y="8459"/>
                  </a:cubicBezTo>
                  <a:cubicBezTo>
                    <a:pt x="3963" y="8459"/>
                    <a:pt x="4111" y="8430"/>
                    <a:pt x="4259" y="8341"/>
                  </a:cubicBezTo>
                  <a:cubicBezTo>
                    <a:pt x="4643" y="8134"/>
                    <a:pt x="4791" y="7602"/>
                    <a:pt x="4555" y="7217"/>
                  </a:cubicBezTo>
                  <a:cubicBezTo>
                    <a:pt x="3283" y="4970"/>
                    <a:pt x="2337" y="2752"/>
                    <a:pt x="1745" y="593"/>
                  </a:cubicBezTo>
                  <a:cubicBezTo>
                    <a:pt x="1648" y="226"/>
                    <a:pt x="1307" y="1"/>
                    <a:pt x="9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" name="Google Shape;3799;p32"/>
          <p:cNvGrpSpPr/>
          <p:nvPr/>
        </p:nvGrpSpPr>
        <p:grpSpPr>
          <a:xfrm>
            <a:off x="-1107741" y="57566"/>
            <a:ext cx="1646456" cy="754740"/>
            <a:chOff x="5071203" y="4398918"/>
            <a:chExt cx="1646456" cy="754740"/>
          </a:xfrm>
          <a:solidFill>
            <a:srgbClr val="188077"/>
          </a:solidFill>
        </p:grpSpPr>
        <p:sp>
          <p:nvSpPr>
            <p:cNvPr id="11" name="Google Shape;3800;p32"/>
            <p:cNvSpPr/>
            <p:nvPr/>
          </p:nvSpPr>
          <p:spPr>
            <a:xfrm>
              <a:off x="5071203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801;p32"/>
            <p:cNvSpPr/>
            <p:nvPr/>
          </p:nvSpPr>
          <p:spPr>
            <a:xfrm>
              <a:off x="518670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802;p32"/>
            <p:cNvSpPr/>
            <p:nvPr/>
          </p:nvSpPr>
          <p:spPr>
            <a:xfrm>
              <a:off x="5302521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803;p32"/>
            <p:cNvSpPr/>
            <p:nvPr/>
          </p:nvSpPr>
          <p:spPr>
            <a:xfrm>
              <a:off x="5418334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804;p32"/>
            <p:cNvSpPr/>
            <p:nvPr/>
          </p:nvSpPr>
          <p:spPr>
            <a:xfrm>
              <a:off x="5534146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805;p32"/>
            <p:cNvSpPr/>
            <p:nvPr/>
          </p:nvSpPr>
          <p:spPr>
            <a:xfrm>
              <a:off x="5649652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806;p32"/>
            <p:cNvSpPr/>
            <p:nvPr/>
          </p:nvSpPr>
          <p:spPr>
            <a:xfrm>
              <a:off x="5765465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807;p32"/>
            <p:cNvSpPr/>
            <p:nvPr/>
          </p:nvSpPr>
          <p:spPr>
            <a:xfrm>
              <a:off x="5071203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8"/>
                    <a:pt x="1062" y="2148"/>
                  </a:cubicBezTo>
                  <a:cubicBezTo>
                    <a:pt x="1655" y="2148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808;p32"/>
            <p:cNvSpPr/>
            <p:nvPr/>
          </p:nvSpPr>
          <p:spPr>
            <a:xfrm>
              <a:off x="5302521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94" y="2148"/>
                    <a:pt x="1087" y="2148"/>
                  </a:cubicBezTo>
                  <a:cubicBezTo>
                    <a:pt x="1679" y="2148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809;p32"/>
            <p:cNvSpPr/>
            <p:nvPr/>
          </p:nvSpPr>
          <p:spPr>
            <a:xfrm>
              <a:off x="5534146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55" y="2148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810;p32"/>
            <p:cNvSpPr/>
            <p:nvPr/>
          </p:nvSpPr>
          <p:spPr>
            <a:xfrm>
              <a:off x="5765465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8"/>
                    <a:pt x="1087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811;p32"/>
            <p:cNvSpPr/>
            <p:nvPr/>
          </p:nvSpPr>
          <p:spPr>
            <a:xfrm>
              <a:off x="5071203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2" y="2148"/>
                  </a:cubicBezTo>
                  <a:cubicBezTo>
                    <a:pt x="1655" y="2148"/>
                    <a:pt x="2149" y="1654"/>
                    <a:pt x="2149" y="1062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812;p32"/>
            <p:cNvSpPr/>
            <p:nvPr/>
          </p:nvSpPr>
          <p:spPr>
            <a:xfrm>
              <a:off x="518670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62"/>
                  </a:cubicBezTo>
                  <a:cubicBezTo>
                    <a:pt x="1" y="1654"/>
                    <a:pt x="495" y="2148"/>
                    <a:pt x="1087" y="2148"/>
                  </a:cubicBezTo>
                  <a:cubicBezTo>
                    <a:pt x="1680" y="2148"/>
                    <a:pt x="2149" y="1654"/>
                    <a:pt x="2149" y="1062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813;p32"/>
            <p:cNvSpPr/>
            <p:nvPr/>
          </p:nvSpPr>
          <p:spPr>
            <a:xfrm>
              <a:off x="5302521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9" y="1654"/>
                    <a:pt x="2149" y="1062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3814;p32"/>
            <p:cNvSpPr/>
            <p:nvPr/>
          </p:nvSpPr>
          <p:spPr>
            <a:xfrm>
              <a:off x="5418334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3815;p32"/>
            <p:cNvSpPr/>
            <p:nvPr/>
          </p:nvSpPr>
          <p:spPr>
            <a:xfrm>
              <a:off x="5534146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3816;p32"/>
            <p:cNvSpPr/>
            <p:nvPr/>
          </p:nvSpPr>
          <p:spPr>
            <a:xfrm>
              <a:off x="5649652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3817;p32"/>
            <p:cNvSpPr/>
            <p:nvPr/>
          </p:nvSpPr>
          <p:spPr>
            <a:xfrm>
              <a:off x="5765465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3818;p32"/>
            <p:cNvSpPr/>
            <p:nvPr/>
          </p:nvSpPr>
          <p:spPr>
            <a:xfrm>
              <a:off x="5071203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2" y="2149"/>
                  </a:cubicBezTo>
                  <a:cubicBezTo>
                    <a:pt x="1655" y="2149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3819;p32"/>
            <p:cNvSpPr/>
            <p:nvPr/>
          </p:nvSpPr>
          <p:spPr>
            <a:xfrm>
              <a:off x="5302521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87" y="2149"/>
                  </a:cubicBezTo>
                  <a:cubicBezTo>
                    <a:pt x="1679" y="2149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3820;p32"/>
            <p:cNvSpPr/>
            <p:nvPr/>
          </p:nvSpPr>
          <p:spPr>
            <a:xfrm>
              <a:off x="5534146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5" y="2149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3821;p32"/>
            <p:cNvSpPr/>
            <p:nvPr/>
          </p:nvSpPr>
          <p:spPr>
            <a:xfrm>
              <a:off x="5765465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9"/>
                    <a:pt x="1087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3822;p32"/>
            <p:cNvSpPr/>
            <p:nvPr/>
          </p:nvSpPr>
          <p:spPr>
            <a:xfrm>
              <a:off x="5071203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3823;p32"/>
            <p:cNvSpPr/>
            <p:nvPr/>
          </p:nvSpPr>
          <p:spPr>
            <a:xfrm>
              <a:off x="518670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3824;p32"/>
            <p:cNvSpPr/>
            <p:nvPr/>
          </p:nvSpPr>
          <p:spPr>
            <a:xfrm>
              <a:off x="5302521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3825;p32"/>
            <p:cNvSpPr/>
            <p:nvPr/>
          </p:nvSpPr>
          <p:spPr>
            <a:xfrm>
              <a:off x="5418334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3826;p32"/>
            <p:cNvSpPr/>
            <p:nvPr/>
          </p:nvSpPr>
          <p:spPr>
            <a:xfrm>
              <a:off x="5534146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3827;p32"/>
            <p:cNvSpPr/>
            <p:nvPr/>
          </p:nvSpPr>
          <p:spPr>
            <a:xfrm>
              <a:off x="5649652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3828;p32"/>
            <p:cNvSpPr/>
            <p:nvPr/>
          </p:nvSpPr>
          <p:spPr>
            <a:xfrm>
              <a:off x="5765465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3829;p32"/>
            <p:cNvSpPr/>
            <p:nvPr/>
          </p:nvSpPr>
          <p:spPr>
            <a:xfrm>
              <a:off x="5071203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2" y="2149"/>
                  </a:cubicBezTo>
                  <a:cubicBezTo>
                    <a:pt x="1655" y="2149"/>
                    <a:pt x="2149" y="1680"/>
                    <a:pt x="2149" y="1087"/>
                  </a:cubicBezTo>
                  <a:cubicBezTo>
                    <a:pt x="2149" y="495"/>
                    <a:pt x="1655" y="1"/>
                    <a:pt x="10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3830;p32"/>
            <p:cNvSpPr/>
            <p:nvPr/>
          </p:nvSpPr>
          <p:spPr>
            <a:xfrm>
              <a:off x="5302521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94" y="2149"/>
                    <a:pt x="1087" y="2149"/>
                  </a:cubicBezTo>
                  <a:cubicBezTo>
                    <a:pt x="1679" y="2149"/>
                    <a:pt x="2149" y="1680"/>
                    <a:pt x="2149" y="1087"/>
                  </a:cubicBezTo>
                  <a:cubicBezTo>
                    <a:pt x="2149" y="495"/>
                    <a:pt x="1679" y="1"/>
                    <a:pt x="10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3831;p32"/>
            <p:cNvSpPr/>
            <p:nvPr/>
          </p:nvSpPr>
          <p:spPr>
            <a:xfrm>
              <a:off x="5534146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5" y="2149"/>
                    <a:pt x="2148" y="1680"/>
                    <a:pt x="2148" y="1087"/>
                  </a:cubicBezTo>
                  <a:cubicBezTo>
                    <a:pt x="2148" y="495"/>
                    <a:pt x="1655" y="1"/>
                    <a:pt x="10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3832;p32"/>
            <p:cNvSpPr/>
            <p:nvPr/>
          </p:nvSpPr>
          <p:spPr>
            <a:xfrm>
              <a:off x="5765465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95"/>
                    <a:pt x="0" y="1087"/>
                  </a:cubicBezTo>
                  <a:cubicBezTo>
                    <a:pt x="0" y="1680"/>
                    <a:pt x="470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3833;p32"/>
            <p:cNvSpPr/>
            <p:nvPr/>
          </p:nvSpPr>
          <p:spPr>
            <a:xfrm>
              <a:off x="5071203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2" y="2346"/>
                  </a:cubicBezTo>
                  <a:cubicBezTo>
                    <a:pt x="1655" y="2346"/>
                    <a:pt x="2149" y="1852"/>
                    <a:pt x="2149" y="1259"/>
                  </a:cubicBezTo>
                  <a:cubicBezTo>
                    <a:pt x="2149" y="1235"/>
                    <a:pt x="2124" y="1210"/>
                    <a:pt x="2124" y="1161"/>
                  </a:cubicBezTo>
                  <a:cubicBezTo>
                    <a:pt x="2124" y="1136"/>
                    <a:pt x="2149" y="1111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3834;p32"/>
            <p:cNvSpPr/>
            <p:nvPr/>
          </p:nvSpPr>
          <p:spPr>
            <a:xfrm>
              <a:off x="518670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5" y="2346"/>
                    <a:pt x="1087" y="2346"/>
                  </a:cubicBezTo>
                  <a:cubicBezTo>
                    <a:pt x="1680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3835;p32"/>
            <p:cNvSpPr/>
            <p:nvPr/>
          </p:nvSpPr>
          <p:spPr>
            <a:xfrm>
              <a:off x="5302521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87" y="2346"/>
                  </a:cubicBezTo>
                  <a:cubicBezTo>
                    <a:pt x="1679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3836;p32"/>
            <p:cNvSpPr/>
            <p:nvPr/>
          </p:nvSpPr>
          <p:spPr>
            <a:xfrm>
              <a:off x="5418334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3837;p32"/>
            <p:cNvSpPr/>
            <p:nvPr/>
          </p:nvSpPr>
          <p:spPr>
            <a:xfrm>
              <a:off x="5534146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3838;p32"/>
            <p:cNvSpPr/>
            <p:nvPr/>
          </p:nvSpPr>
          <p:spPr>
            <a:xfrm>
              <a:off x="5649652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3839;p32"/>
            <p:cNvSpPr/>
            <p:nvPr/>
          </p:nvSpPr>
          <p:spPr>
            <a:xfrm>
              <a:off x="5765465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3840;p32"/>
            <p:cNvSpPr/>
            <p:nvPr/>
          </p:nvSpPr>
          <p:spPr>
            <a:xfrm>
              <a:off x="6691351" y="5124926"/>
              <a:ext cx="26308" cy="28733"/>
            </a:xfrm>
            <a:custGeom>
              <a:avLst/>
              <a:gdLst/>
              <a:ahLst/>
              <a:cxnLst/>
              <a:rect l="l" t="t" r="r" b="b"/>
              <a:pathLst>
                <a:path w="2148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3841;p32"/>
            <p:cNvSpPr/>
            <p:nvPr/>
          </p:nvSpPr>
          <p:spPr>
            <a:xfrm>
              <a:off x="657553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6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3842;p32"/>
            <p:cNvSpPr/>
            <p:nvPr/>
          </p:nvSpPr>
          <p:spPr>
            <a:xfrm>
              <a:off x="6460020" y="5124926"/>
              <a:ext cx="26026" cy="28733"/>
            </a:xfrm>
            <a:custGeom>
              <a:avLst/>
              <a:gdLst/>
              <a:ahLst/>
              <a:cxnLst/>
              <a:rect l="l" t="t" r="r" b="b"/>
              <a:pathLst>
                <a:path w="2125" h="2346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3" y="2346"/>
                  </a:cubicBezTo>
                  <a:cubicBezTo>
                    <a:pt x="1655" y="2346"/>
                    <a:pt x="2124" y="1852"/>
                    <a:pt x="2124" y="1259"/>
                  </a:cubicBezTo>
                  <a:cubicBezTo>
                    <a:pt x="2124" y="1235"/>
                    <a:pt x="2124" y="1210"/>
                    <a:pt x="2124" y="1161"/>
                  </a:cubicBezTo>
                  <a:cubicBezTo>
                    <a:pt x="2124" y="1136"/>
                    <a:pt x="2124" y="1111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3843;p32"/>
            <p:cNvSpPr/>
            <p:nvPr/>
          </p:nvSpPr>
          <p:spPr>
            <a:xfrm>
              <a:off x="6344220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3" y="1210"/>
                    <a:pt x="2123" y="1161"/>
                  </a:cubicBezTo>
                  <a:cubicBezTo>
                    <a:pt x="2123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3844;p32"/>
            <p:cNvSpPr/>
            <p:nvPr/>
          </p:nvSpPr>
          <p:spPr>
            <a:xfrm>
              <a:off x="6228408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3845;p32"/>
            <p:cNvSpPr/>
            <p:nvPr/>
          </p:nvSpPr>
          <p:spPr>
            <a:xfrm>
              <a:off x="6112595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3846;p32"/>
            <p:cNvSpPr/>
            <p:nvPr/>
          </p:nvSpPr>
          <p:spPr>
            <a:xfrm>
              <a:off x="599708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23" y="1852"/>
                    <a:pt x="2123" y="1259"/>
                  </a:cubicBezTo>
                  <a:cubicBezTo>
                    <a:pt x="2123" y="1235"/>
                    <a:pt x="2123" y="1210"/>
                    <a:pt x="2123" y="1161"/>
                  </a:cubicBezTo>
                  <a:cubicBezTo>
                    <a:pt x="2123" y="1136"/>
                    <a:pt x="2123" y="1111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3847;p32"/>
            <p:cNvSpPr/>
            <p:nvPr/>
          </p:nvSpPr>
          <p:spPr>
            <a:xfrm>
              <a:off x="5881277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3848;p32"/>
            <p:cNvSpPr/>
            <p:nvPr/>
          </p:nvSpPr>
          <p:spPr>
            <a:xfrm>
              <a:off x="6691351" y="50039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3849;p32"/>
            <p:cNvSpPr/>
            <p:nvPr/>
          </p:nvSpPr>
          <p:spPr>
            <a:xfrm>
              <a:off x="6460020" y="50039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3" y="2149"/>
                  </a:cubicBezTo>
                  <a:cubicBezTo>
                    <a:pt x="1655" y="2149"/>
                    <a:pt x="2124" y="1680"/>
                    <a:pt x="2124" y="1087"/>
                  </a:cubicBezTo>
                  <a:cubicBezTo>
                    <a:pt x="2124" y="495"/>
                    <a:pt x="1655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3850;p32"/>
            <p:cNvSpPr/>
            <p:nvPr/>
          </p:nvSpPr>
          <p:spPr>
            <a:xfrm>
              <a:off x="6228408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3851;p32"/>
            <p:cNvSpPr/>
            <p:nvPr/>
          </p:nvSpPr>
          <p:spPr>
            <a:xfrm>
              <a:off x="5997089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4" y="2149"/>
                    <a:pt x="2148" y="1680"/>
                    <a:pt x="2148" y="1087"/>
                  </a:cubicBezTo>
                  <a:cubicBezTo>
                    <a:pt x="2148" y="495"/>
                    <a:pt x="1654" y="1"/>
                    <a:pt x="10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" name="Google Shape;3852;p32"/>
            <p:cNvSpPr/>
            <p:nvPr/>
          </p:nvSpPr>
          <p:spPr>
            <a:xfrm>
              <a:off x="6691351" y="4883025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" name="Google Shape;3853;p32"/>
            <p:cNvSpPr/>
            <p:nvPr/>
          </p:nvSpPr>
          <p:spPr>
            <a:xfrm>
              <a:off x="657553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3854;p32"/>
            <p:cNvSpPr/>
            <p:nvPr/>
          </p:nvSpPr>
          <p:spPr>
            <a:xfrm>
              <a:off x="6460020" y="488302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" name="Google Shape;3855;p32"/>
            <p:cNvSpPr/>
            <p:nvPr/>
          </p:nvSpPr>
          <p:spPr>
            <a:xfrm>
              <a:off x="6344220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" name="Google Shape;3856;p32"/>
            <p:cNvSpPr/>
            <p:nvPr/>
          </p:nvSpPr>
          <p:spPr>
            <a:xfrm>
              <a:off x="6228408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" name="Google Shape;3857;p32"/>
            <p:cNvSpPr/>
            <p:nvPr/>
          </p:nvSpPr>
          <p:spPr>
            <a:xfrm>
              <a:off x="6112595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" name="Google Shape;3858;p32"/>
            <p:cNvSpPr/>
            <p:nvPr/>
          </p:nvSpPr>
          <p:spPr>
            <a:xfrm>
              <a:off x="599708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" name="Google Shape;3859;p32"/>
            <p:cNvSpPr/>
            <p:nvPr/>
          </p:nvSpPr>
          <p:spPr>
            <a:xfrm>
              <a:off x="5881277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" name="Google Shape;3860;p32"/>
            <p:cNvSpPr/>
            <p:nvPr/>
          </p:nvSpPr>
          <p:spPr>
            <a:xfrm>
              <a:off x="6691351" y="47620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" name="Google Shape;3861;p32"/>
            <p:cNvSpPr/>
            <p:nvPr/>
          </p:nvSpPr>
          <p:spPr>
            <a:xfrm>
              <a:off x="6460020" y="47620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3" y="2149"/>
                  </a:cubicBezTo>
                  <a:cubicBezTo>
                    <a:pt x="1655" y="2149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" name="Google Shape;3862;p32"/>
            <p:cNvSpPr/>
            <p:nvPr/>
          </p:nvSpPr>
          <p:spPr>
            <a:xfrm>
              <a:off x="6227195" y="4762143"/>
              <a:ext cx="28733" cy="26173"/>
            </a:xfrm>
            <a:custGeom>
              <a:avLst/>
              <a:gdLst/>
              <a:ahLst/>
              <a:cxnLst/>
              <a:rect l="l" t="t" r="r" b="b"/>
              <a:pathLst>
                <a:path w="2346" h="2137" extrusionOk="0">
                  <a:moveTo>
                    <a:pt x="1173" y="1"/>
                  </a:moveTo>
                  <a:cubicBezTo>
                    <a:pt x="902" y="1"/>
                    <a:pt x="630" y="106"/>
                    <a:pt x="420" y="316"/>
                  </a:cubicBezTo>
                  <a:cubicBezTo>
                    <a:pt x="0" y="735"/>
                    <a:pt x="0" y="1402"/>
                    <a:pt x="420" y="1822"/>
                  </a:cubicBezTo>
                  <a:cubicBezTo>
                    <a:pt x="630" y="2031"/>
                    <a:pt x="902" y="2136"/>
                    <a:pt x="1173" y="2136"/>
                  </a:cubicBezTo>
                  <a:cubicBezTo>
                    <a:pt x="1445" y="2136"/>
                    <a:pt x="1716" y="2031"/>
                    <a:pt x="1926" y="1822"/>
                  </a:cubicBezTo>
                  <a:cubicBezTo>
                    <a:pt x="2346" y="1402"/>
                    <a:pt x="2346" y="735"/>
                    <a:pt x="1926" y="316"/>
                  </a:cubicBezTo>
                  <a:cubicBezTo>
                    <a:pt x="1716" y="106"/>
                    <a:pt x="1445" y="1"/>
                    <a:pt x="1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" name="Google Shape;3863;p32"/>
            <p:cNvSpPr/>
            <p:nvPr/>
          </p:nvSpPr>
          <p:spPr>
            <a:xfrm>
              <a:off x="5997089" y="4762069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4" y="2149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" name="Google Shape;3864;p32"/>
            <p:cNvSpPr/>
            <p:nvPr/>
          </p:nvSpPr>
          <p:spPr>
            <a:xfrm>
              <a:off x="6691351" y="4641125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" name="Google Shape;3865;p32"/>
            <p:cNvSpPr/>
            <p:nvPr/>
          </p:nvSpPr>
          <p:spPr>
            <a:xfrm>
              <a:off x="657553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6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" name="Google Shape;3866;p32"/>
            <p:cNvSpPr/>
            <p:nvPr/>
          </p:nvSpPr>
          <p:spPr>
            <a:xfrm>
              <a:off x="6460020" y="464112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3" y="2148"/>
                  </a:cubicBezTo>
                  <a:cubicBezTo>
                    <a:pt x="1655" y="2148"/>
                    <a:pt x="2124" y="1654"/>
                    <a:pt x="2124" y="1062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" name="Google Shape;3867;p32"/>
            <p:cNvSpPr/>
            <p:nvPr/>
          </p:nvSpPr>
          <p:spPr>
            <a:xfrm>
              <a:off x="6344220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" name="Google Shape;3868;p32"/>
            <p:cNvSpPr/>
            <p:nvPr/>
          </p:nvSpPr>
          <p:spPr>
            <a:xfrm>
              <a:off x="6228408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" name="Google Shape;3869;p32"/>
            <p:cNvSpPr/>
            <p:nvPr/>
          </p:nvSpPr>
          <p:spPr>
            <a:xfrm>
              <a:off x="6112595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" name="Google Shape;3870;p32"/>
            <p:cNvSpPr/>
            <p:nvPr/>
          </p:nvSpPr>
          <p:spPr>
            <a:xfrm>
              <a:off x="599708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3871;p32"/>
            <p:cNvSpPr/>
            <p:nvPr/>
          </p:nvSpPr>
          <p:spPr>
            <a:xfrm>
              <a:off x="5881277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" name="Google Shape;3872;p32"/>
            <p:cNvSpPr/>
            <p:nvPr/>
          </p:nvSpPr>
          <p:spPr>
            <a:xfrm>
              <a:off x="6691351" y="45201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" name="Google Shape;3873;p32"/>
            <p:cNvSpPr/>
            <p:nvPr/>
          </p:nvSpPr>
          <p:spPr>
            <a:xfrm>
              <a:off x="6460020" y="45201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8"/>
                    <a:pt x="1063" y="2148"/>
                  </a:cubicBezTo>
                  <a:cubicBezTo>
                    <a:pt x="1655" y="2148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" name="Google Shape;3874;p32"/>
            <p:cNvSpPr/>
            <p:nvPr/>
          </p:nvSpPr>
          <p:spPr>
            <a:xfrm>
              <a:off x="6228408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87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3875;p32"/>
            <p:cNvSpPr/>
            <p:nvPr/>
          </p:nvSpPr>
          <p:spPr>
            <a:xfrm>
              <a:off x="5997089" y="4520169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54" y="2148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" name="Google Shape;3876;p32"/>
            <p:cNvSpPr/>
            <p:nvPr/>
          </p:nvSpPr>
          <p:spPr>
            <a:xfrm>
              <a:off x="6691351" y="4398918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3877;p32"/>
            <p:cNvSpPr/>
            <p:nvPr/>
          </p:nvSpPr>
          <p:spPr>
            <a:xfrm>
              <a:off x="657553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" name="Google Shape;3878;p32"/>
            <p:cNvSpPr/>
            <p:nvPr/>
          </p:nvSpPr>
          <p:spPr>
            <a:xfrm>
              <a:off x="6460020" y="4398918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" name="Google Shape;3879;p32"/>
            <p:cNvSpPr/>
            <p:nvPr/>
          </p:nvSpPr>
          <p:spPr>
            <a:xfrm>
              <a:off x="6344220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" name="Google Shape;3880;p32"/>
            <p:cNvSpPr/>
            <p:nvPr/>
          </p:nvSpPr>
          <p:spPr>
            <a:xfrm>
              <a:off x="6228408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" name="Google Shape;3881;p32"/>
            <p:cNvSpPr/>
            <p:nvPr/>
          </p:nvSpPr>
          <p:spPr>
            <a:xfrm>
              <a:off x="6112595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" name="Google Shape;3882;p32"/>
            <p:cNvSpPr/>
            <p:nvPr/>
          </p:nvSpPr>
          <p:spPr>
            <a:xfrm>
              <a:off x="599708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" name="Google Shape;3883;p32"/>
            <p:cNvSpPr/>
            <p:nvPr/>
          </p:nvSpPr>
          <p:spPr>
            <a:xfrm>
              <a:off x="5881277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0"/>
        </a:solidFill>
        <a:effectLst/>
      </p:bgPr>
    </p:bg>
    <p:spTree>
      <p:nvGrpSpPr>
        <p:cNvPr id="1" name="Shape 3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3" name="Google Shape;3893;p33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77"/>
                </a:solidFill>
                <a:latin typeface="Times New Roman" panose="02020603050405020304" charset="0"/>
                <a:cs typeface="Times New Roman" panose="02020603050405020304" charset="0"/>
              </a:rPr>
              <a:t>CONTENTS OF THIS </a:t>
            </a:r>
            <a:r>
              <a:rPr lang="en-US" altLang="en-GB">
                <a:solidFill>
                  <a:srgbClr val="188077"/>
                </a:solidFill>
                <a:latin typeface="Times New Roman" panose="02020603050405020304" charset="0"/>
                <a:ea typeface="Red Hat Display Medium" panose="02010303040201060303"/>
                <a:cs typeface="Times New Roman" panose="02020603050405020304" charset="0"/>
                <a:sym typeface="Red Hat Display Medium" panose="02010303040201060303"/>
              </a:rPr>
              <a:t>PRESENTATION</a:t>
            </a:r>
            <a:endParaRPr lang="en-US" altLang="en-GB">
              <a:solidFill>
                <a:srgbClr val="188077"/>
              </a:solidFill>
              <a:latin typeface="Times New Roman" panose="02020603050405020304" charset="0"/>
              <a:ea typeface="Red Hat Display Medium" panose="02010303040201060303"/>
              <a:cs typeface="Times New Roman" panose="02020603050405020304" charset="0"/>
              <a:sym typeface="Red Hat Display Medium" panose="02010303040201060303"/>
            </a:endParaRPr>
          </a:p>
        </p:txBody>
      </p:sp>
      <p:sp>
        <p:nvSpPr>
          <p:cNvPr id="3894" name="Google Shape;3894;p33"/>
          <p:cNvSpPr txBox="1">
            <a:spLocks noGrp="1"/>
          </p:cNvSpPr>
          <p:nvPr>
            <p:ph type="body" idx="1"/>
          </p:nvPr>
        </p:nvSpPr>
        <p:spPr>
          <a:xfrm>
            <a:off x="713100" y="1239752"/>
            <a:ext cx="7717800" cy="5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AutoNum type="arabicPeriod"/>
            </a:pPr>
            <a:r>
              <a:rPr 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OBJECTIVES OF THE PROJECT</a:t>
            </a:r>
            <a:endParaRPr 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AutoNum type="arabicPeriod"/>
            </a:pPr>
            <a:r>
              <a:rPr 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EXISTING PLATFROMS VS HEALTHBRIDGE.AI</a:t>
            </a:r>
            <a:endParaRPr 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AutoNum type="arabicPeriod"/>
            </a:pPr>
            <a:r>
              <a:rPr 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CORE FEATURES OF OUR PROJECT</a:t>
            </a:r>
            <a:endParaRPr 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AutoNum type="arabicPeriod"/>
            </a:pPr>
            <a:r>
              <a:rPr 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AI HEALTH ASSISTANT</a:t>
            </a:r>
            <a:endParaRPr 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AutoNum type="arabicPeriod"/>
            </a:pPr>
            <a:r>
              <a:rPr 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MEDICAL REPORT ANALYSIS</a:t>
            </a:r>
            <a:endParaRPr 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AutoNum type="arabicPeriod"/>
            </a:pPr>
            <a:r>
              <a:rPr 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TELECONSULTATION SYSTEM</a:t>
            </a:r>
            <a:endParaRPr 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AutoNum type="arabicPeriod"/>
            </a:pPr>
            <a:r>
              <a:rPr 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DOCTOR DIRECTORY AND MATCHING</a:t>
            </a:r>
            <a:endParaRPr 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AutoNum type="arabicPeriod"/>
            </a:pPr>
            <a:r>
              <a:rPr 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TECHNOLOGY STACK</a:t>
            </a:r>
            <a:endParaRPr 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AutoNum type="arabicPeriod"/>
            </a:pPr>
            <a:r>
              <a:rPr 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IMPLEMENTATION CHALLENGES AND SOLUTIONS</a:t>
            </a:r>
            <a:endParaRPr 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AutoNum type="arabicPeriod"/>
            </a:pPr>
            <a:r>
              <a:rPr 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SECURITY AND PRIVACY MEASURES</a:t>
            </a:r>
            <a:endParaRPr 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AutoNum type="arabicPeriod"/>
            </a:pPr>
            <a:r>
              <a:rPr 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RESULTS AND IMPACT : EXPECTED OUTCOMES</a:t>
            </a:r>
            <a:endParaRPr 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AutoNum type="arabicPeriod"/>
            </a:pPr>
            <a:r>
              <a:rPr 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TECHNICAL METRICS</a:t>
            </a:r>
            <a:endParaRPr 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AutoNum type="arabicPeriod"/>
            </a:pPr>
            <a:r>
              <a:rPr 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FUTURE ENHANCEMENTS</a:t>
            </a:r>
            <a:endParaRPr 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AutoNum type="arabicPeriod"/>
            </a:pPr>
            <a:r>
              <a:rPr 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CONCLUSIONS</a:t>
            </a:r>
            <a:endParaRPr 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b="1">
              <a:solidFill>
                <a:srgbClr val="188077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b="1">
              <a:solidFill>
                <a:srgbClr val="188077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b="1">
              <a:solidFill>
                <a:srgbClr val="188077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b="1">
              <a:solidFill>
                <a:srgbClr val="188077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b="1">
              <a:solidFill>
                <a:srgbClr val="188077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b="1">
              <a:solidFill>
                <a:srgbClr val="188077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b="1">
              <a:solidFill>
                <a:srgbClr val="188077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>
              <a:solidFill>
                <a:srgbClr val="18807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8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8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8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8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8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8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38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38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38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8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38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389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389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0"/>
        </a:solidFill>
        <a:effectLst/>
      </p:bgPr>
    </p:bg>
    <p:spTree>
      <p:nvGrpSpPr>
        <p:cNvPr id="1" name="Shape 3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3" name="Google Shape;3893;p33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88077"/>
                </a:solidFill>
                <a:latin typeface="Times New Roman" panose="02020603050405020304" charset="0"/>
                <a:cs typeface="Times New Roman" panose="02020603050405020304" charset="0"/>
              </a:rPr>
              <a:t>GROUP MEMBERS</a:t>
            </a:r>
            <a:endParaRPr lang="en-US" b="0">
              <a:solidFill>
                <a:srgbClr val="188077"/>
              </a:solidFill>
              <a:latin typeface="Times New Roman" panose="02020603050405020304" charset="0"/>
              <a:ea typeface="Red Hat Display Medium" panose="02010303040201060303"/>
              <a:cs typeface="Times New Roman" panose="02020603050405020304" charset="0"/>
              <a:sym typeface="Red Hat Display Medium" panose="02010303040201060303"/>
            </a:endParaRPr>
          </a:p>
        </p:txBody>
      </p:sp>
      <p:sp>
        <p:nvSpPr>
          <p:cNvPr id="3894" name="Google Shape;3894;p33"/>
          <p:cNvSpPr txBox="1">
            <a:spLocks noGrp="1"/>
          </p:cNvSpPr>
          <p:nvPr>
            <p:ph type="body" idx="1"/>
          </p:nvPr>
        </p:nvSpPr>
        <p:spPr>
          <a:xfrm>
            <a:off x="713105" y="1239520"/>
            <a:ext cx="7717790" cy="28644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Aqsa Shahzad                 BSCS51F22S028          Team Lead</a:t>
            </a:r>
            <a:endParaRPr lang="en-US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Sehrish Akram                BSCS51F22S019            Team Member</a:t>
            </a:r>
            <a:endParaRPr lang="en-US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Farwa Eiman Arif           BSCS51F22S014            Team Member</a:t>
            </a:r>
            <a:endParaRPr lang="en-US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Ayesha                              BSCS51F21R036             Team Member</a:t>
            </a:r>
            <a:endParaRPr lang="en-US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400" b="1">
                <a:solidFill>
                  <a:srgbClr val="188077"/>
                </a:solidFill>
                <a:latin typeface="Times New Roman" panose="02020603050405020304" charset="0"/>
                <a:cs typeface="Times New Roman" panose="02020603050405020304" charset="0"/>
              </a:rPr>
              <a:t>Supervisors:</a:t>
            </a:r>
            <a:endParaRPr lang="en-US" sz="1400" b="1">
              <a:solidFill>
                <a:srgbClr val="188077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Dr. Hafiz Muhammad Faisal Shahzad</a:t>
            </a:r>
            <a:endParaRPr lang="en-US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Mr. Aamir Zia</a:t>
            </a:r>
            <a:endParaRPr lang="en-US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400" b="1">
                <a:solidFill>
                  <a:srgbClr val="188077"/>
                </a:solidFill>
                <a:latin typeface="Times New Roman" panose="02020603050405020304" charset="0"/>
                <a:cs typeface="Times New Roman" panose="02020603050405020304" charset="0"/>
              </a:rPr>
              <a:t>Project Manager:</a:t>
            </a:r>
            <a:endParaRPr lang="en-US" sz="1400" b="1">
              <a:solidFill>
                <a:srgbClr val="188077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Prof. Dr. Muhammad Ilyas</a:t>
            </a:r>
            <a:endParaRPr lang="en-US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>
              <a:solidFill>
                <a:srgbClr val="188077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>
              <a:solidFill>
                <a:srgbClr val="18807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38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38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38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38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8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38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38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38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0"/>
        </a:solidFill>
        <a:effectLst/>
      </p:bgPr>
    </p:bg>
    <p:spTree>
      <p:nvGrpSpPr>
        <p:cNvPr id="1" name="Shape 3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3" name="Google Shape;3893;p33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en-GB" dirty="0" smtClean="0">
                <a:solidFill>
                  <a:srgbClr val="188077"/>
                </a:solidFill>
                <a:latin typeface="Times New Roman" panose="02020603050405020304" charset="0"/>
                <a:cs typeface="Times New Roman" panose="02020603050405020304" charset="0"/>
              </a:rPr>
              <a:t>PROBLEM STATEMENT</a:t>
            </a:r>
            <a:endParaRPr lang="en-US" altLang="en-GB" b="0" dirty="0">
              <a:solidFill>
                <a:srgbClr val="188077"/>
              </a:solidFill>
              <a:latin typeface="Times New Roman" panose="02020603050405020304" charset="0"/>
              <a:ea typeface="Red Hat Display Medium" panose="02010303040201060303"/>
              <a:cs typeface="Times New Roman" panose="02020603050405020304" charset="0"/>
              <a:sym typeface="Red Hat Display Medium" panose="02010303040201060303"/>
            </a:endParaRPr>
          </a:p>
        </p:txBody>
      </p:sp>
      <p:sp>
        <p:nvSpPr>
          <p:cNvPr id="3894" name="Google Shape;3894;p33"/>
          <p:cNvSpPr txBox="1">
            <a:spLocks noGrp="1"/>
          </p:cNvSpPr>
          <p:nvPr>
            <p:ph type="body" idx="1"/>
          </p:nvPr>
        </p:nvSpPr>
        <p:spPr>
          <a:xfrm>
            <a:off x="713100" y="1239752"/>
            <a:ext cx="7717800" cy="5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Healthcare Crisis in Pakistan</a:t>
            </a:r>
            <a:r>
              <a:rPr lang="en-US" b="1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b="1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SzPts val="1100"/>
              <a:buNone/>
            </a:pPr>
            <a:endParaRPr lang="en-US" b="1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71450" lvl="0" indent="-171450">
              <a:buSzPts val="1100"/>
              <a:buFont typeface="Courier New" panose="02070309020205020404" pitchFamily="49" charset="0"/>
              <a:buChar char="o"/>
            </a:pPr>
            <a:r>
              <a:rPr lang="en-US" b="1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Limited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access to medical professionals, especially in rural areas· </a:t>
            </a:r>
            <a:endParaRPr lang="en-US" b="1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71450" lvl="0" indent="-171450">
              <a:buSzPts val="1100"/>
              <a:buFont typeface="Courier New" panose="02070309020205020404" pitchFamily="49" charset="0"/>
              <a:buChar char="o"/>
            </a:pPr>
            <a:r>
              <a:rPr lang="en-US" b="1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Long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waiting times at hospitals· </a:t>
            </a:r>
            <a:endParaRPr lang="en-US" b="1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71450" lvl="0" indent="-171450">
              <a:buSzPts val="1100"/>
              <a:buFont typeface="Courier New" panose="02070309020205020404" pitchFamily="49" charset="0"/>
              <a:buChar char="o"/>
            </a:pPr>
            <a:r>
              <a:rPr lang="en-US" b="1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High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consultation costs for underserved populations· </a:t>
            </a:r>
            <a:endParaRPr lang="en-US" b="1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71450" lvl="0" indent="-171450">
              <a:buSzPts val="1100"/>
              <a:buFont typeface="Courier New" panose="02070309020205020404" pitchFamily="49" charset="0"/>
              <a:buChar char="o"/>
            </a:pPr>
            <a:r>
              <a:rPr lang="en-US" b="1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Language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barriers and low health </a:t>
            </a:r>
            <a:r>
              <a:rPr lang="en-US" b="1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literacy.</a:t>
            </a:r>
            <a:endParaRPr lang="en-US" b="1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SzPts val="1100"/>
              <a:buNone/>
            </a:pPr>
            <a:endParaRPr lang="en-US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SzPts val="1100"/>
              <a:buNone/>
            </a:pPr>
            <a:endParaRPr lang="en-US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b="1" dirty="0">
              <a:solidFill>
                <a:srgbClr val="188077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b="1" dirty="0">
              <a:solidFill>
                <a:srgbClr val="188077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b="1" dirty="0">
              <a:solidFill>
                <a:srgbClr val="188077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b="1" dirty="0">
              <a:solidFill>
                <a:srgbClr val="188077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b="1" dirty="0">
              <a:solidFill>
                <a:srgbClr val="188077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b="1" dirty="0">
              <a:solidFill>
                <a:srgbClr val="188077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dirty="0">
              <a:solidFill>
                <a:srgbClr val="18807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234440" y="2741930"/>
          <a:ext cx="6316980" cy="1859280"/>
        </p:xfrm>
        <a:graphic>
          <a:graphicData uri="http://schemas.openxmlformats.org/drawingml/2006/table">
            <a:tbl>
              <a:tblPr firstRow="1" bandRow="1">
                <a:tableStyleId>{D03447BB-5D67-496B-8E87-E561075AD55C}</a:tableStyleId>
              </a:tblPr>
              <a:tblGrid>
                <a:gridCol w="2105660"/>
                <a:gridCol w="2105660"/>
                <a:gridCol w="210566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Healthcare challenge</a:t>
                      </a:r>
                      <a:endParaRPr lang="en-US" dirty="0" smtClean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Statistics</a:t>
                      </a:r>
                      <a:endParaRPr lang="en-US" dirty="0" smtClean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Source/Reference</a:t>
                      </a:r>
                      <a:endParaRPr lang="en-US" dirty="0" smtClean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Critical Doctor Shortage</a:t>
                      </a:r>
                      <a:endParaRPr lang="en-US" dirty="0" smtClean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1:1000</a:t>
                      </a:r>
                      <a:r>
                        <a:rPr lang="en-US" baseline="0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 doctor to patient ratio</a:t>
                      </a:r>
                      <a:endParaRPr lang="en-US" baseline="0" dirty="0" smtClean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PMC,</a:t>
                      </a:r>
                      <a:r>
                        <a:rPr lang="en-US" baseline="0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 2023</a:t>
                      </a:r>
                      <a:endParaRPr lang="en-US" baseline="0" dirty="0" smtClean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High</a:t>
                      </a:r>
                      <a:r>
                        <a:rPr lang="en-US" baseline="0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 out of pocket costs</a:t>
                      </a:r>
                      <a:endParaRPr lang="en-US" baseline="0" dirty="0" smtClean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60% of health expenses directly paid</a:t>
                      </a:r>
                      <a:endParaRPr lang="en-US" dirty="0" smtClean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JPMA, 2025</a:t>
                      </a:r>
                      <a:endParaRPr lang="en-US" dirty="0" smtClean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Rural access gap</a:t>
                      </a:r>
                      <a:endParaRPr lang="en-US" dirty="0" smtClean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70% population VS 30% healthcare</a:t>
                      </a:r>
                      <a:r>
                        <a:rPr lang="en-US" baseline="0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 facilities</a:t>
                      </a:r>
                      <a:endParaRPr lang="en-US" baseline="0" dirty="0" smtClean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World Bank, 2024</a:t>
                      </a:r>
                      <a:endParaRPr lang="en-US" dirty="0" smtClean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0"/>
        </a:solidFill>
        <a:effectLst/>
      </p:bgPr>
    </p:bg>
    <p:spTree>
      <p:nvGrpSpPr>
        <p:cNvPr id="1" name="Shape 3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3" name="Google Shape;3893;p33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altLang="en-GB" dirty="0" smtClean="0">
                <a:solidFill>
                  <a:srgbClr val="188077"/>
                </a:solidFill>
                <a:latin typeface="Times New Roman" panose="02020603050405020304" charset="0"/>
                <a:cs typeface="Times New Roman" panose="02020603050405020304" charset="0"/>
              </a:rPr>
              <a:t>PROBLEM STATEMENT</a:t>
            </a:r>
            <a:br>
              <a:rPr lang="en-GB" altLang="en-GB" dirty="0" smtClean="0">
                <a:solidFill>
                  <a:srgbClr val="188077"/>
                </a:solidFill>
              </a:rPr>
            </a:br>
            <a:br>
              <a:rPr lang="en-GB" altLang="en-GB" dirty="0">
                <a:solidFill>
                  <a:srgbClr val="188077"/>
                </a:solidFill>
              </a:rPr>
            </a:br>
            <a:br>
              <a:rPr lang="en-GB" altLang="en-GB" dirty="0" smtClean="0">
                <a:solidFill>
                  <a:srgbClr val="188077"/>
                </a:solidFill>
              </a:rPr>
            </a:br>
            <a:br>
              <a:rPr lang="en-GB" altLang="en-GB" dirty="0">
                <a:solidFill>
                  <a:srgbClr val="188077"/>
                </a:solidFill>
              </a:rPr>
            </a:br>
            <a:br>
              <a:rPr lang="en-GB" altLang="en-GB" dirty="0">
                <a:solidFill>
                  <a:srgbClr val="188077"/>
                </a:solidFill>
              </a:rPr>
            </a:br>
            <a:r>
              <a:rPr lang="en-GB" altLang="en-GB" sz="1600" dirty="0" smtClean="0">
                <a:solidFill>
                  <a:schemeClr val="accent2">
                    <a:lumMod val="2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Result</a:t>
            </a:r>
            <a:r>
              <a:rPr lang="en-GB" altLang="en-GB" sz="1800" dirty="0" smtClean="0">
                <a:solidFill>
                  <a:schemeClr val="accent2">
                    <a:lumMod val="2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GB" altLang="en-GB" sz="2400" dirty="0" smtClean="0">
                <a:solidFill>
                  <a:schemeClr val="accent2">
                    <a:lumMod val="2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GB" altLang="en-GB" sz="14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45% of Pakistanis skip medical care due to costs and distance.</a:t>
            </a:r>
            <a:br>
              <a:rPr lang="en-GB" altLang="en-GB" sz="1400" dirty="0" smtClean="0">
                <a:solidFill>
                  <a:schemeClr val="tx1"/>
                </a:solidFill>
              </a:rPr>
            </a:br>
            <a:br>
              <a:rPr lang="en-GB" altLang="en-GB" dirty="0">
                <a:solidFill>
                  <a:srgbClr val="188077"/>
                </a:solidFill>
              </a:rPr>
            </a:br>
            <a:r>
              <a:rPr lang="en-GB" altLang="en-GB" dirty="0" smtClean="0">
                <a:solidFill>
                  <a:srgbClr val="188077"/>
                </a:solidFill>
                <a:latin typeface="Times New Roman" panose="02020603050405020304" charset="0"/>
                <a:cs typeface="Times New Roman" panose="02020603050405020304" charset="0"/>
              </a:rPr>
              <a:t>SOLUTION</a:t>
            </a:r>
            <a:br>
              <a:rPr lang="en-GB" altLang="en-GB" dirty="0" smtClean="0">
                <a:solidFill>
                  <a:srgbClr val="188077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GB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 AI-powered platform making healthcare accessible, affordable, and </a:t>
            </a:r>
            <a:r>
              <a:rPr lang="en-US" altLang="en-GB" sz="14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understandable.</a:t>
            </a:r>
            <a:endParaRPr lang="en-US" altLang="en-GB" sz="1400" b="0" dirty="0">
              <a:solidFill>
                <a:schemeClr val="tx1"/>
              </a:solidFill>
              <a:latin typeface="Times New Roman" panose="02020603050405020304" charset="0"/>
              <a:ea typeface="Red Hat Display Medium" panose="02010303040201060303"/>
              <a:cs typeface="Times New Roman" panose="02020603050405020304" charset="0"/>
              <a:sym typeface="Red Hat Display Medium" panose="02010303040201060303"/>
            </a:endParaRPr>
          </a:p>
        </p:txBody>
      </p:sp>
      <p:sp>
        <p:nvSpPr>
          <p:cNvPr id="3894" name="Google Shape;3894;p33"/>
          <p:cNvSpPr txBox="1">
            <a:spLocks noGrp="1"/>
          </p:cNvSpPr>
          <p:nvPr>
            <p:ph type="body" idx="1"/>
          </p:nvPr>
        </p:nvSpPr>
        <p:spPr>
          <a:xfrm>
            <a:off x="720720" y="1239752"/>
            <a:ext cx="7717800" cy="5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lvl="0" indent="0">
              <a:buSzPts val="1100"/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b="1" dirty="0">
              <a:solidFill>
                <a:srgbClr val="188077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b="1" dirty="0">
              <a:solidFill>
                <a:srgbClr val="188077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b="1" dirty="0">
              <a:solidFill>
                <a:srgbClr val="188077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b="1" dirty="0">
              <a:solidFill>
                <a:srgbClr val="188077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b="1" dirty="0">
              <a:solidFill>
                <a:srgbClr val="188077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b="1" dirty="0">
              <a:solidFill>
                <a:srgbClr val="188077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dirty="0">
              <a:solidFill>
                <a:srgbClr val="188077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287780" y="1239752"/>
          <a:ext cx="6316980" cy="1341120"/>
        </p:xfrm>
        <a:graphic>
          <a:graphicData uri="http://schemas.openxmlformats.org/drawingml/2006/table">
            <a:tbl>
              <a:tblPr firstRow="1" bandRow="1">
                <a:tableStyleId>{D03447BB-5D67-496B-8E87-E561075AD55C}</a:tableStyleId>
              </a:tblPr>
              <a:tblGrid>
                <a:gridCol w="2105660"/>
                <a:gridCol w="2105660"/>
                <a:gridCol w="210566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Healthcare challenge</a:t>
                      </a:r>
                      <a:endParaRPr lang="en-US" dirty="0" smtClean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Statistics</a:t>
                      </a:r>
                      <a:endParaRPr lang="en-US" dirty="0" smtClean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Source/Reference</a:t>
                      </a:r>
                      <a:endParaRPr lang="en-US" dirty="0" smtClean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Low</a:t>
                      </a:r>
                      <a:r>
                        <a:rPr lang="en-US" baseline="0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 health literacy</a:t>
                      </a:r>
                      <a:endParaRPr lang="en-US" baseline="0" dirty="0" smtClean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Only</a:t>
                      </a:r>
                      <a:r>
                        <a:rPr lang="en-US" baseline="0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 38% understand medical instructions</a:t>
                      </a:r>
                      <a:endParaRPr lang="en-US" baseline="0" dirty="0" smtClean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National</a:t>
                      </a:r>
                      <a:r>
                        <a:rPr lang="en-US" baseline="0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 Health Survey, 2023</a:t>
                      </a:r>
                      <a:endParaRPr lang="en-US" baseline="0" dirty="0" smtClean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Telemedicine</a:t>
                      </a:r>
                      <a:r>
                        <a:rPr lang="en-US" baseline="0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 lag</a:t>
                      </a:r>
                      <a:endParaRPr lang="en-US" baseline="0" dirty="0" smtClean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&lt;15%</a:t>
                      </a:r>
                      <a:r>
                        <a:rPr lang="en-US" baseline="0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 providers offer online consultation</a:t>
                      </a:r>
                      <a:endParaRPr lang="en-US" baseline="0" dirty="0" smtClean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Pakistani</a:t>
                      </a:r>
                      <a:r>
                        <a:rPr lang="en-US" baseline="0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 telehealth, 2024</a:t>
                      </a:r>
                      <a:endParaRPr lang="en-US" baseline="0" dirty="0" smtClean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3"/>
        </a:solidFill>
        <a:effectLst/>
      </p:bgPr>
    </p:bg>
    <p:spTree>
      <p:nvGrpSpPr>
        <p:cNvPr id="1" name="Shape 4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" name="Google Shape;4198;p39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400">
                <a:solidFill>
                  <a:srgbClr val="188077"/>
                </a:solidFill>
                <a:latin typeface="Times New Roman" panose="02020603050405020304" charset="0"/>
                <a:cs typeface="Times New Roman" panose="02020603050405020304" charset="0"/>
              </a:rPr>
              <a:t>EXISTING PLATFORMS VS HEALTHBRIDGE.AI</a:t>
            </a:r>
            <a:endParaRPr lang="en-US" altLang="en-GB" sz="2400" b="0">
              <a:solidFill>
                <a:srgbClr val="188077"/>
              </a:solidFill>
              <a:latin typeface="Times New Roman" panose="02020603050405020304" charset="0"/>
              <a:ea typeface="Red Hat Display Medium" panose="02010303040201060303"/>
              <a:cs typeface="Times New Roman" panose="02020603050405020304" charset="0"/>
              <a:sym typeface="Red Hat Display Medium" panose="02010303040201060303"/>
            </a:endParaRPr>
          </a:p>
        </p:txBody>
      </p:sp>
      <p:graphicFrame>
        <p:nvGraphicFramePr>
          <p:cNvPr id="4199" name="Google Shape;4199;p39"/>
          <p:cNvGraphicFramePr/>
          <p:nvPr/>
        </p:nvGraphicFramePr>
        <p:xfrm>
          <a:off x="460852" y="1352550"/>
          <a:ext cx="5071125" cy="3181370"/>
        </p:xfrm>
        <a:graphic>
          <a:graphicData uri="http://schemas.openxmlformats.org/drawingml/2006/table">
            <a:tbl>
              <a:tblPr>
                <a:noFill/>
                <a:tableStyleId>{ECF1DDBA-12CE-4A31-9746-1ACB84189BB3}</a:tableStyleId>
              </a:tblPr>
              <a:tblGrid>
                <a:gridCol w="1690375"/>
                <a:gridCol w="1690375"/>
                <a:gridCol w="1690375"/>
              </a:tblGrid>
              <a:tr h="50567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800" b="1">
                          <a:solidFill>
                            <a:srgbClr val="F9FBEE"/>
                          </a:solidFill>
                          <a:latin typeface="Times New Roman" panose="02020603050405020304" charset="0"/>
                          <a:ea typeface="Red Hat Display" panose="02010303040201060303"/>
                          <a:cs typeface="Times New Roman" panose="02020603050405020304" charset="0"/>
                          <a:sym typeface="Red Hat Display" panose="02010303040201060303"/>
                        </a:rPr>
                        <a:t>Existing Platforms</a:t>
                      </a:r>
                      <a:endParaRPr lang="en-US" altLang="en-GB" sz="1800" b="1">
                        <a:solidFill>
                          <a:srgbClr val="F9FBEE"/>
                        </a:solidFill>
                        <a:latin typeface="Times New Roman" panose="02020603050405020304" charset="0"/>
                        <a:ea typeface="Red Hat Display" panose="02010303040201060303"/>
                        <a:cs typeface="Times New Roman" panose="02020603050405020304" charset="0"/>
                        <a:sym typeface="Red Hat Display" panose="02010303040201060303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8077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9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500" b="1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Red Hat Display" panose="02010303040201060303"/>
                          <a:cs typeface="Times New Roman" panose="02020603050405020304" charset="0"/>
                          <a:sym typeface="Red Hat Display" panose="02010303040201060303"/>
                        </a:rPr>
                        <a:t>1.</a:t>
                      </a:r>
                      <a:endParaRPr lang="en-GB" sz="2500" b="1">
                        <a:solidFill>
                          <a:schemeClr val="dk1"/>
                        </a:solidFill>
                        <a:latin typeface="Times New Roman" panose="02020603050405020304" charset="0"/>
                        <a:ea typeface="Red Hat Display" panose="02010303040201060303"/>
                        <a:cs typeface="Times New Roman" panose="02020603050405020304" charset="0"/>
                        <a:sym typeface="Red Hat Display" panose="02010303040201060303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500" b="1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Red Hat Display" panose="02010303040201060303"/>
                          <a:cs typeface="Times New Roman" panose="02020603050405020304" charset="0"/>
                          <a:sym typeface="Red Hat Display" panose="02010303040201060303"/>
                        </a:rPr>
                        <a:t>2.</a:t>
                      </a:r>
                      <a:endParaRPr lang="en-GB" sz="2500" b="1">
                        <a:solidFill>
                          <a:schemeClr val="dk1"/>
                        </a:solidFill>
                        <a:latin typeface="Times New Roman" panose="02020603050405020304" charset="0"/>
                        <a:ea typeface="Red Hat Display" panose="02010303040201060303"/>
                        <a:cs typeface="Times New Roman" panose="02020603050405020304" charset="0"/>
                        <a:sym typeface="Red Hat Display" panose="02010303040201060303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500" b="1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Red Hat Display" panose="02010303040201060303"/>
                          <a:cs typeface="Times New Roman" panose="02020603050405020304" charset="0"/>
                          <a:sym typeface="Red Hat Display" panose="02010303040201060303"/>
                        </a:rPr>
                        <a:t>3.</a:t>
                      </a:r>
                      <a:endParaRPr lang="en-GB" sz="2500" b="1">
                        <a:solidFill>
                          <a:schemeClr val="dk1"/>
                        </a:solidFill>
                        <a:latin typeface="Times New Roman" panose="02020603050405020304" charset="0"/>
                        <a:ea typeface="Red Hat Display" panose="02010303040201060303"/>
                        <a:cs typeface="Times New Roman" panose="02020603050405020304" charset="0"/>
                        <a:sym typeface="Red Hat Display" panose="02010303040201060303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800" b="1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Red Hat Display" panose="02010303040201060303"/>
                          <a:cs typeface="Times New Roman" panose="02020603050405020304" charset="0"/>
                          <a:sym typeface="Red Hat Display" panose="02010303040201060303"/>
                        </a:rPr>
                        <a:t>Oladoc</a:t>
                      </a:r>
                      <a:endParaRPr lang="en-US" altLang="en-GB" sz="1800" b="1">
                        <a:solidFill>
                          <a:schemeClr val="dk1"/>
                        </a:solidFill>
                        <a:latin typeface="Times New Roman" panose="02020603050405020304" charset="0"/>
                        <a:ea typeface="Red Hat Display" panose="02010303040201060303"/>
                        <a:cs typeface="Times New Roman" panose="02020603050405020304" charset="0"/>
                        <a:sym typeface="Red Hat Display" panose="02010303040201060303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Red Hat Display" panose="02010303040201060303"/>
                          <a:cs typeface="Times New Roman" panose="02020603050405020304" charset="0"/>
                          <a:sym typeface="Red Hat Display" panose="02010303040201060303"/>
                        </a:rPr>
                        <a:t>Mar</a:t>
                      </a:r>
                      <a:r>
                        <a:rPr lang="en-US" altLang="en-GB" sz="1800" b="1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Red Hat Display" panose="02010303040201060303"/>
                          <a:cs typeface="Times New Roman" panose="02020603050405020304" charset="0"/>
                          <a:sym typeface="Red Hat Display" panose="02010303040201060303"/>
                        </a:rPr>
                        <a:t>ham</a:t>
                      </a:r>
                      <a:endParaRPr lang="en-US" altLang="en-GB" sz="1800" b="1">
                        <a:solidFill>
                          <a:schemeClr val="dk1"/>
                        </a:solidFill>
                        <a:latin typeface="Times New Roman" panose="02020603050405020304" charset="0"/>
                        <a:ea typeface="Red Hat Display" panose="02010303040201060303"/>
                        <a:cs typeface="Times New Roman" panose="02020603050405020304" charset="0"/>
                        <a:sym typeface="Red Hat Display" panose="02010303040201060303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Red Hat Display" panose="02010303040201060303"/>
                          <a:cs typeface="Times New Roman" panose="02020603050405020304" charset="0"/>
                          <a:sym typeface="Red Hat Display" panose="02010303040201060303"/>
                        </a:rPr>
                        <a:t>S</a:t>
                      </a:r>
                      <a:r>
                        <a:rPr lang="en-US" altLang="en-GB" sz="1800" b="1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Red Hat Display" panose="02010303040201060303"/>
                          <a:cs typeface="Times New Roman" panose="02020603050405020304" charset="0"/>
                          <a:sym typeface="Red Hat Display" panose="02010303040201060303"/>
                        </a:rPr>
                        <a:t>ehat Kahani</a:t>
                      </a:r>
                      <a:endParaRPr lang="en-US" altLang="en-GB" sz="1800" b="1">
                        <a:solidFill>
                          <a:schemeClr val="dk1"/>
                        </a:solidFill>
                        <a:latin typeface="Times New Roman" panose="02020603050405020304" charset="0"/>
                        <a:ea typeface="Red Hat Display" panose="02010303040201060303"/>
                        <a:cs typeface="Times New Roman" panose="02020603050405020304" charset="0"/>
                        <a:sym typeface="Red Hat Display" panose="02010303040201060303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68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Red Hat Display" panose="02010303040201060303"/>
                          <a:cs typeface="Times New Roman" panose="02020603050405020304" charset="0"/>
                          <a:sym typeface="Red Hat Display" panose="02010303040201060303"/>
                        </a:rPr>
                        <a:t>Online doctor appointment booking platform.</a:t>
                      </a:r>
                      <a:endParaRPr lang="en-US" altLang="en-US">
                        <a:solidFill>
                          <a:schemeClr val="dk1"/>
                        </a:solidFill>
                        <a:latin typeface="Times New Roman" panose="02020603050405020304" charset="0"/>
                        <a:ea typeface="Red Hat Display" panose="02010303040201060303"/>
                        <a:cs typeface="Times New Roman" panose="02020603050405020304" charset="0"/>
                        <a:sym typeface="Red Hat Display" panose="02010303040201060303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Red Hat Display" panose="02010303040201060303"/>
                          <a:cs typeface="Times New Roman" panose="02020603050405020304" charset="0"/>
                          <a:sym typeface="Red Hat Display" panose="02010303040201060303"/>
                        </a:rPr>
                        <a:t>Telemedicine and online consultations.</a:t>
                      </a:r>
                      <a:endParaRPr lang="en-US" altLang="en-US">
                        <a:solidFill>
                          <a:schemeClr val="dk1"/>
                        </a:solidFill>
                        <a:latin typeface="Times New Roman" panose="02020603050405020304" charset="0"/>
                        <a:ea typeface="Red Hat Display" panose="02010303040201060303"/>
                        <a:cs typeface="Times New Roman" panose="02020603050405020304" charset="0"/>
                        <a:sym typeface="Red Hat Display" panose="02010303040201060303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Red Hat Display" panose="02010303040201060303"/>
                          <a:cs typeface="Times New Roman" panose="02020603050405020304" charset="0"/>
                          <a:sym typeface="Red Hat Display" panose="02010303040201060303"/>
                        </a:rPr>
                        <a:t>Video-based digital healthcare services.</a:t>
                      </a:r>
                      <a:endParaRPr lang="en-US" altLang="en-US">
                        <a:solidFill>
                          <a:schemeClr val="dk1"/>
                        </a:solidFill>
                        <a:latin typeface="Times New Roman" panose="02020603050405020304" charset="0"/>
                        <a:ea typeface="Red Hat Display" panose="02010303040201060303"/>
                        <a:cs typeface="Times New Roman" panose="02020603050405020304" charset="0"/>
                        <a:sym typeface="Red Hat Display" panose="02010303040201060303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85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Times New Roman" panose="02020603050405020304" charset="0"/>
                        <a:ea typeface="Red Hat Display" panose="02010303040201060303"/>
                        <a:cs typeface="Times New Roman" panose="02020603050405020304" charset="0"/>
                        <a:sym typeface="Red Hat Display" panose="02010303040201060303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Times New Roman" panose="02020603050405020304" charset="0"/>
                        <a:ea typeface="Red Hat Display" panose="02010303040201060303"/>
                        <a:cs typeface="Times New Roman" panose="02020603050405020304" charset="0"/>
                        <a:sym typeface="Red Hat Display" panose="02010303040201060303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Times New Roman" panose="02020603050405020304" charset="0"/>
                        <a:ea typeface="Red Hat Display" panose="02010303040201060303"/>
                        <a:cs typeface="Times New Roman" panose="02020603050405020304" charset="0"/>
                        <a:sym typeface="Red Hat Display" panose="02010303040201060303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4201" name="Google Shape;4201;p39"/>
          <p:cNvGraphicFramePr/>
          <p:nvPr>
            <p:custDataLst>
              <p:tags r:id="rId1"/>
            </p:custDataLst>
          </p:nvPr>
        </p:nvGraphicFramePr>
        <p:xfrm>
          <a:off x="5748020" y="1352550"/>
          <a:ext cx="2440305" cy="3181350"/>
        </p:xfrm>
        <a:graphic>
          <a:graphicData uri="http://schemas.openxmlformats.org/drawingml/2006/table">
            <a:tbl>
              <a:tblPr>
                <a:noFill/>
                <a:tableStyleId>{ECF1DDBA-12CE-4A31-9746-1ACB84189BB3}</a:tableStyleId>
              </a:tblPr>
              <a:tblGrid>
                <a:gridCol w="2440305"/>
              </a:tblGrid>
              <a:tr h="51244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800" b="1">
                          <a:solidFill>
                            <a:srgbClr val="F9FBEE"/>
                          </a:solidFill>
                          <a:latin typeface="Times New Roman" panose="02020603050405020304" charset="0"/>
                          <a:ea typeface="Red Hat Display" panose="02010303040201060303"/>
                          <a:cs typeface="Times New Roman" panose="02020603050405020304" charset="0"/>
                          <a:sym typeface="Red Hat Display" panose="02010303040201060303"/>
                        </a:rPr>
                        <a:t>HealthBridge.ai</a:t>
                      </a:r>
                      <a:endParaRPr lang="en-US" altLang="en-GB" sz="1800" b="1">
                        <a:solidFill>
                          <a:srgbClr val="F9FBEE"/>
                        </a:solidFill>
                        <a:latin typeface="Times New Roman" panose="02020603050405020304" charset="0"/>
                        <a:ea typeface="Red Hat Display" panose="02010303040201060303"/>
                        <a:cs typeface="Times New Roman" panose="02020603050405020304" charset="0"/>
                        <a:sym typeface="Red Hat Display" panose="02010303040201060303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8077"/>
                    </a:solidFill>
                  </a:tcPr>
                </a:tc>
              </a:tr>
              <a:tr h="1871345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Red Hat Display" panose="02010303040201060303"/>
                          <a:cs typeface="Times New Roman" panose="02020603050405020304" charset="0"/>
                          <a:sym typeface="Red Hat Display" panose="02010303040201060303"/>
                        </a:rPr>
                        <a:t>HealthBridge.ai uses AI to explain medical reports, symptoms, and terms in simple Urdu/English, helping patients understand their health independently before visiting a doctor.</a:t>
                      </a:r>
                      <a:endParaRPr lang="en-US" altLang="en-US">
                        <a:solidFill>
                          <a:schemeClr val="dk1"/>
                        </a:solidFill>
                        <a:latin typeface="Times New Roman" panose="02020603050405020304" charset="0"/>
                        <a:ea typeface="Red Hat Display" panose="02010303040201060303"/>
                        <a:cs typeface="Times New Roman" panose="02020603050405020304" charset="0"/>
                        <a:sym typeface="Red Hat Display" panose="02010303040201060303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97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Times New Roman" panose="02020603050405020304" charset="0"/>
                        <a:ea typeface="Red Hat Display" panose="02010303040201060303"/>
                        <a:cs typeface="Times New Roman" panose="02020603050405020304" charset="0"/>
                        <a:sym typeface="Red Hat Display" panose="02010303040201060303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5578" name="Google Shape;5578;p60"/>
          <p:cNvSpPr/>
          <p:nvPr/>
        </p:nvSpPr>
        <p:spPr>
          <a:xfrm>
            <a:off x="-575945" y="4347845"/>
            <a:ext cx="1423670" cy="1405255"/>
          </a:xfrm>
          <a:custGeom>
            <a:avLst/>
            <a:gdLst/>
            <a:ahLst/>
            <a:cxnLst/>
            <a:rect l="l" t="t" r="r" b="b"/>
            <a:pathLst>
              <a:path w="51923" h="51924" extrusionOk="0">
                <a:moveTo>
                  <a:pt x="25962" y="51923"/>
                </a:moveTo>
                <a:cubicBezTo>
                  <a:pt x="40306" y="51923"/>
                  <a:pt x="51923" y="40290"/>
                  <a:pt x="51923" y="25962"/>
                </a:cubicBezTo>
                <a:cubicBezTo>
                  <a:pt x="51923" y="11617"/>
                  <a:pt x="40306" y="0"/>
                  <a:pt x="25962" y="0"/>
                </a:cubicBezTo>
                <a:cubicBezTo>
                  <a:pt x="11617" y="0"/>
                  <a:pt x="0" y="11617"/>
                  <a:pt x="0" y="25962"/>
                </a:cubicBezTo>
                <a:lnTo>
                  <a:pt x="15400" y="25962"/>
                </a:lnTo>
                <a:cubicBezTo>
                  <a:pt x="15400" y="20120"/>
                  <a:pt x="20120" y="15400"/>
                  <a:pt x="25962" y="15400"/>
                </a:cubicBezTo>
                <a:cubicBezTo>
                  <a:pt x="31787" y="15400"/>
                  <a:pt x="36524" y="20120"/>
                  <a:pt x="36524" y="25962"/>
                </a:cubicBezTo>
                <a:cubicBezTo>
                  <a:pt x="36524" y="31787"/>
                  <a:pt x="31787" y="36524"/>
                  <a:pt x="25962" y="36524"/>
                </a:cubicBezTo>
                <a:lnTo>
                  <a:pt x="25962" y="51923"/>
                </a:lnTo>
                <a:close/>
              </a:path>
            </a:pathLst>
          </a:custGeom>
          <a:solidFill>
            <a:srgbClr val="1880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" grpId="0"/>
      <p:bldP spid="557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3"/>
        </a:solidFill>
        <a:effectLst/>
      </p:bgPr>
    </p:bg>
    <p:spTree>
      <p:nvGrpSpPr>
        <p:cNvPr id="1" name="Shape 3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2" name="Google Shape;3902;p34"/>
          <p:cNvSpPr/>
          <p:nvPr/>
        </p:nvSpPr>
        <p:spPr>
          <a:xfrm>
            <a:off x="4224150" y="1205016"/>
            <a:ext cx="695700" cy="695700"/>
          </a:xfrm>
          <a:prstGeom prst="ellipse">
            <a:avLst/>
          </a:prstGeom>
          <a:solidFill>
            <a:srgbClr val="188077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03" name="Google Shape;3903;p34"/>
          <p:cNvSpPr/>
          <p:nvPr/>
        </p:nvSpPr>
        <p:spPr>
          <a:xfrm>
            <a:off x="6909450" y="1205016"/>
            <a:ext cx="695700" cy="695700"/>
          </a:xfrm>
          <a:prstGeom prst="ellipse">
            <a:avLst/>
          </a:prstGeom>
          <a:solidFill>
            <a:srgbClr val="188077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04" name="Google Shape;3904;p34"/>
          <p:cNvSpPr/>
          <p:nvPr/>
        </p:nvSpPr>
        <p:spPr>
          <a:xfrm>
            <a:off x="1538850" y="2965765"/>
            <a:ext cx="695700" cy="695700"/>
          </a:xfrm>
          <a:prstGeom prst="ellipse">
            <a:avLst/>
          </a:prstGeom>
          <a:solidFill>
            <a:srgbClr val="188077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05" name="Google Shape;3905;p34"/>
          <p:cNvSpPr/>
          <p:nvPr/>
        </p:nvSpPr>
        <p:spPr>
          <a:xfrm>
            <a:off x="4224150" y="2965765"/>
            <a:ext cx="695700" cy="695700"/>
          </a:xfrm>
          <a:prstGeom prst="ellipse">
            <a:avLst/>
          </a:prstGeom>
          <a:solidFill>
            <a:srgbClr val="188077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06" name="Google Shape;3906;p34"/>
          <p:cNvSpPr/>
          <p:nvPr/>
        </p:nvSpPr>
        <p:spPr>
          <a:xfrm>
            <a:off x="6909450" y="2965765"/>
            <a:ext cx="695700" cy="695700"/>
          </a:xfrm>
          <a:prstGeom prst="ellipse">
            <a:avLst/>
          </a:prstGeom>
          <a:solidFill>
            <a:srgbClr val="188077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07" name="Google Shape;3907;p34"/>
          <p:cNvSpPr/>
          <p:nvPr/>
        </p:nvSpPr>
        <p:spPr>
          <a:xfrm>
            <a:off x="1538850" y="1205016"/>
            <a:ext cx="695700" cy="695700"/>
          </a:xfrm>
          <a:prstGeom prst="ellipse">
            <a:avLst/>
          </a:prstGeom>
          <a:solidFill>
            <a:srgbClr val="188077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n>
                <a:solidFill>
                  <a:sysClr val="windowText" lastClr="0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908" name="Google Shape;3908;p34"/>
          <p:cNvSpPr txBox="1">
            <a:spLocks noGrp="1"/>
          </p:cNvSpPr>
          <p:nvPr>
            <p:ph type="title"/>
          </p:nvPr>
        </p:nvSpPr>
        <p:spPr>
          <a:xfrm>
            <a:off x="713105" y="459105"/>
            <a:ext cx="7557770" cy="572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solidFill>
                  <a:srgbClr val="188077"/>
                </a:solidFill>
                <a:latin typeface="Times New Roman" panose="02020603050405020304" charset="0"/>
                <a:cs typeface="Times New Roman" panose="02020603050405020304" charset="0"/>
              </a:rPr>
              <a:t>OBJECTIVES</a:t>
            </a:r>
            <a:r>
              <a:rPr lang="en-GB">
                <a:solidFill>
                  <a:srgbClr val="188077"/>
                </a:solidFill>
                <a:latin typeface="Times New Roman" panose="02020603050405020304" charset="0"/>
                <a:cs typeface="Times New Roman" panose="02020603050405020304" charset="0"/>
              </a:rPr>
              <a:t> OF </a:t>
            </a:r>
            <a:r>
              <a:rPr lang="en-US" altLang="en-GB">
                <a:solidFill>
                  <a:srgbClr val="188077"/>
                </a:solidFill>
                <a:latin typeface="Times New Roman" panose="02020603050405020304" charset="0"/>
                <a:cs typeface="Times New Roman" panose="02020603050405020304" charset="0"/>
              </a:rPr>
              <a:t>THE PROJECT</a:t>
            </a:r>
            <a:endParaRPr lang="en-US" altLang="en-GB" b="0">
              <a:solidFill>
                <a:srgbClr val="188077"/>
              </a:solidFill>
              <a:latin typeface="Times New Roman" panose="02020603050405020304" charset="0"/>
              <a:ea typeface="Red Hat Display Medium" panose="02010303040201060303"/>
              <a:cs typeface="Times New Roman" panose="02020603050405020304" charset="0"/>
              <a:sym typeface="Red Hat Display Medium" panose="02010303040201060303"/>
            </a:endParaRPr>
          </a:p>
        </p:txBody>
      </p:sp>
      <p:sp>
        <p:nvSpPr>
          <p:cNvPr id="3909" name="Google Shape;3909;p34"/>
          <p:cNvSpPr txBox="1">
            <a:spLocks noGrp="1"/>
          </p:cNvSpPr>
          <p:nvPr>
            <p:ph type="title" idx="7"/>
          </p:nvPr>
        </p:nvSpPr>
        <p:spPr>
          <a:xfrm>
            <a:off x="1472700" y="1351767"/>
            <a:ext cx="828000" cy="39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9FBEE"/>
                </a:solidFill>
                <a:latin typeface="Times New Roman" panose="02020603050405020304" charset="0"/>
                <a:cs typeface="Times New Roman" panose="02020603050405020304" charset="0"/>
              </a:rPr>
              <a:t>1.</a:t>
            </a:r>
            <a:endParaRPr lang="en-GB">
              <a:solidFill>
                <a:srgbClr val="F9FBE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10" name="Google Shape;3910;p34"/>
          <p:cNvSpPr txBox="1">
            <a:spLocks noGrp="1"/>
          </p:cNvSpPr>
          <p:nvPr>
            <p:ph type="subTitle" idx="3"/>
          </p:nvPr>
        </p:nvSpPr>
        <p:spPr>
          <a:xfrm>
            <a:off x="3398400" y="2064495"/>
            <a:ext cx="2347200" cy="39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AI Report Scanner</a:t>
            </a:r>
            <a:endParaRPr lang="en-US" altLang="en-GB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11" name="Google Shape;3911;p34"/>
          <p:cNvSpPr txBox="1">
            <a:spLocks noGrp="1"/>
          </p:cNvSpPr>
          <p:nvPr>
            <p:ph type="subTitle" idx="1"/>
          </p:nvPr>
        </p:nvSpPr>
        <p:spPr>
          <a:xfrm>
            <a:off x="594995" y="2064385"/>
            <a:ext cx="2583180" cy="39243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AI Symptom Checker</a:t>
            </a:r>
            <a:endParaRPr lang="en-US" altLang="en-GB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14" name="Google Shape;3914;p34"/>
          <p:cNvSpPr txBox="1">
            <a:spLocks noGrp="1"/>
          </p:cNvSpPr>
          <p:nvPr>
            <p:ph type="subTitle" idx="5"/>
          </p:nvPr>
        </p:nvSpPr>
        <p:spPr>
          <a:xfrm>
            <a:off x="5661025" y="2064385"/>
            <a:ext cx="3361055" cy="39243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Video Consultation Platform</a:t>
            </a:r>
            <a:endParaRPr lang="en-US" altLang="en-GB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16" name="Google Shape;3916;p34"/>
          <p:cNvSpPr txBox="1">
            <a:spLocks noGrp="1"/>
          </p:cNvSpPr>
          <p:nvPr>
            <p:ph type="title" idx="8"/>
          </p:nvPr>
        </p:nvSpPr>
        <p:spPr>
          <a:xfrm>
            <a:off x="4158000" y="1351767"/>
            <a:ext cx="828000" cy="39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9FBEE"/>
                </a:solidFill>
                <a:latin typeface="Times New Roman" panose="02020603050405020304" charset="0"/>
                <a:cs typeface="Times New Roman" panose="02020603050405020304" charset="0"/>
              </a:rPr>
              <a:t>2.</a:t>
            </a:r>
            <a:endParaRPr lang="en-GB">
              <a:solidFill>
                <a:srgbClr val="F9FBE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17" name="Google Shape;3917;p34"/>
          <p:cNvSpPr txBox="1">
            <a:spLocks noGrp="1"/>
          </p:cNvSpPr>
          <p:nvPr>
            <p:ph type="title" idx="9"/>
          </p:nvPr>
        </p:nvSpPr>
        <p:spPr>
          <a:xfrm>
            <a:off x="6843300" y="1351767"/>
            <a:ext cx="828000" cy="39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9FBEE"/>
                </a:solidFill>
                <a:latin typeface="Times New Roman" panose="02020603050405020304" charset="0"/>
                <a:cs typeface="Times New Roman" panose="02020603050405020304" charset="0"/>
              </a:rPr>
              <a:t>3.</a:t>
            </a:r>
            <a:endParaRPr lang="en-GB">
              <a:solidFill>
                <a:srgbClr val="F9FBE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18" name="Google Shape;3918;p34"/>
          <p:cNvSpPr txBox="1">
            <a:spLocks noGrp="1"/>
          </p:cNvSpPr>
          <p:nvPr>
            <p:ph type="subTitle" idx="13"/>
          </p:nvPr>
        </p:nvSpPr>
        <p:spPr>
          <a:xfrm>
            <a:off x="519430" y="3860165"/>
            <a:ext cx="2878455" cy="39243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Doctor-</a:t>
            </a:r>
            <a:r>
              <a:rPr lang="en-US" altLang="en-GB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patient Matching</a:t>
            </a:r>
            <a:endParaRPr lang="en-US" altLang="en-GB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20" name="Google Shape;3920;p34"/>
          <p:cNvSpPr txBox="1">
            <a:spLocks noGrp="1"/>
          </p:cNvSpPr>
          <p:nvPr>
            <p:ph type="subTitle" idx="15"/>
          </p:nvPr>
        </p:nvSpPr>
        <p:spPr>
          <a:xfrm>
            <a:off x="3397765" y="4046976"/>
            <a:ext cx="2347200" cy="39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Medicine Tracker &amp; Reminders</a:t>
            </a:r>
            <a:endParaRPr lang="en-US" altLang="en-GB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22" name="Google Shape;3922;p34"/>
          <p:cNvSpPr txBox="1">
            <a:spLocks noGrp="1"/>
          </p:cNvSpPr>
          <p:nvPr>
            <p:ph type="subTitle" idx="17"/>
          </p:nvPr>
        </p:nvSpPr>
        <p:spPr>
          <a:xfrm>
            <a:off x="6083700" y="3860286"/>
            <a:ext cx="2347200" cy="39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Simple &amp; Accessible Design</a:t>
            </a:r>
            <a:endParaRPr lang="en-US" altLang="en-GB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24" name="Google Shape;3924;p34"/>
          <p:cNvSpPr txBox="1">
            <a:spLocks noGrp="1"/>
          </p:cNvSpPr>
          <p:nvPr>
            <p:ph type="title" idx="19"/>
          </p:nvPr>
        </p:nvSpPr>
        <p:spPr>
          <a:xfrm>
            <a:off x="1472700" y="3108476"/>
            <a:ext cx="828000" cy="39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9FBEE"/>
                </a:solidFill>
                <a:latin typeface="Times New Roman" panose="02020603050405020304" charset="0"/>
                <a:cs typeface="Times New Roman" panose="02020603050405020304" charset="0"/>
              </a:rPr>
              <a:t>4.</a:t>
            </a:r>
            <a:endParaRPr lang="en-GB">
              <a:solidFill>
                <a:srgbClr val="F9FBE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25" name="Google Shape;3925;p34"/>
          <p:cNvSpPr txBox="1">
            <a:spLocks noGrp="1"/>
          </p:cNvSpPr>
          <p:nvPr>
            <p:ph type="title" idx="20"/>
          </p:nvPr>
        </p:nvSpPr>
        <p:spPr>
          <a:xfrm>
            <a:off x="4158000" y="3108476"/>
            <a:ext cx="828000" cy="39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9FBEE"/>
                </a:solidFill>
                <a:latin typeface="Times New Roman" panose="02020603050405020304" charset="0"/>
                <a:cs typeface="Times New Roman" panose="02020603050405020304" charset="0"/>
              </a:rPr>
              <a:t>5.</a:t>
            </a:r>
            <a:endParaRPr lang="en-GB">
              <a:solidFill>
                <a:srgbClr val="F9FBE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26" name="Google Shape;3926;p34"/>
          <p:cNvSpPr txBox="1">
            <a:spLocks noGrp="1"/>
          </p:cNvSpPr>
          <p:nvPr>
            <p:ph type="title" idx="21"/>
          </p:nvPr>
        </p:nvSpPr>
        <p:spPr>
          <a:xfrm>
            <a:off x="6843300" y="3108476"/>
            <a:ext cx="828000" cy="39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9FBEE"/>
                </a:solidFill>
                <a:latin typeface="Times New Roman" panose="02020603050405020304" charset="0"/>
                <a:cs typeface="Times New Roman" panose="02020603050405020304" charset="0"/>
              </a:rPr>
              <a:t>6.</a:t>
            </a:r>
            <a:endParaRPr lang="en-GB">
              <a:solidFill>
                <a:srgbClr val="F9FBE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2" grpId="0" animBg="1"/>
      <p:bldP spid="3903" grpId="0" animBg="1"/>
      <p:bldP spid="3904" grpId="0" animBg="1"/>
      <p:bldP spid="3905" grpId="0" animBg="1"/>
      <p:bldP spid="3906" grpId="0" animBg="1"/>
      <p:bldP spid="390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3"/>
        </a:solidFill>
        <a:effectLst/>
      </p:bgPr>
    </p:bg>
    <p:spTree>
      <p:nvGrpSpPr>
        <p:cNvPr id="1" name="Shape 4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9" name="Google Shape;4029;p37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solidFill>
                  <a:srgbClr val="188077"/>
                </a:solidFill>
                <a:latin typeface="Times New Roman" panose="02020603050405020304" charset="0"/>
                <a:cs typeface="Times New Roman" panose="02020603050405020304" charset="0"/>
              </a:rPr>
              <a:t>CORE</a:t>
            </a:r>
            <a:r>
              <a:rPr lang="en-GB">
                <a:solidFill>
                  <a:srgbClr val="188077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>
                <a:solidFill>
                  <a:srgbClr val="188077"/>
                </a:solidFill>
                <a:latin typeface="Times New Roman" panose="02020603050405020304" charset="0"/>
                <a:ea typeface="Red Hat Display Medium" panose="02010303040201060303"/>
                <a:cs typeface="Times New Roman" panose="02020603050405020304" charset="0"/>
                <a:sym typeface="Red Hat Display Medium" panose="02010303040201060303"/>
              </a:rPr>
              <a:t>FEATURES</a:t>
            </a:r>
            <a:endParaRPr lang="en-US" altLang="en-GB">
              <a:solidFill>
                <a:srgbClr val="188077"/>
              </a:solidFill>
              <a:latin typeface="Times New Roman" panose="02020603050405020304" charset="0"/>
              <a:ea typeface="Red Hat Display Medium" panose="02010303040201060303"/>
              <a:cs typeface="Times New Roman" panose="02020603050405020304" charset="0"/>
              <a:sym typeface="Red Hat Display Medium" panose="02010303040201060303"/>
            </a:endParaRPr>
          </a:p>
        </p:txBody>
      </p:sp>
      <p:sp>
        <p:nvSpPr>
          <p:cNvPr id="4034" name="Google Shape;4034;p37"/>
          <p:cNvSpPr/>
          <p:nvPr>
            <p:custDataLst>
              <p:tags r:id="rId1"/>
            </p:custDataLst>
          </p:nvPr>
        </p:nvSpPr>
        <p:spPr>
          <a:xfrm>
            <a:off x="1144819" y="1536157"/>
            <a:ext cx="914400" cy="914400"/>
          </a:xfrm>
          <a:prstGeom prst="ellipse">
            <a:avLst/>
          </a:prstGeom>
          <a:solidFill>
            <a:srgbClr val="188077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35" name="Google Shape;4035;p37"/>
          <p:cNvSpPr/>
          <p:nvPr>
            <p:custDataLst>
              <p:tags r:id="rId2"/>
            </p:custDataLst>
          </p:nvPr>
        </p:nvSpPr>
        <p:spPr>
          <a:xfrm>
            <a:off x="3124806" y="2221957"/>
            <a:ext cx="914400" cy="914400"/>
          </a:xfrm>
          <a:prstGeom prst="ellipse">
            <a:avLst/>
          </a:prstGeom>
          <a:solidFill>
            <a:srgbClr val="188077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36" name="Google Shape;4036;p37"/>
          <p:cNvSpPr/>
          <p:nvPr>
            <p:custDataLst>
              <p:tags r:id="rId3"/>
            </p:custDataLst>
          </p:nvPr>
        </p:nvSpPr>
        <p:spPr>
          <a:xfrm>
            <a:off x="5104794" y="1536157"/>
            <a:ext cx="914400" cy="914400"/>
          </a:xfrm>
          <a:prstGeom prst="ellipse">
            <a:avLst/>
          </a:prstGeom>
          <a:solidFill>
            <a:srgbClr val="188077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37" name="Google Shape;4037;p37"/>
          <p:cNvSpPr/>
          <p:nvPr>
            <p:custDataLst>
              <p:tags r:id="rId4"/>
            </p:custDataLst>
          </p:nvPr>
        </p:nvSpPr>
        <p:spPr>
          <a:xfrm>
            <a:off x="7084781" y="2221957"/>
            <a:ext cx="914400" cy="914400"/>
          </a:xfrm>
          <a:prstGeom prst="ellipse">
            <a:avLst/>
          </a:prstGeom>
          <a:solidFill>
            <a:srgbClr val="188077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4038" name="Google Shape;4038;p37"/>
          <p:cNvCxnSpPr>
            <a:stCxn id="4034" idx="6"/>
            <a:endCxn id="4035" idx="2"/>
          </p:cNvCxnSpPr>
          <p:nvPr>
            <p:custDataLst>
              <p:tags r:id="rId5"/>
            </p:custDataLst>
          </p:nvPr>
        </p:nvCxnSpPr>
        <p:spPr>
          <a:xfrm>
            <a:off x="2059219" y="1993357"/>
            <a:ext cx="1065600" cy="685800"/>
          </a:xfrm>
          <a:prstGeom prst="bentConnector3">
            <a:avLst>
              <a:gd name="adj1" fmla="val 4999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39" name="Google Shape;4039;p37"/>
          <p:cNvCxnSpPr>
            <a:stCxn id="4035" idx="6"/>
            <a:endCxn id="4036" idx="2"/>
          </p:cNvCxnSpPr>
          <p:nvPr>
            <p:custDataLst>
              <p:tags r:id="rId6"/>
            </p:custDataLst>
          </p:nvPr>
        </p:nvCxnSpPr>
        <p:spPr>
          <a:xfrm rot="10800000" flipH="1">
            <a:off x="4039206" y="1993357"/>
            <a:ext cx="1065600" cy="685800"/>
          </a:xfrm>
          <a:prstGeom prst="bentConnector3">
            <a:avLst>
              <a:gd name="adj1" fmla="val 4999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40" name="Google Shape;4040;p37"/>
          <p:cNvCxnSpPr>
            <a:stCxn id="4036" idx="6"/>
            <a:endCxn id="4037" idx="2"/>
          </p:cNvCxnSpPr>
          <p:nvPr>
            <p:custDataLst>
              <p:tags r:id="rId7"/>
            </p:custDataLst>
          </p:nvPr>
        </p:nvCxnSpPr>
        <p:spPr>
          <a:xfrm>
            <a:off x="6019194" y="1993357"/>
            <a:ext cx="1065600" cy="685800"/>
          </a:xfrm>
          <a:prstGeom prst="bentConnector3">
            <a:avLst>
              <a:gd name="adj1" fmla="val 4999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41" name="Google Shape;4041;p37"/>
          <p:cNvSpPr txBox="1"/>
          <p:nvPr>
            <p:custDataLst>
              <p:tags r:id="rId8"/>
            </p:custDataLst>
          </p:nvPr>
        </p:nvSpPr>
        <p:spPr>
          <a:xfrm>
            <a:off x="2685158" y="3314166"/>
            <a:ext cx="1793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Medical Report Analysis</a:t>
            </a:r>
            <a:endParaRPr lang="en-US" altLang="en-GB" sz="1600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</p:txBody>
      </p:sp>
      <p:sp>
        <p:nvSpPr>
          <p:cNvPr id="4042" name="Google Shape;4042;p37"/>
          <p:cNvSpPr txBox="1"/>
          <p:nvPr>
            <p:custDataLst>
              <p:tags r:id="rId9"/>
            </p:custDataLst>
          </p:nvPr>
        </p:nvSpPr>
        <p:spPr>
          <a:xfrm>
            <a:off x="6636870" y="3314166"/>
            <a:ext cx="1793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Doctor Directory &amp; Matching</a:t>
            </a:r>
            <a:endParaRPr lang="en-US" altLang="en-GB" sz="1600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</p:txBody>
      </p:sp>
      <p:sp>
        <p:nvSpPr>
          <p:cNvPr id="4043" name="Google Shape;4043;p37"/>
          <p:cNvSpPr txBox="1"/>
          <p:nvPr>
            <p:custDataLst>
              <p:tags r:id="rId10"/>
            </p:custDataLst>
          </p:nvPr>
        </p:nvSpPr>
        <p:spPr>
          <a:xfrm>
            <a:off x="4665142" y="2516605"/>
            <a:ext cx="1793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Teleconsultation System</a:t>
            </a:r>
            <a:endParaRPr lang="en-US" altLang="en-GB" sz="1600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</p:txBody>
      </p:sp>
      <p:sp>
        <p:nvSpPr>
          <p:cNvPr id="4078" name="Google Shape;4078;p37"/>
          <p:cNvSpPr/>
          <p:nvPr>
            <p:custDataLst>
              <p:tags r:id="rId11"/>
            </p:custDataLst>
          </p:nvPr>
        </p:nvSpPr>
        <p:spPr>
          <a:xfrm>
            <a:off x="965900" y="1424016"/>
            <a:ext cx="394500" cy="3945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79" name="Google Shape;4079;p37"/>
          <p:cNvSpPr/>
          <p:nvPr>
            <p:custDataLst>
              <p:tags r:id="rId12"/>
            </p:custDataLst>
          </p:nvPr>
        </p:nvSpPr>
        <p:spPr>
          <a:xfrm>
            <a:off x="7831925" y="2741866"/>
            <a:ext cx="394500" cy="3945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80" name="Google Shape;4080;p37"/>
          <p:cNvSpPr txBox="1"/>
          <p:nvPr>
            <p:custDataLst>
              <p:tags r:id="rId13"/>
            </p:custDataLst>
          </p:nvPr>
        </p:nvSpPr>
        <p:spPr>
          <a:xfrm>
            <a:off x="705175" y="2516605"/>
            <a:ext cx="1793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AI Health</a:t>
            </a:r>
            <a:endParaRPr lang="en-US" altLang="en-GB" sz="1600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Assistant</a:t>
            </a:r>
            <a:endParaRPr lang="en-US" altLang="en-GB" sz="1600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</p:txBody>
      </p:sp>
      <p:grpSp>
        <p:nvGrpSpPr>
          <p:cNvPr id="5481" name="Google Shape;5481;p59"/>
          <p:cNvGrpSpPr/>
          <p:nvPr/>
        </p:nvGrpSpPr>
        <p:grpSpPr>
          <a:xfrm>
            <a:off x="1400175" y="1753870"/>
            <a:ext cx="421005" cy="511175"/>
            <a:chOff x="4030534" y="1455726"/>
            <a:chExt cx="350341" cy="408309"/>
          </a:xfrm>
          <a:solidFill>
            <a:srgbClr val="F9FBEE"/>
          </a:solidFill>
        </p:grpSpPr>
        <p:sp>
          <p:nvSpPr>
            <p:cNvPr id="5482" name="Google Shape;5482;p59"/>
            <p:cNvSpPr/>
            <p:nvPr/>
          </p:nvSpPr>
          <p:spPr>
            <a:xfrm>
              <a:off x="4161593" y="1797645"/>
              <a:ext cx="20179" cy="12629"/>
            </a:xfrm>
            <a:custGeom>
              <a:avLst/>
              <a:gdLst/>
              <a:ahLst/>
              <a:cxnLst/>
              <a:rect l="l" t="t" r="r" b="b"/>
              <a:pathLst>
                <a:path w="572" h="358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62"/>
                    <a:pt x="72" y="358"/>
                    <a:pt x="167" y="358"/>
                  </a:cubicBezTo>
                  <a:lnTo>
                    <a:pt x="381" y="358"/>
                  </a:lnTo>
                  <a:cubicBezTo>
                    <a:pt x="477" y="358"/>
                    <a:pt x="548" y="286"/>
                    <a:pt x="572" y="191"/>
                  </a:cubicBezTo>
                  <a:cubicBezTo>
                    <a:pt x="572" y="96"/>
                    <a:pt x="477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3" name="Google Shape;5483;p59"/>
            <p:cNvSpPr/>
            <p:nvPr/>
          </p:nvSpPr>
          <p:spPr>
            <a:xfrm>
              <a:off x="4258186" y="1710049"/>
              <a:ext cx="68086" cy="153986"/>
            </a:xfrm>
            <a:custGeom>
              <a:avLst/>
              <a:gdLst/>
              <a:ahLst/>
              <a:cxnLst/>
              <a:rect l="l" t="t" r="r" b="b"/>
              <a:pathLst>
                <a:path w="1930" h="4365" extrusionOk="0">
                  <a:moveTo>
                    <a:pt x="1762" y="1"/>
                  </a:moveTo>
                  <a:cubicBezTo>
                    <a:pt x="1685" y="1"/>
                    <a:pt x="1616" y="47"/>
                    <a:pt x="1597" y="126"/>
                  </a:cubicBezTo>
                  <a:cubicBezTo>
                    <a:pt x="1501" y="412"/>
                    <a:pt x="1358" y="674"/>
                    <a:pt x="1192" y="936"/>
                  </a:cubicBezTo>
                  <a:lnTo>
                    <a:pt x="1120" y="1031"/>
                  </a:lnTo>
                  <a:cubicBezTo>
                    <a:pt x="834" y="1436"/>
                    <a:pt x="501" y="1769"/>
                    <a:pt x="72" y="2031"/>
                  </a:cubicBezTo>
                  <a:cubicBezTo>
                    <a:pt x="25" y="2055"/>
                    <a:pt x="1" y="2102"/>
                    <a:pt x="1" y="2174"/>
                  </a:cubicBezTo>
                  <a:lnTo>
                    <a:pt x="1" y="4174"/>
                  </a:lnTo>
                  <a:cubicBezTo>
                    <a:pt x="1" y="4270"/>
                    <a:pt x="72" y="4365"/>
                    <a:pt x="168" y="4365"/>
                  </a:cubicBezTo>
                  <a:cubicBezTo>
                    <a:pt x="263" y="4365"/>
                    <a:pt x="334" y="4293"/>
                    <a:pt x="334" y="4198"/>
                  </a:cubicBezTo>
                  <a:lnTo>
                    <a:pt x="334" y="2269"/>
                  </a:lnTo>
                  <a:cubicBezTo>
                    <a:pt x="763" y="1983"/>
                    <a:pt x="1120" y="1650"/>
                    <a:pt x="1382" y="1221"/>
                  </a:cubicBezTo>
                  <a:lnTo>
                    <a:pt x="1477" y="1126"/>
                  </a:lnTo>
                  <a:cubicBezTo>
                    <a:pt x="1644" y="840"/>
                    <a:pt x="1811" y="554"/>
                    <a:pt x="1906" y="221"/>
                  </a:cubicBezTo>
                  <a:cubicBezTo>
                    <a:pt x="1930" y="150"/>
                    <a:pt x="1882" y="31"/>
                    <a:pt x="1811" y="7"/>
                  </a:cubicBezTo>
                  <a:cubicBezTo>
                    <a:pt x="1795" y="3"/>
                    <a:pt x="1778" y="1"/>
                    <a:pt x="17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4" name="Google Shape;5484;p59"/>
            <p:cNvSpPr/>
            <p:nvPr/>
          </p:nvSpPr>
          <p:spPr>
            <a:xfrm>
              <a:off x="4030534" y="1455726"/>
              <a:ext cx="350341" cy="408302"/>
            </a:xfrm>
            <a:custGeom>
              <a:avLst/>
              <a:gdLst/>
              <a:ahLst/>
              <a:cxnLst/>
              <a:rect l="l" t="t" r="r" b="b"/>
              <a:pathLst>
                <a:path w="9931" h="11574" extrusionOk="0">
                  <a:moveTo>
                    <a:pt x="6883" y="0"/>
                  </a:moveTo>
                  <a:cubicBezTo>
                    <a:pt x="6263" y="0"/>
                    <a:pt x="5668" y="191"/>
                    <a:pt x="5168" y="548"/>
                  </a:cubicBezTo>
                  <a:lnTo>
                    <a:pt x="4668" y="548"/>
                  </a:lnTo>
                  <a:cubicBezTo>
                    <a:pt x="2477" y="548"/>
                    <a:pt x="691" y="2310"/>
                    <a:pt x="667" y="4501"/>
                  </a:cubicBezTo>
                  <a:lnTo>
                    <a:pt x="72" y="6239"/>
                  </a:lnTo>
                  <a:cubicBezTo>
                    <a:pt x="0" y="6406"/>
                    <a:pt x="72" y="6620"/>
                    <a:pt x="238" y="6716"/>
                  </a:cubicBezTo>
                  <a:lnTo>
                    <a:pt x="715" y="7025"/>
                  </a:lnTo>
                  <a:lnTo>
                    <a:pt x="715" y="8287"/>
                  </a:lnTo>
                  <a:cubicBezTo>
                    <a:pt x="715" y="9240"/>
                    <a:pt x="1524" y="10050"/>
                    <a:pt x="2477" y="10050"/>
                  </a:cubicBezTo>
                  <a:lnTo>
                    <a:pt x="2501" y="10050"/>
                  </a:lnTo>
                  <a:lnTo>
                    <a:pt x="2501" y="11383"/>
                  </a:lnTo>
                  <a:cubicBezTo>
                    <a:pt x="2501" y="11479"/>
                    <a:pt x="2596" y="11574"/>
                    <a:pt x="2667" y="11574"/>
                  </a:cubicBezTo>
                  <a:cubicBezTo>
                    <a:pt x="2763" y="11574"/>
                    <a:pt x="2858" y="11502"/>
                    <a:pt x="2858" y="11407"/>
                  </a:cubicBezTo>
                  <a:lnTo>
                    <a:pt x="2858" y="10050"/>
                  </a:lnTo>
                  <a:lnTo>
                    <a:pt x="3072" y="10050"/>
                  </a:lnTo>
                  <a:cubicBezTo>
                    <a:pt x="3168" y="10050"/>
                    <a:pt x="3239" y="9978"/>
                    <a:pt x="3239" y="9883"/>
                  </a:cubicBezTo>
                  <a:cubicBezTo>
                    <a:pt x="3239" y="9788"/>
                    <a:pt x="3168" y="9692"/>
                    <a:pt x="3072" y="9692"/>
                  </a:cubicBezTo>
                  <a:lnTo>
                    <a:pt x="2477" y="9692"/>
                  </a:lnTo>
                  <a:cubicBezTo>
                    <a:pt x="1691" y="9692"/>
                    <a:pt x="1072" y="9073"/>
                    <a:pt x="1072" y="8287"/>
                  </a:cubicBezTo>
                  <a:lnTo>
                    <a:pt x="1072" y="6930"/>
                  </a:lnTo>
                  <a:cubicBezTo>
                    <a:pt x="1072" y="6859"/>
                    <a:pt x="1024" y="6811"/>
                    <a:pt x="977" y="6787"/>
                  </a:cubicBezTo>
                  <a:lnTo>
                    <a:pt x="405" y="6430"/>
                  </a:lnTo>
                  <a:cubicBezTo>
                    <a:pt x="381" y="6406"/>
                    <a:pt x="381" y="6382"/>
                    <a:pt x="381" y="6358"/>
                  </a:cubicBezTo>
                  <a:lnTo>
                    <a:pt x="1000" y="4596"/>
                  </a:lnTo>
                  <a:cubicBezTo>
                    <a:pt x="1000" y="4572"/>
                    <a:pt x="1000" y="4549"/>
                    <a:pt x="1000" y="4525"/>
                  </a:cubicBezTo>
                  <a:cubicBezTo>
                    <a:pt x="1000" y="2524"/>
                    <a:pt x="2644" y="881"/>
                    <a:pt x="4668" y="881"/>
                  </a:cubicBezTo>
                  <a:lnTo>
                    <a:pt x="4763" y="881"/>
                  </a:lnTo>
                  <a:cubicBezTo>
                    <a:pt x="4192" y="1429"/>
                    <a:pt x="3858" y="2191"/>
                    <a:pt x="3858" y="3048"/>
                  </a:cubicBezTo>
                  <a:cubicBezTo>
                    <a:pt x="3858" y="3786"/>
                    <a:pt x="4120" y="4477"/>
                    <a:pt x="4596" y="5049"/>
                  </a:cubicBezTo>
                  <a:cubicBezTo>
                    <a:pt x="4623" y="5075"/>
                    <a:pt x="4670" y="5094"/>
                    <a:pt x="4720" y="5094"/>
                  </a:cubicBezTo>
                  <a:cubicBezTo>
                    <a:pt x="4760" y="5094"/>
                    <a:pt x="4802" y="5081"/>
                    <a:pt x="4835" y="5049"/>
                  </a:cubicBezTo>
                  <a:cubicBezTo>
                    <a:pt x="4906" y="5001"/>
                    <a:pt x="4906" y="4882"/>
                    <a:pt x="4835" y="4811"/>
                  </a:cubicBezTo>
                  <a:cubicBezTo>
                    <a:pt x="4430" y="4334"/>
                    <a:pt x="4192" y="3691"/>
                    <a:pt x="4192" y="3048"/>
                  </a:cubicBezTo>
                  <a:cubicBezTo>
                    <a:pt x="4192" y="1553"/>
                    <a:pt x="5407" y="332"/>
                    <a:pt x="6915" y="332"/>
                  </a:cubicBezTo>
                  <a:cubicBezTo>
                    <a:pt x="6944" y="332"/>
                    <a:pt x="6973" y="333"/>
                    <a:pt x="7002" y="333"/>
                  </a:cubicBezTo>
                  <a:cubicBezTo>
                    <a:pt x="8407" y="405"/>
                    <a:pt x="9550" y="1524"/>
                    <a:pt x="9598" y="2929"/>
                  </a:cubicBezTo>
                  <a:cubicBezTo>
                    <a:pt x="9669" y="4477"/>
                    <a:pt x="8431" y="5763"/>
                    <a:pt x="6883" y="5763"/>
                  </a:cubicBezTo>
                  <a:cubicBezTo>
                    <a:pt x="6335" y="5763"/>
                    <a:pt x="5811" y="5596"/>
                    <a:pt x="5359" y="5263"/>
                  </a:cubicBezTo>
                  <a:cubicBezTo>
                    <a:pt x="5325" y="5246"/>
                    <a:pt x="5291" y="5238"/>
                    <a:pt x="5259" y="5238"/>
                  </a:cubicBezTo>
                  <a:cubicBezTo>
                    <a:pt x="5202" y="5238"/>
                    <a:pt x="5151" y="5264"/>
                    <a:pt x="5120" y="5311"/>
                  </a:cubicBezTo>
                  <a:cubicBezTo>
                    <a:pt x="5073" y="5406"/>
                    <a:pt x="5097" y="5501"/>
                    <a:pt x="5168" y="5549"/>
                  </a:cubicBezTo>
                  <a:cubicBezTo>
                    <a:pt x="5668" y="5906"/>
                    <a:pt x="6263" y="6096"/>
                    <a:pt x="6883" y="6096"/>
                  </a:cubicBezTo>
                  <a:cubicBezTo>
                    <a:pt x="7383" y="6096"/>
                    <a:pt x="7835" y="5977"/>
                    <a:pt x="8240" y="5787"/>
                  </a:cubicBezTo>
                  <a:lnTo>
                    <a:pt x="8240" y="6216"/>
                  </a:lnTo>
                  <a:cubicBezTo>
                    <a:pt x="8240" y="6335"/>
                    <a:pt x="8240" y="6478"/>
                    <a:pt x="8216" y="6597"/>
                  </a:cubicBezTo>
                  <a:cubicBezTo>
                    <a:pt x="8192" y="6692"/>
                    <a:pt x="8264" y="6787"/>
                    <a:pt x="8359" y="6787"/>
                  </a:cubicBezTo>
                  <a:lnTo>
                    <a:pt x="8383" y="6787"/>
                  </a:lnTo>
                  <a:cubicBezTo>
                    <a:pt x="8478" y="6787"/>
                    <a:pt x="8550" y="6739"/>
                    <a:pt x="8550" y="6644"/>
                  </a:cubicBezTo>
                  <a:cubicBezTo>
                    <a:pt x="8573" y="6501"/>
                    <a:pt x="8573" y="6358"/>
                    <a:pt x="8573" y="6216"/>
                  </a:cubicBezTo>
                  <a:lnTo>
                    <a:pt x="8573" y="5573"/>
                  </a:lnTo>
                  <a:cubicBezTo>
                    <a:pt x="9407" y="5049"/>
                    <a:pt x="9931" y="4096"/>
                    <a:pt x="9931" y="3048"/>
                  </a:cubicBezTo>
                  <a:cubicBezTo>
                    <a:pt x="9931" y="1357"/>
                    <a:pt x="8573" y="0"/>
                    <a:pt x="68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5" name="Google Shape;5485;p59"/>
            <p:cNvSpPr/>
            <p:nvPr/>
          </p:nvSpPr>
          <p:spPr>
            <a:xfrm>
              <a:off x="4189322" y="1479222"/>
              <a:ext cx="168062" cy="168062"/>
            </a:xfrm>
            <a:custGeom>
              <a:avLst/>
              <a:gdLst/>
              <a:ahLst/>
              <a:cxnLst/>
              <a:rect l="l" t="t" r="r" b="b"/>
              <a:pathLst>
                <a:path w="4764" h="4764" extrusionOk="0">
                  <a:moveTo>
                    <a:pt x="2382" y="1"/>
                  </a:moveTo>
                  <a:cubicBezTo>
                    <a:pt x="1072" y="1"/>
                    <a:pt x="0" y="1072"/>
                    <a:pt x="0" y="2382"/>
                  </a:cubicBezTo>
                  <a:cubicBezTo>
                    <a:pt x="0" y="3692"/>
                    <a:pt x="1072" y="4764"/>
                    <a:pt x="2382" y="4764"/>
                  </a:cubicBezTo>
                  <a:cubicBezTo>
                    <a:pt x="3691" y="4764"/>
                    <a:pt x="4763" y="3692"/>
                    <a:pt x="4763" y="2382"/>
                  </a:cubicBezTo>
                  <a:cubicBezTo>
                    <a:pt x="4763" y="1811"/>
                    <a:pt x="4549" y="1263"/>
                    <a:pt x="4168" y="834"/>
                  </a:cubicBezTo>
                  <a:cubicBezTo>
                    <a:pt x="4140" y="793"/>
                    <a:pt x="4088" y="767"/>
                    <a:pt x="4036" y="767"/>
                  </a:cubicBezTo>
                  <a:cubicBezTo>
                    <a:pt x="3998" y="767"/>
                    <a:pt x="3960" y="781"/>
                    <a:pt x="3930" y="811"/>
                  </a:cubicBezTo>
                  <a:cubicBezTo>
                    <a:pt x="3858" y="858"/>
                    <a:pt x="3858" y="977"/>
                    <a:pt x="3906" y="1049"/>
                  </a:cubicBezTo>
                  <a:cubicBezTo>
                    <a:pt x="4239" y="1430"/>
                    <a:pt x="4406" y="1882"/>
                    <a:pt x="4406" y="2382"/>
                  </a:cubicBezTo>
                  <a:cubicBezTo>
                    <a:pt x="4406" y="3502"/>
                    <a:pt x="3501" y="4430"/>
                    <a:pt x="2382" y="4430"/>
                  </a:cubicBezTo>
                  <a:cubicBezTo>
                    <a:pt x="1262" y="4430"/>
                    <a:pt x="334" y="3502"/>
                    <a:pt x="334" y="2382"/>
                  </a:cubicBezTo>
                  <a:cubicBezTo>
                    <a:pt x="334" y="1263"/>
                    <a:pt x="1262" y="358"/>
                    <a:pt x="2382" y="358"/>
                  </a:cubicBezTo>
                  <a:cubicBezTo>
                    <a:pt x="2739" y="358"/>
                    <a:pt x="3096" y="453"/>
                    <a:pt x="3406" y="620"/>
                  </a:cubicBezTo>
                  <a:cubicBezTo>
                    <a:pt x="3429" y="636"/>
                    <a:pt x="3456" y="644"/>
                    <a:pt x="3482" y="644"/>
                  </a:cubicBezTo>
                  <a:cubicBezTo>
                    <a:pt x="3535" y="644"/>
                    <a:pt x="3588" y="612"/>
                    <a:pt x="3620" y="549"/>
                  </a:cubicBezTo>
                  <a:cubicBezTo>
                    <a:pt x="3668" y="477"/>
                    <a:pt x="3644" y="382"/>
                    <a:pt x="3572" y="334"/>
                  </a:cubicBezTo>
                  <a:cubicBezTo>
                    <a:pt x="3215" y="120"/>
                    <a:pt x="2786" y="1"/>
                    <a:pt x="23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6" name="Google Shape;5486;p59"/>
            <p:cNvSpPr/>
            <p:nvPr/>
          </p:nvSpPr>
          <p:spPr>
            <a:xfrm>
              <a:off x="4227952" y="1517887"/>
              <a:ext cx="90769" cy="90769"/>
            </a:xfrm>
            <a:custGeom>
              <a:avLst/>
              <a:gdLst/>
              <a:ahLst/>
              <a:cxnLst/>
              <a:rect l="l" t="t" r="r" b="b"/>
              <a:pathLst>
                <a:path w="2573" h="2573" extrusionOk="0">
                  <a:moveTo>
                    <a:pt x="1572" y="334"/>
                  </a:moveTo>
                  <a:lnTo>
                    <a:pt x="1572" y="810"/>
                  </a:lnTo>
                  <a:cubicBezTo>
                    <a:pt x="1572" y="905"/>
                    <a:pt x="1644" y="1000"/>
                    <a:pt x="1739" y="1000"/>
                  </a:cubicBezTo>
                  <a:lnTo>
                    <a:pt x="2239" y="1000"/>
                  </a:lnTo>
                  <a:lnTo>
                    <a:pt x="2239" y="1572"/>
                  </a:lnTo>
                  <a:lnTo>
                    <a:pt x="1739" y="1572"/>
                  </a:lnTo>
                  <a:cubicBezTo>
                    <a:pt x="1644" y="1572"/>
                    <a:pt x="1572" y="1667"/>
                    <a:pt x="1572" y="1739"/>
                  </a:cubicBezTo>
                  <a:lnTo>
                    <a:pt x="1572" y="2239"/>
                  </a:lnTo>
                  <a:lnTo>
                    <a:pt x="1001" y="2239"/>
                  </a:lnTo>
                  <a:lnTo>
                    <a:pt x="1001" y="1739"/>
                  </a:lnTo>
                  <a:cubicBezTo>
                    <a:pt x="1001" y="1667"/>
                    <a:pt x="906" y="1572"/>
                    <a:pt x="810" y="1572"/>
                  </a:cubicBezTo>
                  <a:lnTo>
                    <a:pt x="334" y="1572"/>
                  </a:lnTo>
                  <a:lnTo>
                    <a:pt x="334" y="1000"/>
                  </a:lnTo>
                  <a:lnTo>
                    <a:pt x="810" y="1000"/>
                  </a:lnTo>
                  <a:cubicBezTo>
                    <a:pt x="906" y="1000"/>
                    <a:pt x="1001" y="905"/>
                    <a:pt x="1001" y="810"/>
                  </a:cubicBezTo>
                  <a:lnTo>
                    <a:pt x="1001" y="334"/>
                  </a:lnTo>
                  <a:close/>
                  <a:moveTo>
                    <a:pt x="953" y="0"/>
                  </a:moveTo>
                  <a:cubicBezTo>
                    <a:pt x="787" y="0"/>
                    <a:pt x="644" y="143"/>
                    <a:pt x="644" y="310"/>
                  </a:cubicBezTo>
                  <a:lnTo>
                    <a:pt x="644" y="643"/>
                  </a:lnTo>
                  <a:lnTo>
                    <a:pt x="310" y="643"/>
                  </a:lnTo>
                  <a:cubicBezTo>
                    <a:pt x="144" y="643"/>
                    <a:pt x="1" y="786"/>
                    <a:pt x="1" y="953"/>
                  </a:cubicBezTo>
                  <a:lnTo>
                    <a:pt x="1" y="1620"/>
                  </a:lnTo>
                  <a:cubicBezTo>
                    <a:pt x="1" y="1786"/>
                    <a:pt x="144" y="1929"/>
                    <a:pt x="310" y="1929"/>
                  </a:cubicBezTo>
                  <a:lnTo>
                    <a:pt x="644" y="1929"/>
                  </a:lnTo>
                  <a:lnTo>
                    <a:pt x="644" y="2263"/>
                  </a:lnTo>
                  <a:cubicBezTo>
                    <a:pt x="644" y="2429"/>
                    <a:pt x="787" y="2572"/>
                    <a:pt x="953" y="2572"/>
                  </a:cubicBezTo>
                  <a:lnTo>
                    <a:pt x="1596" y="2572"/>
                  </a:lnTo>
                  <a:cubicBezTo>
                    <a:pt x="1787" y="2572"/>
                    <a:pt x="1906" y="2429"/>
                    <a:pt x="1906" y="2263"/>
                  </a:cubicBezTo>
                  <a:lnTo>
                    <a:pt x="1906" y="1929"/>
                  </a:lnTo>
                  <a:lnTo>
                    <a:pt x="2263" y="1929"/>
                  </a:lnTo>
                  <a:cubicBezTo>
                    <a:pt x="2430" y="1929"/>
                    <a:pt x="2573" y="1786"/>
                    <a:pt x="2573" y="1620"/>
                  </a:cubicBezTo>
                  <a:lnTo>
                    <a:pt x="2573" y="953"/>
                  </a:lnTo>
                  <a:cubicBezTo>
                    <a:pt x="2573" y="786"/>
                    <a:pt x="2430" y="643"/>
                    <a:pt x="2263" y="643"/>
                  </a:cubicBezTo>
                  <a:lnTo>
                    <a:pt x="1906" y="643"/>
                  </a:lnTo>
                  <a:lnTo>
                    <a:pt x="1906" y="310"/>
                  </a:lnTo>
                  <a:cubicBezTo>
                    <a:pt x="1906" y="143"/>
                    <a:pt x="1787" y="0"/>
                    <a:pt x="15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279" name="Google Shape;5279;p59"/>
          <p:cNvGrpSpPr/>
          <p:nvPr/>
        </p:nvGrpSpPr>
        <p:grpSpPr>
          <a:xfrm>
            <a:off x="3390265" y="2461895"/>
            <a:ext cx="383540" cy="450850"/>
            <a:chOff x="6844134" y="4091205"/>
            <a:chExt cx="352916" cy="409184"/>
          </a:xfrm>
          <a:solidFill>
            <a:srgbClr val="F9FBEE"/>
          </a:solidFill>
        </p:grpSpPr>
        <p:sp>
          <p:nvSpPr>
            <p:cNvPr id="5280" name="Google Shape;5280;p59"/>
            <p:cNvSpPr/>
            <p:nvPr/>
          </p:nvSpPr>
          <p:spPr>
            <a:xfrm>
              <a:off x="6844134" y="4091205"/>
              <a:ext cx="352916" cy="409184"/>
            </a:xfrm>
            <a:custGeom>
              <a:avLst/>
              <a:gdLst/>
              <a:ahLst/>
              <a:cxnLst/>
              <a:rect l="l" t="t" r="r" b="b"/>
              <a:pathLst>
                <a:path w="10004" h="11599" extrusionOk="0">
                  <a:moveTo>
                    <a:pt x="7193" y="572"/>
                  </a:moveTo>
                  <a:lnTo>
                    <a:pt x="8503" y="1882"/>
                  </a:lnTo>
                  <a:lnTo>
                    <a:pt x="7312" y="1882"/>
                  </a:lnTo>
                  <a:cubicBezTo>
                    <a:pt x="7241" y="1882"/>
                    <a:pt x="7193" y="1834"/>
                    <a:pt x="7193" y="1763"/>
                  </a:cubicBezTo>
                  <a:lnTo>
                    <a:pt x="7193" y="572"/>
                  </a:lnTo>
                  <a:close/>
                  <a:moveTo>
                    <a:pt x="6836" y="334"/>
                  </a:moveTo>
                  <a:lnTo>
                    <a:pt x="6836" y="1787"/>
                  </a:lnTo>
                  <a:cubicBezTo>
                    <a:pt x="6836" y="2049"/>
                    <a:pt x="7050" y="2239"/>
                    <a:pt x="7312" y="2239"/>
                  </a:cubicBezTo>
                  <a:lnTo>
                    <a:pt x="8741" y="2239"/>
                  </a:lnTo>
                  <a:lnTo>
                    <a:pt x="8741" y="4502"/>
                  </a:lnTo>
                  <a:lnTo>
                    <a:pt x="8193" y="4502"/>
                  </a:lnTo>
                  <a:cubicBezTo>
                    <a:pt x="8098" y="4502"/>
                    <a:pt x="8026" y="4573"/>
                    <a:pt x="8003" y="4668"/>
                  </a:cubicBezTo>
                  <a:cubicBezTo>
                    <a:pt x="8003" y="4764"/>
                    <a:pt x="8074" y="4859"/>
                    <a:pt x="8169" y="4859"/>
                  </a:cubicBezTo>
                  <a:lnTo>
                    <a:pt x="9455" y="4859"/>
                  </a:lnTo>
                  <a:cubicBezTo>
                    <a:pt x="9574" y="4859"/>
                    <a:pt x="9670" y="4954"/>
                    <a:pt x="9670" y="5073"/>
                  </a:cubicBezTo>
                  <a:lnTo>
                    <a:pt x="9670" y="10908"/>
                  </a:lnTo>
                  <a:cubicBezTo>
                    <a:pt x="9670" y="11098"/>
                    <a:pt x="9527" y="11241"/>
                    <a:pt x="9336" y="11241"/>
                  </a:cubicBezTo>
                  <a:lnTo>
                    <a:pt x="692" y="11241"/>
                  </a:lnTo>
                  <a:cubicBezTo>
                    <a:pt x="501" y="11241"/>
                    <a:pt x="358" y="11098"/>
                    <a:pt x="358" y="10908"/>
                  </a:cubicBezTo>
                  <a:lnTo>
                    <a:pt x="358" y="4192"/>
                  </a:lnTo>
                  <a:cubicBezTo>
                    <a:pt x="358" y="3978"/>
                    <a:pt x="525" y="3811"/>
                    <a:pt x="739" y="3811"/>
                  </a:cubicBezTo>
                  <a:lnTo>
                    <a:pt x="3692" y="3811"/>
                  </a:lnTo>
                  <a:cubicBezTo>
                    <a:pt x="3883" y="3811"/>
                    <a:pt x="4049" y="3882"/>
                    <a:pt x="4169" y="4001"/>
                  </a:cubicBezTo>
                  <a:lnTo>
                    <a:pt x="4954" y="4787"/>
                  </a:lnTo>
                  <a:cubicBezTo>
                    <a:pt x="5002" y="4835"/>
                    <a:pt x="5050" y="4859"/>
                    <a:pt x="5097" y="4859"/>
                  </a:cubicBezTo>
                  <a:lnTo>
                    <a:pt x="7431" y="4859"/>
                  </a:lnTo>
                  <a:cubicBezTo>
                    <a:pt x="7503" y="4859"/>
                    <a:pt x="7598" y="4787"/>
                    <a:pt x="7598" y="4692"/>
                  </a:cubicBezTo>
                  <a:cubicBezTo>
                    <a:pt x="7622" y="4597"/>
                    <a:pt x="7526" y="4502"/>
                    <a:pt x="7431" y="4502"/>
                  </a:cubicBezTo>
                  <a:lnTo>
                    <a:pt x="5169" y="4502"/>
                  </a:lnTo>
                  <a:lnTo>
                    <a:pt x="4430" y="3763"/>
                  </a:lnTo>
                  <a:cubicBezTo>
                    <a:pt x="4216" y="3573"/>
                    <a:pt x="3978" y="3478"/>
                    <a:pt x="3692" y="3478"/>
                  </a:cubicBezTo>
                  <a:lnTo>
                    <a:pt x="1287" y="3478"/>
                  </a:lnTo>
                  <a:lnTo>
                    <a:pt x="1287" y="429"/>
                  </a:lnTo>
                  <a:cubicBezTo>
                    <a:pt x="1287" y="382"/>
                    <a:pt x="1311" y="334"/>
                    <a:pt x="1358" y="334"/>
                  </a:cubicBezTo>
                  <a:close/>
                  <a:moveTo>
                    <a:pt x="1216" y="1"/>
                  </a:moveTo>
                  <a:cubicBezTo>
                    <a:pt x="1073" y="1"/>
                    <a:pt x="930" y="120"/>
                    <a:pt x="930" y="286"/>
                  </a:cubicBezTo>
                  <a:lnTo>
                    <a:pt x="930" y="3478"/>
                  </a:lnTo>
                  <a:lnTo>
                    <a:pt x="477" y="3478"/>
                  </a:lnTo>
                  <a:cubicBezTo>
                    <a:pt x="215" y="3478"/>
                    <a:pt x="1" y="3668"/>
                    <a:pt x="1" y="3930"/>
                  </a:cubicBezTo>
                  <a:lnTo>
                    <a:pt x="1" y="10908"/>
                  </a:lnTo>
                  <a:cubicBezTo>
                    <a:pt x="1" y="11289"/>
                    <a:pt x="311" y="11598"/>
                    <a:pt x="692" y="11598"/>
                  </a:cubicBezTo>
                  <a:lnTo>
                    <a:pt x="9336" y="11598"/>
                  </a:lnTo>
                  <a:cubicBezTo>
                    <a:pt x="9717" y="11598"/>
                    <a:pt x="10003" y="11289"/>
                    <a:pt x="10003" y="10908"/>
                  </a:cubicBezTo>
                  <a:lnTo>
                    <a:pt x="10003" y="5073"/>
                  </a:lnTo>
                  <a:cubicBezTo>
                    <a:pt x="10003" y="4764"/>
                    <a:pt x="9765" y="4502"/>
                    <a:pt x="9432" y="4502"/>
                  </a:cubicBezTo>
                  <a:lnTo>
                    <a:pt x="9074" y="4502"/>
                  </a:lnTo>
                  <a:lnTo>
                    <a:pt x="9074" y="2049"/>
                  </a:lnTo>
                  <a:cubicBezTo>
                    <a:pt x="9074" y="2025"/>
                    <a:pt x="9050" y="1977"/>
                    <a:pt x="9003" y="1930"/>
                  </a:cubicBezTo>
                  <a:lnTo>
                    <a:pt x="7122" y="48"/>
                  </a:lnTo>
                  <a:cubicBezTo>
                    <a:pt x="7098" y="24"/>
                    <a:pt x="7050" y="1"/>
                    <a:pt x="700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81" name="Google Shape;5281;p59"/>
            <p:cNvSpPr/>
            <p:nvPr/>
          </p:nvSpPr>
          <p:spPr>
            <a:xfrm>
              <a:off x="6992868" y="4127330"/>
              <a:ext cx="81526" cy="11818"/>
            </a:xfrm>
            <a:custGeom>
              <a:avLst/>
              <a:gdLst/>
              <a:ahLst/>
              <a:cxnLst/>
              <a:rect l="l" t="t" r="r" b="b"/>
              <a:pathLst>
                <a:path w="2311" h="335" extrusionOk="0">
                  <a:moveTo>
                    <a:pt x="191" y="1"/>
                  </a:moveTo>
                  <a:cubicBezTo>
                    <a:pt x="95" y="1"/>
                    <a:pt x="24" y="72"/>
                    <a:pt x="24" y="144"/>
                  </a:cubicBezTo>
                  <a:cubicBezTo>
                    <a:pt x="0" y="263"/>
                    <a:pt x="95" y="334"/>
                    <a:pt x="191" y="334"/>
                  </a:cubicBezTo>
                  <a:lnTo>
                    <a:pt x="2120" y="334"/>
                  </a:lnTo>
                  <a:cubicBezTo>
                    <a:pt x="2191" y="334"/>
                    <a:pt x="2286" y="286"/>
                    <a:pt x="2286" y="191"/>
                  </a:cubicBezTo>
                  <a:cubicBezTo>
                    <a:pt x="2310" y="96"/>
                    <a:pt x="2215" y="1"/>
                    <a:pt x="2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82" name="Google Shape;5282;p59"/>
            <p:cNvSpPr/>
            <p:nvPr/>
          </p:nvSpPr>
          <p:spPr>
            <a:xfrm>
              <a:off x="6918924" y="4128177"/>
              <a:ext cx="203340" cy="72284"/>
            </a:xfrm>
            <a:custGeom>
              <a:avLst/>
              <a:gdLst/>
              <a:ahLst/>
              <a:cxnLst/>
              <a:rect l="l" t="t" r="r" b="b"/>
              <a:pathLst>
                <a:path w="5764" h="2049" extrusionOk="0">
                  <a:moveTo>
                    <a:pt x="334" y="0"/>
                  </a:moveTo>
                  <a:cubicBezTo>
                    <a:pt x="143" y="0"/>
                    <a:pt x="0" y="167"/>
                    <a:pt x="0" y="358"/>
                  </a:cubicBezTo>
                  <a:lnTo>
                    <a:pt x="0" y="1715"/>
                  </a:lnTo>
                  <a:cubicBezTo>
                    <a:pt x="0" y="1906"/>
                    <a:pt x="143" y="2049"/>
                    <a:pt x="334" y="2049"/>
                  </a:cubicBezTo>
                  <a:lnTo>
                    <a:pt x="5597" y="2049"/>
                  </a:lnTo>
                  <a:cubicBezTo>
                    <a:pt x="5692" y="2049"/>
                    <a:pt x="5764" y="1977"/>
                    <a:pt x="5764" y="1882"/>
                  </a:cubicBezTo>
                  <a:lnTo>
                    <a:pt x="5764" y="1572"/>
                  </a:lnTo>
                  <a:cubicBezTo>
                    <a:pt x="5764" y="1548"/>
                    <a:pt x="5764" y="1525"/>
                    <a:pt x="5740" y="1501"/>
                  </a:cubicBezTo>
                  <a:cubicBezTo>
                    <a:pt x="5694" y="1463"/>
                    <a:pt x="5647" y="1447"/>
                    <a:pt x="5603" y="1447"/>
                  </a:cubicBezTo>
                  <a:cubicBezTo>
                    <a:pt x="5508" y="1447"/>
                    <a:pt x="5430" y="1522"/>
                    <a:pt x="5430" y="1620"/>
                  </a:cubicBezTo>
                  <a:lnTo>
                    <a:pt x="5430" y="1715"/>
                  </a:lnTo>
                  <a:lnTo>
                    <a:pt x="334" y="1715"/>
                  </a:lnTo>
                  <a:lnTo>
                    <a:pt x="334" y="334"/>
                  </a:lnTo>
                  <a:cubicBezTo>
                    <a:pt x="334" y="310"/>
                    <a:pt x="334" y="310"/>
                    <a:pt x="334" y="310"/>
                  </a:cubicBezTo>
                  <a:lnTo>
                    <a:pt x="1548" y="310"/>
                  </a:lnTo>
                  <a:cubicBezTo>
                    <a:pt x="1620" y="310"/>
                    <a:pt x="1691" y="262"/>
                    <a:pt x="1715" y="191"/>
                  </a:cubicBezTo>
                  <a:cubicBezTo>
                    <a:pt x="1739" y="96"/>
                    <a:pt x="1644" y="0"/>
                    <a:pt x="15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83" name="Google Shape;5283;p59"/>
            <p:cNvSpPr/>
            <p:nvPr/>
          </p:nvSpPr>
          <p:spPr>
            <a:xfrm>
              <a:off x="6928167" y="4280227"/>
              <a:ext cx="185701" cy="186547"/>
            </a:xfrm>
            <a:custGeom>
              <a:avLst/>
              <a:gdLst/>
              <a:ahLst/>
              <a:cxnLst/>
              <a:rect l="l" t="t" r="r" b="b"/>
              <a:pathLst>
                <a:path w="5264" h="5288" extrusionOk="0">
                  <a:moveTo>
                    <a:pt x="2620" y="1"/>
                  </a:moveTo>
                  <a:cubicBezTo>
                    <a:pt x="2048" y="1"/>
                    <a:pt x="1501" y="191"/>
                    <a:pt x="1024" y="549"/>
                  </a:cubicBezTo>
                  <a:cubicBezTo>
                    <a:pt x="953" y="596"/>
                    <a:pt x="929" y="715"/>
                    <a:pt x="1001" y="787"/>
                  </a:cubicBezTo>
                  <a:cubicBezTo>
                    <a:pt x="1027" y="826"/>
                    <a:pt x="1075" y="844"/>
                    <a:pt x="1124" y="844"/>
                  </a:cubicBezTo>
                  <a:cubicBezTo>
                    <a:pt x="1165" y="844"/>
                    <a:pt x="1207" y="832"/>
                    <a:pt x="1239" y="811"/>
                  </a:cubicBezTo>
                  <a:cubicBezTo>
                    <a:pt x="1644" y="501"/>
                    <a:pt x="2120" y="334"/>
                    <a:pt x="2620" y="334"/>
                  </a:cubicBezTo>
                  <a:cubicBezTo>
                    <a:pt x="3906" y="334"/>
                    <a:pt x="4930" y="1382"/>
                    <a:pt x="4930" y="2644"/>
                  </a:cubicBezTo>
                  <a:cubicBezTo>
                    <a:pt x="4930" y="3906"/>
                    <a:pt x="3906" y="4930"/>
                    <a:pt x="2620" y="4930"/>
                  </a:cubicBezTo>
                  <a:cubicBezTo>
                    <a:pt x="1358" y="4930"/>
                    <a:pt x="334" y="3906"/>
                    <a:pt x="334" y="2644"/>
                  </a:cubicBezTo>
                  <a:cubicBezTo>
                    <a:pt x="334" y="2144"/>
                    <a:pt x="477" y="1692"/>
                    <a:pt x="762" y="1287"/>
                  </a:cubicBezTo>
                  <a:cubicBezTo>
                    <a:pt x="810" y="1215"/>
                    <a:pt x="810" y="1120"/>
                    <a:pt x="715" y="1049"/>
                  </a:cubicBezTo>
                  <a:cubicBezTo>
                    <a:pt x="690" y="1032"/>
                    <a:pt x="661" y="1024"/>
                    <a:pt x="632" y="1024"/>
                  </a:cubicBezTo>
                  <a:cubicBezTo>
                    <a:pt x="579" y="1024"/>
                    <a:pt x="523" y="1050"/>
                    <a:pt x="477" y="1096"/>
                  </a:cubicBezTo>
                  <a:cubicBezTo>
                    <a:pt x="167" y="1549"/>
                    <a:pt x="0" y="2073"/>
                    <a:pt x="0" y="2644"/>
                  </a:cubicBezTo>
                  <a:cubicBezTo>
                    <a:pt x="0" y="4097"/>
                    <a:pt x="1167" y="5288"/>
                    <a:pt x="2620" y="5288"/>
                  </a:cubicBezTo>
                  <a:cubicBezTo>
                    <a:pt x="4073" y="5288"/>
                    <a:pt x="5263" y="4097"/>
                    <a:pt x="5263" y="2644"/>
                  </a:cubicBezTo>
                  <a:cubicBezTo>
                    <a:pt x="5263" y="1192"/>
                    <a:pt x="4097" y="1"/>
                    <a:pt x="26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84" name="Google Shape;5284;p59"/>
            <p:cNvSpPr/>
            <p:nvPr/>
          </p:nvSpPr>
          <p:spPr>
            <a:xfrm>
              <a:off x="6964292" y="4317199"/>
              <a:ext cx="112606" cy="112606"/>
            </a:xfrm>
            <a:custGeom>
              <a:avLst/>
              <a:gdLst/>
              <a:ahLst/>
              <a:cxnLst/>
              <a:rect l="l" t="t" r="r" b="b"/>
              <a:pathLst>
                <a:path w="3192" h="3192" extrusionOk="0">
                  <a:moveTo>
                    <a:pt x="1977" y="334"/>
                  </a:moveTo>
                  <a:lnTo>
                    <a:pt x="1977" y="1049"/>
                  </a:lnTo>
                  <a:cubicBezTo>
                    <a:pt x="1977" y="1144"/>
                    <a:pt x="2048" y="1215"/>
                    <a:pt x="2144" y="1215"/>
                  </a:cubicBezTo>
                  <a:lnTo>
                    <a:pt x="2858" y="1215"/>
                  </a:lnTo>
                  <a:lnTo>
                    <a:pt x="2858" y="1977"/>
                  </a:lnTo>
                  <a:lnTo>
                    <a:pt x="2144" y="1977"/>
                  </a:lnTo>
                  <a:cubicBezTo>
                    <a:pt x="2048" y="1977"/>
                    <a:pt x="1977" y="2049"/>
                    <a:pt x="1977" y="2144"/>
                  </a:cubicBezTo>
                  <a:lnTo>
                    <a:pt x="1977" y="2858"/>
                  </a:lnTo>
                  <a:lnTo>
                    <a:pt x="1215" y="2858"/>
                  </a:lnTo>
                  <a:lnTo>
                    <a:pt x="1215" y="2144"/>
                  </a:lnTo>
                  <a:cubicBezTo>
                    <a:pt x="1215" y="2049"/>
                    <a:pt x="1144" y="1977"/>
                    <a:pt x="1048" y="1977"/>
                  </a:cubicBezTo>
                  <a:lnTo>
                    <a:pt x="334" y="1977"/>
                  </a:lnTo>
                  <a:lnTo>
                    <a:pt x="334" y="1215"/>
                  </a:lnTo>
                  <a:lnTo>
                    <a:pt x="1048" y="1215"/>
                  </a:lnTo>
                  <a:cubicBezTo>
                    <a:pt x="1144" y="1215"/>
                    <a:pt x="1215" y="1144"/>
                    <a:pt x="1215" y="1049"/>
                  </a:cubicBezTo>
                  <a:lnTo>
                    <a:pt x="1215" y="334"/>
                  </a:lnTo>
                  <a:close/>
                  <a:moveTo>
                    <a:pt x="1215" y="1"/>
                  </a:moveTo>
                  <a:cubicBezTo>
                    <a:pt x="1024" y="1"/>
                    <a:pt x="882" y="144"/>
                    <a:pt x="882" y="334"/>
                  </a:cubicBezTo>
                  <a:lnTo>
                    <a:pt x="882" y="882"/>
                  </a:lnTo>
                  <a:lnTo>
                    <a:pt x="334" y="882"/>
                  </a:lnTo>
                  <a:cubicBezTo>
                    <a:pt x="143" y="882"/>
                    <a:pt x="0" y="1049"/>
                    <a:pt x="0" y="1215"/>
                  </a:cubicBezTo>
                  <a:lnTo>
                    <a:pt x="0" y="1977"/>
                  </a:lnTo>
                  <a:cubicBezTo>
                    <a:pt x="0" y="2168"/>
                    <a:pt x="143" y="2311"/>
                    <a:pt x="334" y="2311"/>
                  </a:cubicBezTo>
                  <a:lnTo>
                    <a:pt x="882" y="2311"/>
                  </a:lnTo>
                  <a:lnTo>
                    <a:pt x="882" y="2858"/>
                  </a:lnTo>
                  <a:cubicBezTo>
                    <a:pt x="882" y="3049"/>
                    <a:pt x="1024" y="3192"/>
                    <a:pt x="1215" y="3192"/>
                  </a:cubicBezTo>
                  <a:lnTo>
                    <a:pt x="1977" y="3192"/>
                  </a:lnTo>
                  <a:cubicBezTo>
                    <a:pt x="2168" y="3192"/>
                    <a:pt x="2310" y="3049"/>
                    <a:pt x="2310" y="2858"/>
                  </a:cubicBezTo>
                  <a:lnTo>
                    <a:pt x="2310" y="2311"/>
                  </a:lnTo>
                  <a:lnTo>
                    <a:pt x="2858" y="2311"/>
                  </a:lnTo>
                  <a:cubicBezTo>
                    <a:pt x="3049" y="2311"/>
                    <a:pt x="3192" y="2168"/>
                    <a:pt x="3192" y="1977"/>
                  </a:cubicBezTo>
                  <a:lnTo>
                    <a:pt x="3192" y="1215"/>
                  </a:lnTo>
                  <a:cubicBezTo>
                    <a:pt x="3192" y="1049"/>
                    <a:pt x="3049" y="882"/>
                    <a:pt x="2858" y="882"/>
                  </a:cubicBezTo>
                  <a:lnTo>
                    <a:pt x="2310" y="882"/>
                  </a:lnTo>
                  <a:lnTo>
                    <a:pt x="2310" y="334"/>
                  </a:lnTo>
                  <a:cubicBezTo>
                    <a:pt x="2310" y="144"/>
                    <a:pt x="2168" y="1"/>
                    <a:pt x="19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234" name="Google Shape;5234;p59"/>
          <p:cNvGrpSpPr/>
          <p:nvPr/>
        </p:nvGrpSpPr>
        <p:grpSpPr>
          <a:xfrm>
            <a:off x="5337175" y="1768475"/>
            <a:ext cx="454660" cy="453390"/>
            <a:chOff x="6113234" y="3398935"/>
            <a:chExt cx="408337" cy="407492"/>
          </a:xfrm>
          <a:solidFill>
            <a:srgbClr val="F9FBEE"/>
          </a:solidFill>
        </p:grpSpPr>
        <p:sp>
          <p:nvSpPr>
            <p:cNvPr id="5235" name="Google Shape;5235;p59"/>
            <p:cNvSpPr/>
            <p:nvPr/>
          </p:nvSpPr>
          <p:spPr>
            <a:xfrm>
              <a:off x="6113234" y="3440952"/>
              <a:ext cx="408337" cy="365475"/>
            </a:xfrm>
            <a:custGeom>
              <a:avLst/>
              <a:gdLst/>
              <a:ahLst/>
              <a:cxnLst/>
              <a:rect l="l" t="t" r="r" b="b"/>
              <a:pathLst>
                <a:path w="11575" h="10360" extrusionOk="0">
                  <a:moveTo>
                    <a:pt x="691" y="0"/>
                  </a:moveTo>
                  <a:cubicBezTo>
                    <a:pt x="310" y="0"/>
                    <a:pt x="0" y="310"/>
                    <a:pt x="0" y="691"/>
                  </a:cubicBezTo>
                  <a:lnTo>
                    <a:pt x="0" y="7383"/>
                  </a:lnTo>
                  <a:cubicBezTo>
                    <a:pt x="0" y="7764"/>
                    <a:pt x="310" y="8073"/>
                    <a:pt x="691" y="8073"/>
                  </a:cubicBezTo>
                  <a:lnTo>
                    <a:pt x="4001" y="8073"/>
                  </a:lnTo>
                  <a:lnTo>
                    <a:pt x="4001" y="9431"/>
                  </a:lnTo>
                  <a:lnTo>
                    <a:pt x="3811" y="10050"/>
                  </a:lnTo>
                  <a:lnTo>
                    <a:pt x="3573" y="10050"/>
                  </a:lnTo>
                  <a:cubicBezTo>
                    <a:pt x="3573" y="10050"/>
                    <a:pt x="3406" y="10098"/>
                    <a:pt x="3406" y="10193"/>
                  </a:cubicBezTo>
                  <a:cubicBezTo>
                    <a:pt x="3406" y="10288"/>
                    <a:pt x="3477" y="10360"/>
                    <a:pt x="3573" y="10360"/>
                  </a:cubicBezTo>
                  <a:lnTo>
                    <a:pt x="8002" y="10360"/>
                  </a:lnTo>
                  <a:cubicBezTo>
                    <a:pt x="8097" y="10360"/>
                    <a:pt x="8169" y="10288"/>
                    <a:pt x="8169" y="10193"/>
                  </a:cubicBezTo>
                  <a:cubicBezTo>
                    <a:pt x="8169" y="10110"/>
                    <a:pt x="8115" y="10045"/>
                    <a:pt x="8038" y="10045"/>
                  </a:cubicBezTo>
                  <a:cubicBezTo>
                    <a:pt x="8027" y="10045"/>
                    <a:pt x="8015" y="10047"/>
                    <a:pt x="8002" y="10050"/>
                  </a:cubicBezTo>
                  <a:lnTo>
                    <a:pt x="7764" y="10050"/>
                  </a:lnTo>
                  <a:lnTo>
                    <a:pt x="7573" y="9431"/>
                  </a:lnTo>
                  <a:lnTo>
                    <a:pt x="7573" y="8955"/>
                  </a:lnTo>
                  <a:cubicBezTo>
                    <a:pt x="7573" y="8859"/>
                    <a:pt x="7502" y="8788"/>
                    <a:pt x="7407" y="8788"/>
                  </a:cubicBezTo>
                  <a:cubicBezTo>
                    <a:pt x="7311" y="8788"/>
                    <a:pt x="7240" y="8955"/>
                    <a:pt x="7240" y="8955"/>
                  </a:cubicBezTo>
                  <a:lnTo>
                    <a:pt x="7240" y="9455"/>
                  </a:lnTo>
                  <a:cubicBezTo>
                    <a:pt x="7240" y="9478"/>
                    <a:pt x="7240" y="9502"/>
                    <a:pt x="7240" y="9502"/>
                  </a:cubicBezTo>
                  <a:lnTo>
                    <a:pt x="7407" y="10050"/>
                  </a:lnTo>
                  <a:lnTo>
                    <a:pt x="4168" y="10050"/>
                  </a:lnTo>
                  <a:lnTo>
                    <a:pt x="4335" y="9502"/>
                  </a:lnTo>
                  <a:cubicBezTo>
                    <a:pt x="4335" y="9502"/>
                    <a:pt x="4335" y="9478"/>
                    <a:pt x="4335" y="9455"/>
                  </a:cubicBezTo>
                  <a:lnTo>
                    <a:pt x="4335" y="8073"/>
                  </a:lnTo>
                  <a:lnTo>
                    <a:pt x="7240" y="8073"/>
                  </a:lnTo>
                  <a:lnTo>
                    <a:pt x="7240" y="8240"/>
                  </a:lnTo>
                  <a:cubicBezTo>
                    <a:pt x="7240" y="8312"/>
                    <a:pt x="7288" y="8407"/>
                    <a:pt x="7383" y="8407"/>
                  </a:cubicBezTo>
                  <a:cubicBezTo>
                    <a:pt x="7393" y="8409"/>
                    <a:pt x="7403" y="8411"/>
                    <a:pt x="7413" y="8411"/>
                  </a:cubicBezTo>
                  <a:cubicBezTo>
                    <a:pt x="7497" y="8411"/>
                    <a:pt x="7573" y="8325"/>
                    <a:pt x="7573" y="8240"/>
                  </a:cubicBezTo>
                  <a:lnTo>
                    <a:pt x="7573" y="8073"/>
                  </a:lnTo>
                  <a:lnTo>
                    <a:pt x="10884" y="8073"/>
                  </a:lnTo>
                  <a:cubicBezTo>
                    <a:pt x="11265" y="8073"/>
                    <a:pt x="11574" y="7764"/>
                    <a:pt x="11574" y="7383"/>
                  </a:cubicBezTo>
                  <a:lnTo>
                    <a:pt x="11574" y="691"/>
                  </a:lnTo>
                  <a:cubicBezTo>
                    <a:pt x="11574" y="310"/>
                    <a:pt x="11265" y="0"/>
                    <a:pt x="10884" y="0"/>
                  </a:cubicBezTo>
                  <a:lnTo>
                    <a:pt x="10145" y="0"/>
                  </a:lnTo>
                  <a:cubicBezTo>
                    <a:pt x="10074" y="0"/>
                    <a:pt x="10002" y="48"/>
                    <a:pt x="9979" y="119"/>
                  </a:cubicBezTo>
                  <a:cubicBezTo>
                    <a:pt x="9955" y="238"/>
                    <a:pt x="10050" y="334"/>
                    <a:pt x="10145" y="334"/>
                  </a:cubicBezTo>
                  <a:lnTo>
                    <a:pt x="10884" y="334"/>
                  </a:lnTo>
                  <a:cubicBezTo>
                    <a:pt x="11074" y="334"/>
                    <a:pt x="11241" y="500"/>
                    <a:pt x="11241" y="691"/>
                  </a:cubicBezTo>
                  <a:lnTo>
                    <a:pt x="11241" y="7383"/>
                  </a:lnTo>
                  <a:cubicBezTo>
                    <a:pt x="11241" y="7573"/>
                    <a:pt x="11074" y="7740"/>
                    <a:pt x="10884" y="7740"/>
                  </a:cubicBezTo>
                  <a:lnTo>
                    <a:pt x="691" y="7740"/>
                  </a:lnTo>
                  <a:cubicBezTo>
                    <a:pt x="500" y="7740"/>
                    <a:pt x="334" y="7573"/>
                    <a:pt x="334" y="7383"/>
                  </a:cubicBezTo>
                  <a:lnTo>
                    <a:pt x="334" y="524"/>
                  </a:lnTo>
                  <a:cubicBezTo>
                    <a:pt x="334" y="405"/>
                    <a:pt x="405" y="334"/>
                    <a:pt x="500" y="334"/>
                  </a:cubicBezTo>
                  <a:lnTo>
                    <a:pt x="1477" y="334"/>
                  </a:lnTo>
                  <a:cubicBezTo>
                    <a:pt x="1501" y="334"/>
                    <a:pt x="1525" y="334"/>
                    <a:pt x="1548" y="310"/>
                  </a:cubicBezTo>
                  <a:cubicBezTo>
                    <a:pt x="1667" y="167"/>
                    <a:pt x="1572" y="0"/>
                    <a:pt x="14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36" name="Google Shape;5236;p59"/>
            <p:cNvSpPr/>
            <p:nvPr/>
          </p:nvSpPr>
          <p:spPr>
            <a:xfrm>
              <a:off x="6307301" y="3682080"/>
              <a:ext cx="21025" cy="21025"/>
            </a:xfrm>
            <a:custGeom>
              <a:avLst/>
              <a:gdLst/>
              <a:ahLst/>
              <a:cxnLst/>
              <a:rect l="l" t="t" r="r" b="b"/>
              <a:pathLst>
                <a:path w="596" h="596" extrusionOk="0">
                  <a:moveTo>
                    <a:pt x="286" y="0"/>
                  </a:moveTo>
                  <a:cubicBezTo>
                    <a:pt x="120" y="0"/>
                    <a:pt x="1" y="119"/>
                    <a:pt x="1" y="286"/>
                  </a:cubicBezTo>
                  <a:cubicBezTo>
                    <a:pt x="1" y="453"/>
                    <a:pt x="120" y="595"/>
                    <a:pt x="286" y="595"/>
                  </a:cubicBezTo>
                  <a:cubicBezTo>
                    <a:pt x="453" y="595"/>
                    <a:pt x="596" y="453"/>
                    <a:pt x="596" y="286"/>
                  </a:cubicBezTo>
                  <a:cubicBezTo>
                    <a:pt x="596" y="119"/>
                    <a:pt x="453" y="0"/>
                    <a:pt x="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37" name="Google Shape;5237;p59"/>
            <p:cNvSpPr/>
            <p:nvPr/>
          </p:nvSpPr>
          <p:spPr>
            <a:xfrm>
              <a:off x="6136765" y="3398935"/>
              <a:ext cx="361277" cy="271390"/>
            </a:xfrm>
            <a:custGeom>
              <a:avLst/>
              <a:gdLst/>
              <a:ahLst/>
              <a:cxnLst/>
              <a:rect l="l" t="t" r="r" b="b"/>
              <a:pathLst>
                <a:path w="10241" h="7693" extrusionOk="0">
                  <a:moveTo>
                    <a:pt x="5120" y="1"/>
                  </a:moveTo>
                  <a:cubicBezTo>
                    <a:pt x="4549" y="1"/>
                    <a:pt x="4049" y="239"/>
                    <a:pt x="3668" y="596"/>
                  </a:cubicBezTo>
                  <a:lnTo>
                    <a:pt x="1691" y="596"/>
                  </a:lnTo>
                  <a:cubicBezTo>
                    <a:pt x="1453" y="596"/>
                    <a:pt x="1262" y="787"/>
                    <a:pt x="1262" y="1025"/>
                  </a:cubicBezTo>
                  <a:lnTo>
                    <a:pt x="1262" y="5549"/>
                  </a:lnTo>
                  <a:cubicBezTo>
                    <a:pt x="1262" y="5549"/>
                    <a:pt x="1358" y="5716"/>
                    <a:pt x="1453" y="5716"/>
                  </a:cubicBezTo>
                  <a:cubicBezTo>
                    <a:pt x="1548" y="5716"/>
                    <a:pt x="1620" y="5645"/>
                    <a:pt x="1620" y="5549"/>
                  </a:cubicBezTo>
                  <a:lnTo>
                    <a:pt x="1620" y="1025"/>
                  </a:lnTo>
                  <a:cubicBezTo>
                    <a:pt x="1620" y="977"/>
                    <a:pt x="1643" y="929"/>
                    <a:pt x="1691" y="906"/>
                  </a:cubicBezTo>
                  <a:lnTo>
                    <a:pt x="3406" y="906"/>
                  </a:lnTo>
                  <a:cubicBezTo>
                    <a:pt x="3191" y="1239"/>
                    <a:pt x="3072" y="1620"/>
                    <a:pt x="3072" y="2049"/>
                  </a:cubicBezTo>
                  <a:cubicBezTo>
                    <a:pt x="3072" y="3168"/>
                    <a:pt x="4001" y="4097"/>
                    <a:pt x="5120" y="4097"/>
                  </a:cubicBezTo>
                  <a:cubicBezTo>
                    <a:pt x="6097" y="4097"/>
                    <a:pt x="6954" y="3382"/>
                    <a:pt x="7121" y="2430"/>
                  </a:cubicBezTo>
                  <a:cubicBezTo>
                    <a:pt x="7145" y="2334"/>
                    <a:pt x="7097" y="2239"/>
                    <a:pt x="7002" y="2239"/>
                  </a:cubicBezTo>
                  <a:cubicBezTo>
                    <a:pt x="6989" y="2236"/>
                    <a:pt x="6976" y="2235"/>
                    <a:pt x="6964" y="2235"/>
                  </a:cubicBezTo>
                  <a:cubicBezTo>
                    <a:pt x="6883" y="2235"/>
                    <a:pt x="6811" y="2296"/>
                    <a:pt x="6811" y="2358"/>
                  </a:cubicBezTo>
                  <a:cubicBezTo>
                    <a:pt x="6644" y="3168"/>
                    <a:pt x="5930" y="3739"/>
                    <a:pt x="5120" y="3739"/>
                  </a:cubicBezTo>
                  <a:cubicBezTo>
                    <a:pt x="4168" y="3739"/>
                    <a:pt x="3406" y="2977"/>
                    <a:pt x="3406" y="2049"/>
                  </a:cubicBezTo>
                  <a:cubicBezTo>
                    <a:pt x="3406" y="1096"/>
                    <a:pt x="4168" y="334"/>
                    <a:pt x="5120" y="334"/>
                  </a:cubicBezTo>
                  <a:cubicBezTo>
                    <a:pt x="5930" y="334"/>
                    <a:pt x="6644" y="906"/>
                    <a:pt x="6811" y="1715"/>
                  </a:cubicBezTo>
                  <a:cubicBezTo>
                    <a:pt x="6811" y="1794"/>
                    <a:pt x="6876" y="1840"/>
                    <a:pt x="6953" y="1840"/>
                  </a:cubicBezTo>
                  <a:cubicBezTo>
                    <a:pt x="6969" y="1840"/>
                    <a:pt x="6985" y="1838"/>
                    <a:pt x="7002" y="1834"/>
                  </a:cubicBezTo>
                  <a:cubicBezTo>
                    <a:pt x="7097" y="1834"/>
                    <a:pt x="7145" y="1739"/>
                    <a:pt x="7121" y="1644"/>
                  </a:cubicBezTo>
                  <a:cubicBezTo>
                    <a:pt x="7073" y="1382"/>
                    <a:pt x="6835" y="929"/>
                    <a:pt x="6835" y="929"/>
                  </a:cubicBezTo>
                  <a:lnTo>
                    <a:pt x="8550" y="929"/>
                  </a:lnTo>
                  <a:cubicBezTo>
                    <a:pt x="8597" y="929"/>
                    <a:pt x="8621" y="977"/>
                    <a:pt x="8621" y="1025"/>
                  </a:cubicBezTo>
                  <a:lnTo>
                    <a:pt x="8621" y="7335"/>
                  </a:lnTo>
                  <a:lnTo>
                    <a:pt x="1620" y="7335"/>
                  </a:lnTo>
                  <a:lnTo>
                    <a:pt x="1620" y="6288"/>
                  </a:lnTo>
                  <a:cubicBezTo>
                    <a:pt x="1620" y="6192"/>
                    <a:pt x="1548" y="6121"/>
                    <a:pt x="1453" y="6121"/>
                  </a:cubicBezTo>
                  <a:cubicBezTo>
                    <a:pt x="1358" y="6121"/>
                    <a:pt x="1262" y="6192"/>
                    <a:pt x="1262" y="6288"/>
                  </a:cubicBezTo>
                  <a:lnTo>
                    <a:pt x="1262" y="7335"/>
                  </a:lnTo>
                  <a:lnTo>
                    <a:pt x="357" y="7335"/>
                  </a:lnTo>
                  <a:lnTo>
                    <a:pt x="357" y="2215"/>
                  </a:lnTo>
                  <a:lnTo>
                    <a:pt x="762" y="2215"/>
                  </a:lnTo>
                  <a:cubicBezTo>
                    <a:pt x="834" y="2215"/>
                    <a:pt x="905" y="2144"/>
                    <a:pt x="929" y="2072"/>
                  </a:cubicBezTo>
                  <a:cubicBezTo>
                    <a:pt x="953" y="1953"/>
                    <a:pt x="881" y="1858"/>
                    <a:pt x="762" y="1858"/>
                  </a:cubicBezTo>
                  <a:lnTo>
                    <a:pt x="167" y="1858"/>
                  </a:lnTo>
                  <a:cubicBezTo>
                    <a:pt x="72" y="1858"/>
                    <a:pt x="0" y="1953"/>
                    <a:pt x="0" y="2025"/>
                  </a:cubicBezTo>
                  <a:lnTo>
                    <a:pt x="0" y="7502"/>
                  </a:lnTo>
                  <a:cubicBezTo>
                    <a:pt x="0" y="7597"/>
                    <a:pt x="72" y="7693"/>
                    <a:pt x="167" y="7693"/>
                  </a:cubicBezTo>
                  <a:lnTo>
                    <a:pt x="10074" y="7693"/>
                  </a:lnTo>
                  <a:cubicBezTo>
                    <a:pt x="10169" y="7693"/>
                    <a:pt x="10240" y="7597"/>
                    <a:pt x="10240" y="7502"/>
                  </a:cubicBezTo>
                  <a:lnTo>
                    <a:pt x="10240" y="2025"/>
                  </a:lnTo>
                  <a:cubicBezTo>
                    <a:pt x="10240" y="1953"/>
                    <a:pt x="10169" y="1858"/>
                    <a:pt x="10074" y="1858"/>
                  </a:cubicBezTo>
                  <a:lnTo>
                    <a:pt x="9478" y="1858"/>
                  </a:lnTo>
                  <a:cubicBezTo>
                    <a:pt x="9407" y="1858"/>
                    <a:pt x="9335" y="1930"/>
                    <a:pt x="9312" y="2001"/>
                  </a:cubicBezTo>
                  <a:cubicBezTo>
                    <a:pt x="9288" y="2120"/>
                    <a:pt x="9359" y="2215"/>
                    <a:pt x="9478" y="2215"/>
                  </a:cubicBezTo>
                  <a:lnTo>
                    <a:pt x="9907" y="2215"/>
                  </a:lnTo>
                  <a:lnTo>
                    <a:pt x="9907" y="7335"/>
                  </a:lnTo>
                  <a:lnTo>
                    <a:pt x="8978" y="7335"/>
                  </a:lnTo>
                  <a:lnTo>
                    <a:pt x="8978" y="1025"/>
                  </a:lnTo>
                  <a:cubicBezTo>
                    <a:pt x="8978" y="787"/>
                    <a:pt x="8788" y="596"/>
                    <a:pt x="8550" y="596"/>
                  </a:cubicBezTo>
                  <a:lnTo>
                    <a:pt x="6573" y="596"/>
                  </a:lnTo>
                  <a:cubicBezTo>
                    <a:pt x="6192" y="215"/>
                    <a:pt x="5668" y="1"/>
                    <a:pt x="5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38" name="Google Shape;5238;p59"/>
            <p:cNvSpPr/>
            <p:nvPr/>
          </p:nvSpPr>
          <p:spPr>
            <a:xfrm>
              <a:off x="6276221" y="3431709"/>
              <a:ext cx="82373" cy="84031"/>
            </a:xfrm>
            <a:custGeom>
              <a:avLst/>
              <a:gdLst/>
              <a:ahLst/>
              <a:cxnLst/>
              <a:rect l="l" t="t" r="r" b="b"/>
              <a:pathLst>
                <a:path w="2335" h="2382" extrusionOk="0">
                  <a:moveTo>
                    <a:pt x="1382" y="358"/>
                  </a:moveTo>
                  <a:lnTo>
                    <a:pt x="1382" y="810"/>
                  </a:lnTo>
                  <a:cubicBezTo>
                    <a:pt x="1382" y="905"/>
                    <a:pt x="1453" y="977"/>
                    <a:pt x="1548" y="977"/>
                  </a:cubicBezTo>
                  <a:lnTo>
                    <a:pt x="2001" y="977"/>
                  </a:lnTo>
                  <a:lnTo>
                    <a:pt x="2001" y="1405"/>
                  </a:lnTo>
                  <a:lnTo>
                    <a:pt x="1548" y="1405"/>
                  </a:lnTo>
                  <a:cubicBezTo>
                    <a:pt x="1453" y="1405"/>
                    <a:pt x="1382" y="1477"/>
                    <a:pt x="1382" y="1572"/>
                  </a:cubicBezTo>
                  <a:lnTo>
                    <a:pt x="1382" y="2048"/>
                  </a:lnTo>
                  <a:lnTo>
                    <a:pt x="953" y="2048"/>
                  </a:lnTo>
                  <a:lnTo>
                    <a:pt x="953" y="1572"/>
                  </a:lnTo>
                  <a:cubicBezTo>
                    <a:pt x="953" y="1477"/>
                    <a:pt x="882" y="1405"/>
                    <a:pt x="786" y="1405"/>
                  </a:cubicBezTo>
                  <a:lnTo>
                    <a:pt x="334" y="1405"/>
                  </a:lnTo>
                  <a:lnTo>
                    <a:pt x="334" y="977"/>
                  </a:lnTo>
                  <a:lnTo>
                    <a:pt x="786" y="977"/>
                  </a:lnTo>
                  <a:cubicBezTo>
                    <a:pt x="882" y="977"/>
                    <a:pt x="953" y="905"/>
                    <a:pt x="953" y="810"/>
                  </a:cubicBezTo>
                  <a:lnTo>
                    <a:pt x="953" y="358"/>
                  </a:lnTo>
                  <a:close/>
                  <a:moveTo>
                    <a:pt x="882" y="0"/>
                  </a:moveTo>
                  <a:cubicBezTo>
                    <a:pt x="739" y="0"/>
                    <a:pt x="620" y="119"/>
                    <a:pt x="620" y="262"/>
                  </a:cubicBezTo>
                  <a:lnTo>
                    <a:pt x="620" y="643"/>
                  </a:lnTo>
                  <a:lnTo>
                    <a:pt x="239" y="643"/>
                  </a:lnTo>
                  <a:cubicBezTo>
                    <a:pt x="96" y="643"/>
                    <a:pt x="0" y="762"/>
                    <a:pt x="0" y="882"/>
                  </a:cubicBezTo>
                  <a:lnTo>
                    <a:pt x="0" y="1501"/>
                  </a:lnTo>
                  <a:cubicBezTo>
                    <a:pt x="0" y="1644"/>
                    <a:pt x="96" y="1763"/>
                    <a:pt x="239" y="1763"/>
                  </a:cubicBezTo>
                  <a:lnTo>
                    <a:pt x="620" y="1763"/>
                  </a:lnTo>
                  <a:lnTo>
                    <a:pt x="620" y="2144"/>
                  </a:lnTo>
                  <a:cubicBezTo>
                    <a:pt x="620" y="2263"/>
                    <a:pt x="739" y="2382"/>
                    <a:pt x="882" y="2382"/>
                  </a:cubicBezTo>
                  <a:lnTo>
                    <a:pt x="1453" y="2382"/>
                  </a:lnTo>
                  <a:cubicBezTo>
                    <a:pt x="1596" y="2382"/>
                    <a:pt x="1715" y="2263"/>
                    <a:pt x="1715" y="2144"/>
                  </a:cubicBezTo>
                  <a:lnTo>
                    <a:pt x="1715" y="1763"/>
                  </a:lnTo>
                  <a:lnTo>
                    <a:pt x="2096" y="1763"/>
                  </a:lnTo>
                  <a:cubicBezTo>
                    <a:pt x="2239" y="1763"/>
                    <a:pt x="2334" y="1644"/>
                    <a:pt x="2334" y="1501"/>
                  </a:cubicBezTo>
                  <a:lnTo>
                    <a:pt x="2334" y="882"/>
                  </a:lnTo>
                  <a:cubicBezTo>
                    <a:pt x="2334" y="762"/>
                    <a:pt x="2239" y="643"/>
                    <a:pt x="2096" y="643"/>
                  </a:cubicBezTo>
                  <a:lnTo>
                    <a:pt x="1715" y="643"/>
                  </a:lnTo>
                  <a:lnTo>
                    <a:pt x="1715" y="262"/>
                  </a:lnTo>
                  <a:cubicBezTo>
                    <a:pt x="1715" y="119"/>
                    <a:pt x="159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39" name="Google Shape;5239;p59"/>
            <p:cNvSpPr/>
            <p:nvPr/>
          </p:nvSpPr>
          <p:spPr>
            <a:xfrm>
              <a:off x="6227501" y="3561075"/>
              <a:ext cx="180656" cy="12665"/>
            </a:xfrm>
            <a:custGeom>
              <a:avLst/>
              <a:gdLst/>
              <a:ahLst/>
              <a:cxnLst/>
              <a:rect l="l" t="t" r="r" b="b"/>
              <a:pathLst>
                <a:path w="5121" h="359" extrusionOk="0">
                  <a:moveTo>
                    <a:pt x="191" y="1"/>
                  </a:moveTo>
                  <a:cubicBezTo>
                    <a:pt x="119" y="1"/>
                    <a:pt x="48" y="72"/>
                    <a:pt x="24" y="144"/>
                  </a:cubicBezTo>
                  <a:cubicBezTo>
                    <a:pt x="0" y="263"/>
                    <a:pt x="72" y="358"/>
                    <a:pt x="191" y="358"/>
                  </a:cubicBezTo>
                  <a:lnTo>
                    <a:pt x="4906" y="358"/>
                  </a:lnTo>
                  <a:cubicBezTo>
                    <a:pt x="5001" y="358"/>
                    <a:pt x="5073" y="287"/>
                    <a:pt x="5096" y="215"/>
                  </a:cubicBezTo>
                  <a:cubicBezTo>
                    <a:pt x="5120" y="96"/>
                    <a:pt x="5025" y="1"/>
                    <a:pt x="49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40" name="Google Shape;5240;p59"/>
            <p:cNvSpPr/>
            <p:nvPr/>
          </p:nvSpPr>
          <p:spPr>
            <a:xfrm>
              <a:off x="6227501" y="3593849"/>
              <a:ext cx="180656" cy="12629"/>
            </a:xfrm>
            <a:custGeom>
              <a:avLst/>
              <a:gdLst/>
              <a:ahLst/>
              <a:cxnLst/>
              <a:rect l="l" t="t" r="r" b="b"/>
              <a:pathLst>
                <a:path w="5121" h="358" extrusionOk="0">
                  <a:moveTo>
                    <a:pt x="191" y="1"/>
                  </a:moveTo>
                  <a:cubicBezTo>
                    <a:pt x="119" y="1"/>
                    <a:pt x="48" y="72"/>
                    <a:pt x="24" y="143"/>
                  </a:cubicBezTo>
                  <a:cubicBezTo>
                    <a:pt x="0" y="239"/>
                    <a:pt x="72" y="358"/>
                    <a:pt x="191" y="358"/>
                  </a:cubicBezTo>
                  <a:lnTo>
                    <a:pt x="4906" y="358"/>
                  </a:lnTo>
                  <a:cubicBezTo>
                    <a:pt x="5001" y="358"/>
                    <a:pt x="5073" y="286"/>
                    <a:pt x="5096" y="215"/>
                  </a:cubicBezTo>
                  <a:cubicBezTo>
                    <a:pt x="5120" y="96"/>
                    <a:pt x="5025" y="1"/>
                    <a:pt x="49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41" name="Google Shape;5241;p59"/>
            <p:cNvSpPr/>
            <p:nvPr/>
          </p:nvSpPr>
          <p:spPr>
            <a:xfrm>
              <a:off x="6227501" y="3626623"/>
              <a:ext cx="180656" cy="11783"/>
            </a:xfrm>
            <a:custGeom>
              <a:avLst/>
              <a:gdLst/>
              <a:ahLst/>
              <a:cxnLst/>
              <a:rect l="l" t="t" r="r" b="b"/>
              <a:pathLst>
                <a:path w="5121" h="334" extrusionOk="0">
                  <a:moveTo>
                    <a:pt x="191" y="0"/>
                  </a:moveTo>
                  <a:cubicBezTo>
                    <a:pt x="119" y="0"/>
                    <a:pt x="48" y="48"/>
                    <a:pt x="24" y="143"/>
                  </a:cubicBezTo>
                  <a:cubicBezTo>
                    <a:pt x="0" y="238"/>
                    <a:pt x="72" y="334"/>
                    <a:pt x="191" y="334"/>
                  </a:cubicBezTo>
                  <a:lnTo>
                    <a:pt x="4906" y="334"/>
                  </a:lnTo>
                  <a:cubicBezTo>
                    <a:pt x="5001" y="334"/>
                    <a:pt x="5073" y="286"/>
                    <a:pt x="5096" y="215"/>
                  </a:cubicBezTo>
                  <a:cubicBezTo>
                    <a:pt x="5120" y="96"/>
                    <a:pt x="5025" y="0"/>
                    <a:pt x="49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406" name="Google Shape;5406;p59"/>
          <p:cNvGrpSpPr/>
          <p:nvPr/>
        </p:nvGrpSpPr>
        <p:grpSpPr>
          <a:xfrm>
            <a:off x="7354570" y="2418715"/>
            <a:ext cx="384810" cy="494665"/>
            <a:chOff x="5494873" y="3398089"/>
            <a:chExt cx="258796" cy="409194"/>
          </a:xfrm>
          <a:solidFill>
            <a:srgbClr val="F9FBEE"/>
          </a:solidFill>
        </p:grpSpPr>
        <p:sp>
          <p:nvSpPr>
            <p:cNvPr id="5407" name="Google Shape;5407;p59"/>
            <p:cNvSpPr/>
            <p:nvPr/>
          </p:nvSpPr>
          <p:spPr>
            <a:xfrm>
              <a:off x="5494873" y="3398089"/>
              <a:ext cx="258796" cy="409184"/>
            </a:xfrm>
            <a:custGeom>
              <a:avLst/>
              <a:gdLst/>
              <a:ahLst/>
              <a:cxnLst/>
              <a:rect l="l" t="t" r="r" b="b"/>
              <a:pathLst>
                <a:path w="7336" h="11599" extrusionOk="0">
                  <a:moveTo>
                    <a:pt x="1025" y="1430"/>
                  </a:moveTo>
                  <a:lnTo>
                    <a:pt x="1239" y="1977"/>
                  </a:lnTo>
                  <a:cubicBezTo>
                    <a:pt x="977" y="2406"/>
                    <a:pt x="834" y="2906"/>
                    <a:pt x="834" y="3406"/>
                  </a:cubicBezTo>
                  <a:lnTo>
                    <a:pt x="834" y="4454"/>
                  </a:lnTo>
                  <a:lnTo>
                    <a:pt x="596" y="4454"/>
                  </a:lnTo>
                  <a:cubicBezTo>
                    <a:pt x="549" y="4454"/>
                    <a:pt x="525" y="4478"/>
                    <a:pt x="477" y="4478"/>
                  </a:cubicBezTo>
                  <a:lnTo>
                    <a:pt x="477" y="2073"/>
                  </a:lnTo>
                  <a:cubicBezTo>
                    <a:pt x="477" y="1763"/>
                    <a:pt x="715" y="1501"/>
                    <a:pt x="1025" y="1430"/>
                  </a:cubicBezTo>
                  <a:close/>
                  <a:moveTo>
                    <a:pt x="811" y="4811"/>
                  </a:moveTo>
                  <a:lnTo>
                    <a:pt x="811" y="6073"/>
                  </a:lnTo>
                  <a:lnTo>
                    <a:pt x="596" y="6073"/>
                  </a:lnTo>
                  <a:cubicBezTo>
                    <a:pt x="453" y="6073"/>
                    <a:pt x="334" y="5954"/>
                    <a:pt x="334" y="5812"/>
                  </a:cubicBezTo>
                  <a:lnTo>
                    <a:pt x="334" y="5049"/>
                  </a:lnTo>
                  <a:cubicBezTo>
                    <a:pt x="334" y="4907"/>
                    <a:pt x="453" y="4811"/>
                    <a:pt x="596" y="4811"/>
                  </a:cubicBezTo>
                  <a:close/>
                  <a:moveTo>
                    <a:pt x="6740" y="4811"/>
                  </a:moveTo>
                  <a:cubicBezTo>
                    <a:pt x="6883" y="4811"/>
                    <a:pt x="7002" y="4907"/>
                    <a:pt x="7002" y="5049"/>
                  </a:cubicBezTo>
                  <a:lnTo>
                    <a:pt x="7002" y="5812"/>
                  </a:lnTo>
                  <a:cubicBezTo>
                    <a:pt x="7002" y="5954"/>
                    <a:pt x="6883" y="6073"/>
                    <a:pt x="6740" y="6073"/>
                  </a:cubicBezTo>
                  <a:lnTo>
                    <a:pt x="6526" y="6073"/>
                  </a:lnTo>
                  <a:lnTo>
                    <a:pt x="6526" y="4811"/>
                  </a:lnTo>
                  <a:close/>
                  <a:moveTo>
                    <a:pt x="1168" y="5502"/>
                  </a:moveTo>
                  <a:lnTo>
                    <a:pt x="1930" y="5954"/>
                  </a:lnTo>
                  <a:lnTo>
                    <a:pt x="1930" y="7050"/>
                  </a:lnTo>
                  <a:lnTo>
                    <a:pt x="1573" y="7217"/>
                  </a:lnTo>
                  <a:cubicBezTo>
                    <a:pt x="1335" y="6836"/>
                    <a:pt x="1168" y="6359"/>
                    <a:pt x="1168" y="5859"/>
                  </a:cubicBezTo>
                  <a:lnTo>
                    <a:pt x="1168" y="5502"/>
                  </a:lnTo>
                  <a:close/>
                  <a:moveTo>
                    <a:pt x="6169" y="5502"/>
                  </a:moveTo>
                  <a:lnTo>
                    <a:pt x="6169" y="5859"/>
                  </a:lnTo>
                  <a:cubicBezTo>
                    <a:pt x="6169" y="6359"/>
                    <a:pt x="6002" y="6836"/>
                    <a:pt x="5740" y="7217"/>
                  </a:cubicBezTo>
                  <a:lnTo>
                    <a:pt x="5407" y="7050"/>
                  </a:lnTo>
                  <a:lnTo>
                    <a:pt x="5407" y="5954"/>
                  </a:lnTo>
                  <a:lnTo>
                    <a:pt x="6169" y="5502"/>
                  </a:lnTo>
                  <a:close/>
                  <a:moveTo>
                    <a:pt x="4240" y="358"/>
                  </a:moveTo>
                  <a:cubicBezTo>
                    <a:pt x="5693" y="358"/>
                    <a:pt x="6859" y="1525"/>
                    <a:pt x="6859" y="2978"/>
                  </a:cubicBezTo>
                  <a:lnTo>
                    <a:pt x="6859" y="4478"/>
                  </a:lnTo>
                  <a:cubicBezTo>
                    <a:pt x="6812" y="4478"/>
                    <a:pt x="6788" y="4454"/>
                    <a:pt x="6740" y="4454"/>
                  </a:cubicBezTo>
                  <a:lnTo>
                    <a:pt x="6526" y="4454"/>
                  </a:lnTo>
                  <a:lnTo>
                    <a:pt x="6526" y="4406"/>
                  </a:lnTo>
                  <a:lnTo>
                    <a:pt x="6526" y="4097"/>
                  </a:lnTo>
                  <a:cubicBezTo>
                    <a:pt x="6502" y="4097"/>
                    <a:pt x="6502" y="4073"/>
                    <a:pt x="6526" y="4073"/>
                  </a:cubicBezTo>
                  <a:lnTo>
                    <a:pt x="6526" y="3644"/>
                  </a:lnTo>
                  <a:cubicBezTo>
                    <a:pt x="6502" y="3454"/>
                    <a:pt x="6193" y="3311"/>
                    <a:pt x="6193" y="3311"/>
                  </a:cubicBezTo>
                  <a:lnTo>
                    <a:pt x="5478" y="3311"/>
                  </a:lnTo>
                  <a:cubicBezTo>
                    <a:pt x="5478" y="3311"/>
                    <a:pt x="5312" y="3382"/>
                    <a:pt x="5312" y="3478"/>
                  </a:cubicBezTo>
                  <a:cubicBezTo>
                    <a:pt x="5312" y="3573"/>
                    <a:pt x="5383" y="3644"/>
                    <a:pt x="5478" y="3644"/>
                  </a:cubicBezTo>
                  <a:lnTo>
                    <a:pt x="6169" y="3644"/>
                  </a:lnTo>
                  <a:lnTo>
                    <a:pt x="6169" y="4073"/>
                  </a:lnTo>
                  <a:lnTo>
                    <a:pt x="6169" y="4406"/>
                  </a:lnTo>
                  <a:lnTo>
                    <a:pt x="6169" y="5097"/>
                  </a:lnTo>
                  <a:lnTo>
                    <a:pt x="5240" y="5669"/>
                  </a:lnTo>
                  <a:cubicBezTo>
                    <a:pt x="5240" y="5645"/>
                    <a:pt x="5216" y="5645"/>
                    <a:pt x="5216" y="5645"/>
                  </a:cubicBezTo>
                  <a:cubicBezTo>
                    <a:pt x="4680" y="5430"/>
                    <a:pt x="4143" y="5332"/>
                    <a:pt x="3624" y="5332"/>
                  </a:cubicBezTo>
                  <a:cubicBezTo>
                    <a:pt x="3567" y="5332"/>
                    <a:pt x="3511" y="5333"/>
                    <a:pt x="3454" y="5335"/>
                  </a:cubicBezTo>
                  <a:cubicBezTo>
                    <a:pt x="3359" y="5335"/>
                    <a:pt x="3287" y="5430"/>
                    <a:pt x="3287" y="5526"/>
                  </a:cubicBezTo>
                  <a:cubicBezTo>
                    <a:pt x="3287" y="5608"/>
                    <a:pt x="3341" y="5673"/>
                    <a:pt x="3418" y="5673"/>
                  </a:cubicBezTo>
                  <a:cubicBezTo>
                    <a:pt x="3429" y="5673"/>
                    <a:pt x="3441" y="5672"/>
                    <a:pt x="3454" y="5669"/>
                  </a:cubicBezTo>
                  <a:cubicBezTo>
                    <a:pt x="3509" y="5666"/>
                    <a:pt x="3563" y="5665"/>
                    <a:pt x="3618" y="5665"/>
                  </a:cubicBezTo>
                  <a:cubicBezTo>
                    <a:pt x="4107" y="5665"/>
                    <a:pt x="4580" y="5762"/>
                    <a:pt x="5073" y="5954"/>
                  </a:cubicBezTo>
                  <a:lnTo>
                    <a:pt x="5073" y="7097"/>
                  </a:lnTo>
                  <a:cubicBezTo>
                    <a:pt x="4649" y="7392"/>
                    <a:pt x="4207" y="7541"/>
                    <a:pt x="3745" y="7541"/>
                  </a:cubicBezTo>
                  <a:cubicBezTo>
                    <a:pt x="3273" y="7541"/>
                    <a:pt x="2780" y="7386"/>
                    <a:pt x="2263" y="7074"/>
                  </a:cubicBezTo>
                  <a:lnTo>
                    <a:pt x="2263" y="5931"/>
                  </a:lnTo>
                  <a:cubicBezTo>
                    <a:pt x="2430" y="5883"/>
                    <a:pt x="2597" y="5812"/>
                    <a:pt x="2763" y="5788"/>
                  </a:cubicBezTo>
                  <a:cubicBezTo>
                    <a:pt x="2859" y="5764"/>
                    <a:pt x="2906" y="5669"/>
                    <a:pt x="2882" y="5573"/>
                  </a:cubicBezTo>
                  <a:cubicBezTo>
                    <a:pt x="2863" y="5494"/>
                    <a:pt x="2794" y="5448"/>
                    <a:pt x="2717" y="5448"/>
                  </a:cubicBezTo>
                  <a:cubicBezTo>
                    <a:pt x="2701" y="5448"/>
                    <a:pt x="2684" y="5450"/>
                    <a:pt x="2668" y="5454"/>
                  </a:cubicBezTo>
                  <a:cubicBezTo>
                    <a:pt x="2501" y="5502"/>
                    <a:pt x="2311" y="5550"/>
                    <a:pt x="2120" y="5621"/>
                  </a:cubicBezTo>
                  <a:cubicBezTo>
                    <a:pt x="2120" y="5645"/>
                    <a:pt x="2097" y="5645"/>
                    <a:pt x="2097" y="5645"/>
                  </a:cubicBezTo>
                  <a:lnTo>
                    <a:pt x="1168" y="5097"/>
                  </a:lnTo>
                  <a:lnTo>
                    <a:pt x="1168" y="3406"/>
                  </a:lnTo>
                  <a:cubicBezTo>
                    <a:pt x="1168" y="3001"/>
                    <a:pt x="1263" y="2573"/>
                    <a:pt x="1477" y="2216"/>
                  </a:cubicBezTo>
                  <a:lnTo>
                    <a:pt x="2787" y="3097"/>
                  </a:lnTo>
                  <a:cubicBezTo>
                    <a:pt x="3311" y="3454"/>
                    <a:pt x="3930" y="3644"/>
                    <a:pt x="4573" y="3644"/>
                  </a:cubicBezTo>
                  <a:lnTo>
                    <a:pt x="4764" y="3644"/>
                  </a:lnTo>
                  <a:cubicBezTo>
                    <a:pt x="4859" y="3644"/>
                    <a:pt x="4931" y="3597"/>
                    <a:pt x="4931" y="3502"/>
                  </a:cubicBezTo>
                  <a:cubicBezTo>
                    <a:pt x="4954" y="3406"/>
                    <a:pt x="4883" y="3311"/>
                    <a:pt x="4764" y="3311"/>
                  </a:cubicBezTo>
                  <a:lnTo>
                    <a:pt x="4549" y="3311"/>
                  </a:lnTo>
                  <a:cubicBezTo>
                    <a:pt x="3978" y="3311"/>
                    <a:pt x="3430" y="3144"/>
                    <a:pt x="2978" y="2811"/>
                  </a:cubicBezTo>
                  <a:lnTo>
                    <a:pt x="1620" y="1906"/>
                  </a:lnTo>
                  <a:cubicBezTo>
                    <a:pt x="1596" y="1882"/>
                    <a:pt x="1573" y="1858"/>
                    <a:pt x="1549" y="1858"/>
                  </a:cubicBezTo>
                  <a:lnTo>
                    <a:pt x="1287" y="1263"/>
                  </a:lnTo>
                  <a:cubicBezTo>
                    <a:pt x="1525" y="715"/>
                    <a:pt x="2097" y="358"/>
                    <a:pt x="2692" y="358"/>
                  </a:cubicBezTo>
                  <a:close/>
                  <a:moveTo>
                    <a:pt x="5264" y="7359"/>
                  </a:moveTo>
                  <a:lnTo>
                    <a:pt x="5550" y="7502"/>
                  </a:lnTo>
                  <a:cubicBezTo>
                    <a:pt x="5097" y="8026"/>
                    <a:pt x="4407" y="8360"/>
                    <a:pt x="3668" y="8360"/>
                  </a:cubicBezTo>
                  <a:cubicBezTo>
                    <a:pt x="2906" y="8360"/>
                    <a:pt x="2239" y="8026"/>
                    <a:pt x="1787" y="7502"/>
                  </a:cubicBezTo>
                  <a:lnTo>
                    <a:pt x="2073" y="7359"/>
                  </a:lnTo>
                  <a:cubicBezTo>
                    <a:pt x="2644" y="7717"/>
                    <a:pt x="3216" y="7883"/>
                    <a:pt x="3740" y="7883"/>
                  </a:cubicBezTo>
                  <a:cubicBezTo>
                    <a:pt x="4264" y="7883"/>
                    <a:pt x="4788" y="7717"/>
                    <a:pt x="5264" y="7359"/>
                  </a:cubicBezTo>
                  <a:close/>
                  <a:moveTo>
                    <a:pt x="4240" y="8645"/>
                  </a:moveTo>
                  <a:lnTo>
                    <a:pt x="4240" y="8860"/>
                  </a:lnTo>
                  <a:cubicBezTo>
                    <a:pt x="4240" y="9180"/>
                    <a:pt x="3976" y="9457"/>
                    <a:pt x="3660" y="9457"/>
                  </a:cubicBezTo>
                  <a:cubicBezTo>
                    <a:pt x="3647" y="9457"/>
                    <a:pt x="3634" y="9456"/>
                    <a:pt x="3621" y="9455"/>
                  </a:cubicBezTo>
                  <a:cubicBezTo>
                    <a:pt x="3311" y="9431"/>
                    <a:pt x="3073" y="9169"/>
                    <a:pt x="3073" y="8860"/>
                  </a:cubicBezTo>
                  <a:lnTo>
                    <a:pt x="3073" y="8645"/>
                  </a:lnTo>
                  <a:cubicBezTo>
                    <a:pt x="3264" y="8669"/>
                    <a:pt x="3454" y="8693"/>
                    <a:pt x="3668" y="8693"/>
                  </a:cubicBezTo>
                  <a:cubicBezTo>
                    <a:pt x="3859" y="8693"/>
                    <a:pt x="4049" y="8669"/>
                    <a:pt x="4240" y="8645"/>
                  </a:cubicBezTo>
                  <a:close/>
                  <a:moveTo>
                    <a:pt x="3430" y="9765"/>
                  </a:moveTo>
                  <a:cubicBezTo>
                    <a:pt x="3502" y="9789"/>
                    <a:pt x="3597" y="9789"/>
                    <a:pt x="3668" y="9789"/>
                  </a:cubicBezTo>
                  <a:cubicBezTo>
                    <a:pt x="3740" y="9789"/>
                    <a:pt x="3835" y="9789"/>
                    <a:pt x="3906" y="9765"/>
                  </a:cubicBezTo>
                  <a:lnTo>
                    <a:pt x="3906" y="9765"/>
                  </a:lnTo>
                  <a:lnTo>
                    <a:pt x="3668" y="10741"/>
                  </a:lnTo>
                  <a:lnTo>
                    <a:pt x="3430" y="9765"/>
                  </a:lnTo>
                  <a:close/>
                  <a:moveTo>
                    <a:pt x="4645" y="8550"/>
                  </a:moveTo>
                  <a:lnTo>
                    <a:pt x="5192" y="8884"/>
                  </a:lnTo>
                  <a:lnTo>
                    <a:pt x="5169" y="8884"/>
                  </a:lnTo>
                  <a:lnTo>
                    <a:pt x="4931" y="9146"/>
                  </a:lnTo>
                  <a:cubicBezTo>
                    <a:pt x="4883" y="9193"/>
                    <a:pt x="4883" y="9265"/>
                    <a:pt x="4907" y="9336"/>
                  </a:cubicBezTo>
                  <a:lnTo>
                    <a:pt x="5121" y="9789"/>
                  </a:lnTo>
                  <a:lnTo>
                    <a:pt x="3978" y="10884"/>
                  </a:lnTo>
                  <a:lnTo>
                    <a:pt x="3978" y="10884"/>
                  </a:lnTo>
                  <a:lnTo>
                    <a:pt x="4311" y="9527"/>
                  </a:lnTo>
                  <a:cubicBezTo>
                    <a:pt x="4478" y="9360"/>
                    <a:pt x="4597" y="9122"/>
                    <a:pt x="4597" y="8860"/>
                  </a:cubicBezTo>
                  <a:lnTo>
                    <a:pt x="4597" y="8550"/>
                  </a:lnTo>
                  <a:close/>
                  <a:moveTo>
                    <a:pt x="2692" y="1"/>
                  </a:moveTo>
                  <a:cubicBezTo>
                    <a:pt x="2311" y="1"/>
                    <a:pt x="1930" y="120"/>
                    <a:pt x="1620" y="334"/>
                  </a:cubicBezTo>
                  <a:cubicBezTo>
                    <a:pt x="1358" y="525"/>
                    <a:pt x="1144" y="787"/>
                    <a:pt x="1001" y="1096"/>
                  </a:cubicBezTo>
                  <a:cubicBezTo>
                    <a:pt x="501" y="1168"/>
                    <a:pt x="120" y="1573"/>
                    <a:pt x="144" y="2073"/>
                  </a:cubicBezTo>
                  <a:lnTo>
                    <a:pt x="144" y="4692"/>
                  </a:lnTo>
                  <a:cubicBezTo>
                    <a:pt x="49" y="4788"/>
                    <a:pt x="1" y="4930"/>
                    <a:pt x="1" y="5049"/>
                  </a:cubicBezTo>
                  <a:lnTo>
                    <a:pt x="1" y="5812"/>
                  </a:lnTo>
                  <a:cubicBezTo>
                    <a:pt x="1" y="6145"/>
                    <a:pt x="596" y="6407"/>
                    <a:pt x="596" y="6407"/>
                  </a:cubicBezTo>
                  <a:lnTo>
                    <a:pt x="858" y="6407"/>
                  </a:lnTo>
                  <a:cubicBezTo>
                    <a:pt x="1025" y="7264"/>
                    <a:pt x="1573" y="7979"/>
                    <a:pt x="2335" y="8360"/>
                  </a:cubicBezTo>
                  <a:lnTo>
                    <a:pt x="1906" y="8622"/>
                  </a:lnTo>
                  <a:cubicBezTo>
                    <a:pt x="1835" y="8669"/>
                    <a:pt x="1787" y="8741"/>
                    <a:pt x="1787" y="8836"/>
                  </a:cubicBezTo>
                  <a:cubicBezTo>
                    <a:pt x="1763" y="8860"/>
                    <a:pt x="1763" y="8907"/>
                    <a:pt x="1787" y="8955"/>
                  </a:cubicBezTo>
                  <a:lnTo>
                    <a:pt x="334" y="9717"/>
                  </a:lnTo>
                  <a:cubicBezTo>
                    <a:pt x="263" y="9741"/>
                    <a:pt x="239" y="9812"/>
                    <a:pt x="239" y="9860"/>
                  </a:cubicBezTo>
                  <a:lnTo>
                    <a:pt x="239" y="11479"/>
                  </a:lnTo>
                  <a:cubicBezTo>
                    <a:pt x="239" y="11503"/>
                    <a:pt x="239" y="11503"/>
                    <a:pt x="239" y="11503"/>
                  </a:cubicBezTo>
                  <a:cubicBezTo>
                    <a:pt x="292" y="11564"/>
                    <a:pt x="350" y="11590"/>
                    <a:pt x="404" y="11590"/>
                  </a:cubicBezTo>
                  <a:cubicBezTo>
                    <a:pt x="496" y="11590"/>
                    <a:pt x="572" y="11513"/>
                    <a:pt x="572" y="11408"/>
                  </a:cubicBezTo>
                  <a:lnTo>
                    <a:pt x="572" y="10408"/>
                  </a:lnTo>
                  <a:cubicBezTo>
                    <a:pt x="572" y="10146"/>
                    <a:pt x="715" y="9884"/>
                    <a:pt x="953" y="9765"/>
                  </a:cubicBezTo>
                  <a:lnTo>
                    <a:pt x="2001" y="9217"/>
                  </a:lnTo>
                  <a:lnTo>
                    <a:pt x="2073" y="9288"/>
                  </a:lnTo>
                  <a:lnTo>
                    <a:pt x="1882" y="9669"/>
                  </a:lnTo>
                  <a:cubicBezTo>
                    <a:pt x="1835" y="9789"/>
                    <a:pt x="1858" y="9931"/>
                    <a:pt x="1954" y="10003"/>
                  </a:cubicBezTo>
                  <a:lnTo>
                    <a:pt x="2239" y="10289"/>
                  </a:lnTo>
                  <a:cubicBezTo>
                    <a:pt x="2263" y="10312"/>
                    <a:pt x="2311" y="10336"/>
                    <a:pt x="2359" y="10336"/>
                  </a:cubicBezTo>
                  <a:cubicBezTo>
                    <a:pt x="2406" y="10336"/>
                    <a:pt x="2454" y="10312"/>
                    <a:pt x="2501" y="10265"/>
                  </a:cubicBezTo>
                  <a:cubicBezTo>
                    <a:pt x="2549" y="10193"/>
                    <a:pt x="2525" y="10098"/>
                    <a:pt x="2478" y="10050"/>
                  </a:cubicBezTo>
                  <a:lnTo>
                    <a:pt x="2216" y="9789"/>
                  </a:lnTo>
                  <a:lnTo>
                    <a:pt x="2430" y="9336"/>
                  </a:lnTo>
                  <a:cubicBezTo>
                    <a:pt x="2454" y="9265"/>
                    <a:pt x="2454" y="9193"/>
                    <a:pt x="2406" y="9146"/>
                  </a:cubicBezTo>
                  <a:lnTo>
                    <a:pt x="2168" y="8884"/>
                  </a:lnTo>
                  <a:lnTo>
                    <a:pt x="2144" y="8884"/>
                  </a:lnTo>
                  <a:lnTo>
                    <a:pt x="2692" y="8550"/>
                  </a:lnTo>
                  <a:cubicBezTo>
                    <a:pt x="2716" y="8550"/>
                    <a:pt x="2716" y="8550"/>
                    <a:pt x="2716" y="8526"/>
                  </a:cubicBezTo>
                  <a:cubicBezTo>
                    <a:pt x="2740" y="8550"/>
                    <a:pt x="2740" y="8550"/>
                    <a:pt x="2740" y="8550"/>
                  </a:cubicBezTo>
                  <a:lnTo>
                    <a:pt x="2740" y="8860"/>
                  </a:lnTo>
                  <a:cubicBezTo>
                    <a:pt x="2740" y="9122"/>
                    <a:pt x="2859" y="9360"/>
                    <a:pt x="3025" y="9527"/>
                  </a:cubicBezTo>
                  <a:lnTo>
                    <a:pt x="3359" y="10884"/>
                  </a:lnTo>
                  <a:lnTo>
                    <a:pt x="3002" y="10551"/>
                  </a:lnTo>
                  <a:cubicBezTo>
                    <a:pt x="2962" y="10524"/>
                    <a:pt x="2916" y="10505"/>
                    <a:pt x="2870" y="10505"/>
                  </a:cubicBezTo>
                  <a:cubicBezTo>
                    <a:pt x="2833" y="10505"/>
                    <a:pt x="2796" y="10518"/>
                    <a:pt x="2763" y="10551"/>
                  </a:cubicBezTo>
                  <a:cubicBezTo>
                    <a:pt x="2692" y="10598"/>
                    <a:pt x="2692" y="10717"/>
                    <a:pt x="2763" y="10789"/>
                  </a:cubicBezTo>
                  <a:lnTo>
                    <a:pt x="3525" y="11551"/>
                  </a:lnTo>
                  <a:cubicBezTo>
                    <a:pt x="3573" y="11575"/>
                    <a:pt x="3597" y="11598"/>
                    <a:pt x="3645" y="11598"/>
                  </a:cubicBezTo>
                  <a:lnTo>
                    <a:pt x="3668" y="11598"/>
                  </a:lnTo>
                  <a:cubicBezTo>
                    <a:pt x="3716" y="11598"/>
                    <a:pt x="3764" y="11575"/>
                    <a:pt x="3787" y="11551"/>
                  </a:cubicBezTo>
                  <a:lnTo>
                    <a:pt x="5383" y="10003"/>
                  </a:lnTo>
                  <a:cubicBezTo>
                    <a:pt x="5454" y="9931"/>
                    <a:pt x="5478" y="9789"/>
                    <a:pt x="5431" y="9669"/>
                  </a:cubicBezTo>
                  <a:lnTo>
                    <a:pt x="5240" y="9288"/>
                  </a:lnTo>
                  <a:lnTo>
                    <a:pt x="5312" y="9217"/>
                  </a:lnTo>
                  <a:lnTo>
                    <a:pt x="6359" y="9765"/>
                  </a:lnTo>
                  <a:cubicBezTo>
                    <a:pt x="6598" y="9884"/>
                    <a:pt x="6740" y="10146"/>
                    <a:pt x="6740" y="10408"/>
                  </a:cubicBezTo>
                  <a:lnTo>
                    <a:pt x="6740" y="11408"/>
                  </a:lnTo>
                  <a:cubicBezTo>
                    <a:pt x="6740" y="11503"/>
                    <a:pt x="6812" y="11575"/>
                    <a:pt x="6883" y="11598"/>
                  </a:cubicBezTo>
                  <a:cubicBezTo>
                    <a:pt x="7002" y="11598"/>
                    <a:pt x="7074" y="11527"/>
                    <a:pt x="7074" y="11408"/>
                  </a:cubicBezTo>
                  <a:lnTo>
                    <a:pt x="7074" y="10408"/>
                  </a:lnTo>
                  <a:cubicBezTo>
                    <a:pt x="7074" y="10003"/>
                    <a:pt x="6859" y="9646"/>
                    <a:pt x="6526" y="9455"/>
                  </a:cubicBezTo>
                  <a:lnTo>
                    <a:pt x="5526" y="8955"/>
                  </a:lnTo>
                  <a:cubicBezTo>
                    <a:pt x="5550" y="8884"/>
                    <a:pt x="5550" y="8788"/>
                    <a:pt x="5502" y="8717"/>
                  </a:cubicBezTo>
                  <a:cubicBezTo>
                    <a:pt x="5478" y="8669"/>
                    <a:pt x="5431" y="8645"/>
                    <a:pt x="5383" y="8622"/>
                  </a:cubicBezTo>
                  <a:lnTo>
                    <a:pt x="4978" y="8360"/>
                  </a:lnTo>
                  <a:cubicBezTo>
                    <a:pt x="5740" y="7979"/>
                    <a:pt x="6288" y="7264"/>
                    <a:pt x="6455" y="6407"/>
                  </a:cubicBezTo>
                  <a:lnTo>
                    <a:pt x="6740" y="6407"/>
                  </a:lnTo>
                  <a:cubicBezTo>
                    <a:pt x="6740" y="6407"/>
                    <a:pt x="7336" y="6145"/>
                    <a:pt x="7336" y="5812"/>
                  </a:cubicBezTo>
                  <a:lnTo>
                    <a:pt x="7336" y="5049"/>
                  </a:lnTo>
                  <a:cubicBezTo>
                    <a:pt x="7336" y="4930"/>
                    <a:pt x="7288" y="4788"/>
                    <a:pt x="7193" y="4692"/>
                  </a:cubicBezTo>
                  <a:lnTo>
                    <a:pt x="7193" y="2978"/>
                  </a:lnTo>
                  <a:cubicBezTo>
                    <a:pt x="7193" y="1334"/>
                    <a:pt x="5883" y="1"/>
                    <a:pt x="42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8" name="Google Shape;5408;p59"/>
            <p:cNvSpPr/>
            <p:nvPr/>
          </p:nvSpPr>
          <p:spPr>
            <a:xfrm>
              <a:off x="5573015" y="3561922"/>
              <a:ext cx="11818" cy="16827"/>
            </a:xfrm>
            <a:custGeom>
              <a:avLst/>
              <a:gdLst/>
              <a:ahLst/>
              <a:cxnLst/>
              <a:rect l="l" t="t" r="r" b="b"/>
              <a:pathLst>
                <a:path w="335" h="477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286"/>
                  </a:lnTo>
                  <a:cubicBezTo>
                    <a:pt x="1" y="382"/>
                    <a:pt x="72" y="477"/>
                    <a:pt x="167" y="477"/>
                  </a:cubicBezTo>
                  <a:cubicBezTo>
                    <a:pt x="263" y="477"/>
                    <a:pt x="334" y="405"/>
                    <a:pt x="334" y="310"/>
                  </a:cubicBezTo>
                  <a:lnTo>
                    <a:pt x="334" y="167"/>
                  </a:lnTo>
                  <a:cubicBezTo>
                    <a:pt x="334" y="72"/>
                    <a:pt x="263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9" name="Google Shape;5409;p59"/>
            <p:cNvSpPr/>
            <p:nvPr/>
          </p:nvSpPr>
          <p:spPr>
            <a:xfrm>
              <a:off x="5662904" y="3561781"/>
              <a:ext cx="11818" cy="16968"/>
            </a:xfrm>
            <a:custGeom>
              <a:avLst/>
              <a:gdLst/>
              <a:ahLst/>
              <a:cxnLst/>
              <a:rect l="l" t="t" r="r" b="b"/>
              <a:pathLst>
                <a:path w="335" h="481" extrusionOk="0">
                  <a:moveTo>
                    <a:pt x="174" y="1"/>
                  </a:moveTo>
                  <a:cubicBezTo>
                    <a:pt x="164" y="1"/>
                    <a:pt x="154" y="2"/>
                    <a:pt x="144" y="5"/>
                  </a:cubicBezTo>
                  <a:cubicBezTo>
                    <a:pt x="48" y="5"/>
                    <a:pt x="1" y="76"/>
                    <a:pt x="1" y="171"/>
                  </a:cubicBezTo>
                  <a:lnTo>
                    <a:pt x="1" y="290"/>
                  </a:lnTo>
                  <a:cubicBezTo>
                    <a:pt x="1" y="386"/>
                    <a:pt x="48" y="457"/>
                    <a:pt x="144" y="481"/>
                  </a:cubicBezTo>
                  <a:cubicBezTo>
                    <a:pt x="239" y="481"/>
                    <a:pt x="334" y="409"/>
                    <a:pt x="334" y="314"/>
                  </a:cubicBezTo>
                  <a:lnTo>
                    <a:pt x="334" y="171"/>
                  </a:lnTo>
                  <a:cubicBezTo>
                    <a:pt x="334" y="86"/>
                    <a:pt x="258" y="1"/>
                    <a:pt x="1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10" name="Google Shape;5410;p59"/>
            <p:cNvSpPr/>
            <p:nvPr/>
          </p:nvSpPr>
          <p:spPr>
            <a:xfrm>
              <a:off x="5554529" y="3538815"/>
              <a:ext cx="35313" cy="13899"/>
            </a:xfrm>
            <a:custGeom>
              <a:avLst/>
              <a:gdLst/>
              <a:ahLst/>
              <a:cxnLst/>
              <a:rect l="l" t="t" r="r" b="b"/>
              <a:pathLst>
                <a:path w="1001" h="394" extrusionOk="0">
                  <a:moveTo>
                    <a:pt x="501" y="1"/>
                  </a:moveTo>
                  <a:cubicBezTo>
                    <a:pt x="382" y="1"/>
                    <a:pt x="263" y="13"/>
                    <a:pt x="144" y="36"/>
                  </a:cubicBezTo>
                  <a:cubicBezTo>
                    <a:pt x="72" y="60"/>
                    <a:pt x="1" y="156"/>
                    <a:pt x="25" y="251"/>
                  </a:cubicBezTo>
                  <a:cubicBezTo>
                    <a:pt x="44" y="330"/>
                    <a:pt x="113" y="376"/>
                    <a:pt x="190" y="376"/>
                  </a:cubicBezTo>
                  <a:cubicBezTo>
                    <a:pt x="206" y="376"/>
                    <a:pt x="223" y="374"/>
                    <a:pt x="239" y="370"/>
                  </a:cubicBezTo>
                  <a:cubicBezTo>
                    <a:pt x="322" y="346"/>
                    <a:pt x="412" y="334"/>
                    <a:pt x="501" y="334"/>
                  </a:cubicBezTo>
                  <a:cubicBezTo>
                    <a:pt x="590" y="334"/>
                    <a:pt x="679" y="346"/>
                    <a:pt x="763" y="370"/>
                  </a:cubicBezTo>
                  <a:cubicBezTo>
                    <a:pt x="763" y="370"/>
                    <a:pt x="787" y="394"/>
                    <a:pt x="810" y="394"/>
                  </a:cubicBezTo>
                  <a:cubicBezTo>
                    <a:pt x="882" y="394"/>
                    <a:pt x="953" y="322"/>
                    <a:pt x="977" y="251"/>
                  </a:cubicBezTo>
                  <a:cubicBezTo>
                    <a:pt x="1001" y="156"/>
                    <a:pt x="930" y="84"/>
                    <a:pt x="858" y="36"/>
                  </a:cubicBezTo>
                  <a:cubicBezTo>
                    <a:pt x="739" y="13"/>
                    <a:pt x="620" y="1"/>
                    <a:pt x="5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11" name="Google Shape;5411;p59"/>
            <p:cNvSpPr/>
            <p:nvPr/>
          </p:nvSpPr>
          <p:spPr>
            <a:xfrm>
              <a:off x="5658706" y="3538815"/>
              <a:ext cx="35313" cy="13899"/>
            </a:xfrm>
            <a:custGeom>
              <a:avLst/>
              <a:gdLst/>
              <a:ahLst/>
              <a:cxnLst/>
              <a:rect l="l" t="t" r="r" b="b"/>
              <a:pathLst>
                <a:path w="1001" h="394" extrusionOk="0">
                  <a:moveTo>
                    <a:pt x="498" y="1"/>
                  </a:moveTo>
                  <a:cubicBezTo>
                    <a:pt x="382" y="1"/>
                    <a:pt x="263" y="13"/>
                    <a:pt x="144" y="36"/>
                  </a:cubicBezTo>
                  <a:cubicBezTo>
                    <a:pt x="48" y="84"/>
                    <a:pt x="1" y="156"/>
                    <a:pt x="25" y="251"/>
                  </a:cubicBezTo>
                  <a:cubicBezTo>
                    <a:pt x="44" y="330"/>
                    <a:pt x="113" y="376"/>
                    <a:pt x="190" y="376"/>
                  </a:cubicBezTo>
                  <a:cubicBezTo>
                    <a:pt x="206" y="376"/>
                    <a:pt x="223" y="374"/>
                    <a:pt x="239" y="370"/>
                  </a:cubicBezTo>
                  <a:cubicBezTo>
                    <a:pt x="322" y="346"/>
                    <a:pt x="406" y="334"/>
                    <a:pt x="492" y="334"/>
                  </a:cubicBezTo>
                  <a:cubicBezTo>
                    <a:pt x="578" y="334"/>
                    <a:pt x="668" y="346"/>
                    <a:pt x="763" y="370"/>
                  </a:cubicBezTo>
                  <a:cubicBezTo>
                    <a:pt x="763" y="370"/>
                    <a:pt x="787" y="394"/>
                    <a:pt x="810" y="394"/>
                  </a:cubicBezTo>
                  <a:cubicBezTo>
                    <a:pt x="882" y="394"/>
                    <a:pt x="953" y="322"/>
                    <a:pt x="953" y="251"/>
                  </a:cubicBezTo>
                  <a:cubicBezTo>
                    <a:pt x="1001" y="156"/>
                    <a:pt x="930" y="84"/>
                    <a:pt x="834" y="36"/>
                  </a:cubicBezTo>
                  <a:cubicBezTo>
                    <a:pt x="727" y="13"/>
                    <a:pt x="614" y="1"/>
                    <a:pt x="4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12" name="Google Shape;5412;p59"/>
            <p:cNvSpPr/>
            <p:nvPr/>
          </p:nvSpPr>
          <p:spPr>
            <a:xfrm>
              <a:off x="5536890" y="3780366"/>
              <a:ext cx="47095" cy="26917"/>
            </a:xfrm>
            <a:custGeom>
              <a:avLst/>
              <a:gdLst/>
              <a:ahLst/>
              <a:cxnLst/>
              <a:rect l="l" t="t" r="r" b="b"/>
              <a:pathLst>
                <a:path w="1335" h="763" extrusionOk="0">
                  <a:moveTo>
                    <a:pt x="191" y="0"/>
                  </a:moveTo>
                  <a:cubicBezTo>
                    <a:pt x="96" y="0"/>
                    <a:pt x="1" y="96"/>
                    <a:pt x="1" y="191"/>
                  </a:cubicBezTo>
                  <a:lnTo>
                    <a:pt x="1" y="620"/>
                  </a:lnTo>
                  <a:cubicBezTo>
                    <a:pt x="1" y="643"/>
                    <a:pt x="24" y="691"/>
                    <a:pt x="48" y="691"/>
                  </a:cubicBezTo>
                  <a:cubicBezTo>
                    <a:pt x="94" y="729"/>
                    <a:pt x="141" y="745"/>
                    <a:pt x="185" y="745"/>
                  </a:cubicBezTo>
                  <a:cubicBezTo>
                    <a:pt x="280" y="745"/>
                    <a:pt x="358" y="670"/>
                    <a:pt x="358" y="572"/>
                  </a:cubicBezTo>
                  <a:lnTo>
                    <a:pt x="358" y="358"/>
                  </a:lnTo>
                  <a:lnTo>
                    <a:pt x="1001" y="358"/>
                  </a:lnTo>
                  <a:lnTo>
                    <a:pt x="1001" y="572"/>
                  </a:lnTo>
                  <a:cubicBezTo>
                    <a:pt x="1001" y="667"/>
                    <a:pt x="1072" y="739"/>
                    <a:pt x="1168" y="762"/>
                  </a:cubicBezTo>
                  <a:cubicBezTo>
                    <a:pt x="1263" y="762"/>
                    <a:pt x="1334" y="667"/>
                    <a:pt x="1334" y="572"/>
                  </a:cubicBezTo>
                  <a:lnTo>
                    <a:pt x="1334" y="310"/>
                  </a:lnTo>
                  <a:cubicBezTo>
                    <a:pt x="1334" y="143"/>
                    <a:pt x="1215" y="0"/>
                    <a:pt x="10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13" name="Google Shape;5413;p59"/>
            <p:cNvSpPr/>
            <p:nvPr/>
          </p:nvSpPr>
          <p:spPr>
            <a:xfrm>
              <a:off x="5680544" y="3777015"/>
              <a:ext cx="29457" cy="29421"/>
            </a:xfrm>
            <a:custGeom>
              <a:avLst/>
              <a:gdLst/>
              <a:ahLst/>
              <a:cxnLst/>
              <a:rect l="l" t="t" r="r" b="b"/>
              <a:pathLst>
                <a:path w="835" h="834" extrusionOk="0">
                  <a:moveTo>
                    <a:pt x="406" y="0"/>
                  </a:moveTo>
                  <a:cubicBezTo>
                    <a:pt x="311" y="0"/>
                    <a:pt x="239" y="72"/>
                    <a:pt x="239" y="167"/>
                  </a:cubicBezTo>
                  <a:lnTo>
                    <a:pt x="239" y="238"/>
                  </a:lnTo>
                  <a:lnTo>
                    <a:pt x="168" y="238"/>
                  </a:lnTo>
                  <a:cubicBezTo>
                    <a:pt x="72" y="238"/>
                    <a:pt x="1" y="310"/>
                    <a:pt x="1" y="405"/>
                  </a:cubicBezTo>
                  <a:cubicBezTo>
                    <a:pt x="1" y="500"/>
                    <a:pt x="72" y="572"/>
                    <a:pt x="168" y="572"/>
                  </a:cubicBezTo>
                  <a:lnTo>
                    <a:pt x="239" y="572"/>
                  </a:lnTo>
                  <a:lnTo>
                    <a:pt x="239" y="643"/>
                  </a:lnTo>
                  <a:cubicBezTo>
                    <a:pt x="239" y="738"/>
                    <a:pt x="311" y="810"/>
                    <a:pt x="406" y="834"/>
                  </a:cubicBezTo>
                  <a:cubicBezTo>
                    <a:pt x="501" y="834"/>
                    <a:pt x="572" y="738"/>
                    <a:pt x="572" y="643"/>
                  </a:cubicBezTo>
                  <a:lnTo>
                    <a:pt x="572" y="572"/>
                  </a:lnTo>
                  <a:lnTo>
                    <a:pt x="644" y="572"/>
                  </a:lnTo>
                  <a:cubicBezTo>
                    <a:pt x="739" y="572"/>
                    <a:pt x="834" y="500"/>
                    <a:pt x="811" y="405"/>
                  </a:cubicBezTo>
                  <a:cubicBezTo>
                    <a:pt x="811" y="310"/>
                    <a:pt x="739" y="238"/>
                    <a:pt x="644" y="238"/>
                  </a:cubicBezTo>
                  <a:lnTo>
                    <a:pt x="572" y="238"/>
                  </a:lnTo>
                  <a:lnTo>
                    <a:pt x="572" y="167"/>
                  </a:lnTo>
                  <a:cubicBezTo>
                    <a:pt x="572" y="72"/>
                    <a:pt x="501" y="0"/>
                    <a:pt x="4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4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1000"/>
                                        <p:tgtEl>
                                          <p:spTgt spid="4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1000"/>
                                        <p:tgtEl>
                                          <p:spTgt spid="4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1000"/>
                                        <p:tgtEl>
                                          <p:spTgt spid="5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1000"/>
                                        <p:tgtEl>
                                          <p:spTgt spid="5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1000"/>
                                        <p:tgtEl>
                                          <p:spTgt spid="5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" grpId="0" animBg="1"/>
      <p:bldP spid="4035" grpId="0" animBg="1"/>
      <p:bldP spid="4036" grpId="0" animBg="1"/>
      <p:bldP spid="4037" grpId="0" animBg="1"/>
      <p:bldP spid="4041" grpId="0"/>
      <p:bldP spid="4042" grpId="0"/>
      <p:bldP spid="4043" grpId="0"/>
      <p:bldP spid="4078" grpId="0" animBg="1"/>
      <p:bldP spid="4079" grpId="0" animBg="1"/>
      <p:bldP spid="408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3"/>
        </a:solidFill>
        <a:effectLst/>
      </p:bgPr>
    </p:bg>
    <p:spTree>
      <p:nvGrpSpPr>
        <p:cNvPr id="1" name="Shape 4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7" name="Google Shape;4457;p48"/>
          <p:cNvSpPr txBox="1">
            <a:spLocks noGrp="1"/>
          </p:cNvSpPr>
          <p:nvPr>
            <p:ph type="title"/>
          </p:nvPr>
        </p:nvSpPr>
        <p:spPr>
          <a:xfrm>
            <a:off x="721356" y="567270"/>
            <a:ext cx="3995700" cy="152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1. AI Health Assistant</a:t>
            </a:r>
            <a:endParaRPr lang="en-US" altLang="en-GB" sz="2400" b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58" name="Google Shape;4458;p48"/>
          <p:cNvSpPr txBox="1">
            <a:spLocks noGrp="1"/>
          </p:cNvSpPr>
          <p:nvPr>
            <p:ph type="subTitle" idx="1"/>
          </p:nvPr>
        </p:nvSpPr>
        <p:spPr>
          <a:xfrm>
            <a:off x="721360" y="2194560"/>
            <a:ext cx="3995420" cy="12134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Symptom analysis and triage (4 urgency levels)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Bilingual support (English/Urdu)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Context-aware conversations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61" name="Google Shape;4461;p48"/>
          <p:cNvSpPr/>
          <p:nvPr/>
        </p:nvSpPr>
        <p:spPr>
          <a:xfrm>
            <a:off x="8262479" y="3373259"/>
            <a:ext cx="691200" cy="6912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462" name="Google Shape;4462;p48"/>
          <p:cNvGrpSpPr/>
          <p:nvPr/>
        </p:nvGrpSpPr>
        <p:grpSpPr>
          <a:xfrm>
            <a:off x="3906407" y="4267847"/>
            <a:ext cx="2005465" cy="972949"/>
            <a:chOff x="3906407" y="4267847"/>
            <a:chExt cx="2005465" cy="972949"/>
          </a:xfrm>
          <a:solidFill>
            <a:srgbClr val="188077"/>
          </a:solidFill>
        </p:grpSpPr>
        <p:grpSp>
          <p:nvGrpSpPr>
            <p:cNvPr id="4463" name="Google Shape;4463;p48"/>
            <p:cNvGrpSpPr/>
            <p:nvPr/>
          </p:nvGrpSpPr>
          <p:grpSpPr>
            <a:xfrm>
              <a:off x="3906407" y="4486056"/>
              <a:ext cx="1646456" cy="754740"/>
              <a:chOff x="5071203" y="4398918"/>
              <a:chExt cx="1646456" cy="754740"/>
            </a:xfrm>
            <a:grpFill/>
          </p:grpSpPr>
          <p:sp>
            <p:nvSpPr>
              <p:cNvPr id="4464" name="Google Shape;4464;p48"/>
              <p:cNvSpPr/>
              <p:nvPr/>
            </p:nvSpPr>
            <p:spPr>
              <a:xfrm>
                <a:off x="5071203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62" y="2148"/>
                    </a:cubicBezTo>
                    <a:cubicBezTo>
                      <a:pt x="1655" y="2148"/>
                      <a:pt x="2149" y="1679"/>
                      <a:pt x="2149" y="1087"/>
                    </a:cubicBezTo>
                    <a:cubicBezTo>
                      <a:pt x="2149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5" name="Google Shape;4465;p48"/>
              <p:cNvSpPr/>
              <p:nvPr/>
            </p:nvSpPr>
            <p:spPr>
              <a:xfrm>
                <a:off x="518670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94"/>
                      <a:pt x="1" y="1087"/>
                    </a:cubicBezTo>
                    <a:cubicBezTo>
                      <a:pt x="1" y="1679"/>
                      <a:pt x="495" y="2148"/>
                      <a:pt x="1087" y="2148"/>
                    </a:cubicBezTo>
                    <a:cubicBezTo>
                      <a:pt x="1680" y="2148"/>
                      <a:pt x="2149" y="1679"/>
                      <a:pt x="2149" y="1087"/>
                    </a:cubicBezTo>
                    <a:cubicBezTo>
                      <a:pt x="2149" y="494"/>
                      <a:pt x="1680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6" name="Google Shape;4466;p48"/>
              <p:cNvSpPr/>
              <p:nvPr/>
            </p:nvSpPr>
            <p:spPr>
              <a:xfrm>
                <a:off x="5302521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87" y="2148"/>
                    </a:cubicBezTo>
                    <a:cubicBezTo>
                      <a:pt x="1679" y="2148"/>
                      <a:pt x="2149" y="1679"/>
                      <a:pt x="2149" y="1087"/>
                    </a:cubicBezTo>
                    <a:cubicBezTo>
                      <a:pt x="2149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7" name="Google Shape;4467;p48"/>
              <p:cNvSpPr/>
              <p:nvPr/>
            </p:nvSpPr>
            <p:spPr>
              <a:xfrm>
                <a:off x="5418334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679"/>
                      <a:pt x="470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8" name="Google Shape;4468;p48"/>
              <p:cNvSpPr/>
              <p:nvPr/>
            </p:nvSpPr>
            <p:spPr>
              <a:xfrm>
                <a:off x="5534146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9" name="Google Shape;4469;p48"/>
              <p:cNvSpPr/>
              <p:nvPr/>
            </p:nvSpPr>
            <p:spPr>
              <a:xfrm>
                <a:off x="5649652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94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0" name="Google Shape;4470;p48"/>
              <p:cNvSpPr/>
              <p:nvPr/>
            </p:nvSpPr>
            <p:spPr>
              <a:xfrm>
                <a:off x="5765465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679"/>
                      <a:pt x="470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1" name="Google Shape;4471;p48"/>
              <p:cNvSpPr/>
              <p:nvPr/>
            </p:nvSpPr>
            <p:spPr>
              <a:xfrm>
                <a:off x="5071203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8"/>
                      <a:pt x="1062" y="2148"/>
                    </a:cubicBezTo>
                    <a:cubicBezTo>
                      <a:pt x="1655" y="2148"/>
                      <a:pt x="2149" y="1655"/>
                      <a:pt x="2149" y="1062"/>
                    </a:cubicBezTo>
                    <a:cubicBezTo>
                      <a:pt x="2149" y="470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2" name="Google Shape;4472;p48"/>
              <p:cNvSpPr/>
              <p:nvPr/>
            </p:nvSpPr>
            <p:spPr>
              <a:xfrm>
                <a:off x="5302521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94" y="2148"/>
                      <a:pt x="1087" y="2148"/>
                    </a:cubicBezTo>
                    <a:cubicBezTo>
                      <a:pt x="1679" y="2148"/>
                      <a:pt x="2149" y="1655"/>
                      <a:pt x="2149" y="1062"/>
                    </a:cubicBezTo>
                    <a:cubicBezTo>
                      <a:pt x="2149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3" name="Google Shape;4473;p48"/>
              <p:cNvSpPr/>
              <p:nvPr/>
            </p:nvSpPr>
            <p:spPr>
              <a:xfrm>
                <a:off x="5534146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55" y="2148"/>
                      <a:pt x="2148" y="1655"/>
                      <a:pt x="2148" y="1062"/>
                    </a:cubicBezTo>
                    <a:cubicBezTo>
                      <a:pt x="2148" y="470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4" name="Google Shape;4474;p48"/>
              <p:cNvSpPr/>
              <p:nvPr/>
            </p:nvSpPr>
            <p:spPr>
              <a:xfrm>
                <a:off x="5765465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70"/>
                      <a:pt x="0" y="1062"/>
                    </a:cubicBezTo>
                    <a:cubicBezTo>
                      <a:pt x="0" y="1655"/>
                      <a:pt x="470" y="2148"/>
                      <a:pt x="1087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5" name="Google Shape;4475;p48"/>
              <p:cNvSpPr/>
              <p:nvPr/>
            </p:nvSpPr>
            <p:spPr>
              <a:xfrm>
                <a:off x="5071203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70" y="2148"/>
                      <a:pt x="1062" y="2148"/>
                    </a:cubicBezTo>
                    <a:cubicBezTo>
                      <a:pt x="1655" y="2148"/>
                      <a:pt x="2149" y="1654"/>
                      <a:pt x="2149" y="1062"/>
                    </a:cubicBezTo>
                    <a:cubicBezTo>
                      <a:pt x="2149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6" name="Google Shape;4476;p48"/>
              <p:cNvSpPr/>
              <p:nvPr/>
            </p:nvSpPr>
            <p:spPr>
              <a:xfrm>
                <a:off x="518670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69"/>
                      <a:pt x="1" y="1062"/>
                    </a:cubicBezTo>
                    <a:cubicBezTo>
                      <a:pt x="1" y="1654"/>
                      <a:pt x="495" y="2148"/>
                      <a:pt x="1087" y="2148"/>
                    </a:cubicBezTo>
                    <a:cubicBezTo>
                      <a:pt x="1680" y="2148"/>
                      <a:pt x="2149" y="1654"/>
                      <a:pt x="2149" y="1062"/>
                    </a:cubicBezTo>
                    <a:cubicBezTo>
                      <a:pt x="2149" y="469"/>
                      <a:pt x="1680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7" name="Google Shape;4477;p48"/>
              <p:cNvSpPr/>
              <p:nvPr/>
            </p:nvSpPr>
            <p:spPr>
              <a:xfrm>
                <a:off x="5302521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94" y="2148"/>
                      <a:pt x="1087" y="2148"/>
                    </a:cubicBezTo>
                    <a:cubicBezTo>
                      <a:pt x="1679" y="2148"/>
                      <a:pt x="2149" y="1654"/>
                      <a:pt x="2149" y="1062"/>
                    </a:cubicBezTo>
                    <a:cubicBezTo>
                      <a:pt x="2149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8" name="Google Shape;4478;p48"/>
              <p:cNvSpPr/>
              <p:nvPr/>
            </p:nvSpPr>
            <p:spPr>
              <a:xfrm>
                <a:off x="5418334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69"/>
                      <a:pt x="0" y="1062"/>
                    </a:cubicBezTo>
                    <a:cubicBezTo>
                      <a:pt x="0" y="1654"/>
                      <a:pt x="470" y="2148"/>
                      <a:pt x="1062" y="2148"/>
                    </a:cubicBezTo>
                    <a:cubicBezTo>
                      <a:pt x="1655" y="2148"/>
                      <a:pt x="2148" y="1654"/>
                      <a:pt x="2148" y="1062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9" name="Google Shape;4479;p48"/>
              <p:cNvSpPr/>
              <p:nvPr/>
            </p:nvSpPr>
            <p:spPr>
              <a:xfrm>
                <a:off x="5534146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5" y="2148"/>
                      <a:pt x="2148" y="1654"/>
                      <a:pt x="2148" y="1062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0" name="Google Shape;4480;p48"/>
              <p:cNvSpPr/>
              <p:nvPr/>
            </p:nvSpPr>
            <p:spPr>
              <a:xfrm>
                <a:off x="5649652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69"/>
                      <a:pt x="1" y="1062"/>
                    </a:cubicBezTo>
                    <a:cubicBezTo>
                      <a:pt x="1" y="1654"/>
                      <a:pt x="494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1" name="Google Shape;4481;p48"/>
              <p:cNvSpPr/>
              <p:nvPr/>
            </p:nvSpPr>
            <p:spPr>
              <a:xfrm>
                <a:off x="5765465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69"/>
                      <a:pt x="0" y="1062"/>
                    </a:cubicBezTo>
                    <a:cubicBezTo>
                      <a:pt x="0" y="1654"/>
                      <a:pt x="470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2" name="Google Shape;4482;p48"/>
              <p:cNvSpPr/>
              <p:nvPr/>
            </p:nvSpPr>
            <p:spPr>
              <a:xfrm>
                <a:off x="5071203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62" y="2149"/>
                    </a:cubicBezTo>
                    <a:cubicBezTo>
                      <a:pt x="1655" y="2149"/>
                      <a:pt x="2149" y="1655"/>
                      <a:pt x="2149" y="1062"/>
                    </a:cubicBezTo>
                    <a:cubicBezTo>
                      <a:pt x="2149" y="470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3" name="Google Shape;4483;p48"/>
              <p:cNvSpPr/>
              <p:nvPr/>
            </p:nvSpPr>
            <p:spPr>
              <a:xfrm>
                <a:off x="5302521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87" y="2149"/>
                    </a:cubicBezTo>
                    <a:cubicBezTo>
                      <a:pt x="1679" y="2149"/>
                      <a:pt x="2149" y="1655"/>
                      <a:pt x="2149" y="1062"/>
                    </a:cubicBezTo>
                    <a:cubicBezTo>
                      <a:pt x="2149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4" name="Google Shape;4484;p48"/>
              <p:cNvSpPr/>
              <p:nvPr/>
            </p:nvSpPr>
            <p:spPr>
              <a:xfrm>
                <a:off x="5534146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55" y="2149"/>
                      <a:pt x="2148" y="1655"/>
                      <a:pt x="2148" y="1062"/>
                    </a:cubicBezTo>
                    <a:cubicBezTo>
                      <a:pt x="2148" y="470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5" name="Google Shape;4485;p48"/>
              <p:cNvSpPr/>
              <p:nvPr/>
            </p:nvSpPr>
            <p:spPr>
              <a:xfrm>
                <a:off x="5765465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70"/>
                      <a:pt x="0" y="1062"/>
                    </a:cubicBezTo>
                    <a:cubicBezTo>
                      <a:pt x="0" y="1655"/>
                      <a:pt x="470" y="2149"/>
                      <a:pt x="1087" y="2149"/>
                    </a:cubicBezTo>
                    <a:cubicBezTo>
                      <a:pt x="1679" y="2149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6" name="Google Shape;4486;p48"/>
              <p:cNvSpPr/>
              <p:nvPr/>
            </p:nvSpPr>
            <p:spPr>
              <a:xfrm>
                <a:off x="5071203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70" y="2148"/>
                      <a:pt x="1062" y="2148"/>
                    </a:cubicBezTo>
                    <a:cubicBezTo>
                      <a:pt x="1655" y="2148"/>
                      <a:pt x="2149" y="1679"/>
                      <a:pt x="2149" y="1087"/>
                    </a:cubicBezTo>
                    <a:cubicBezTo>
                      <a:pt x="2149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7" name="Google Shape;4487;p48"/>
              <p:cNvSpPr/>
              <p:nvPr/>
            </p:nvSpPr>
            <p:spPr>
              <a:xfrm>
                <a:off x="518670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69"/>
                      <a:pt x="1" y="1087"/>
                    </a:cubicBezTo>
                    <a:cubicBezTo>
                      <a:pt x="1" y="1679"/>
                      <a:pt x="495" y="2148"/>
                      <a:pt x="1087" y="2148"/>
                    </a:cubicBezTo>
                    <a:cubicBezTo>
                      <a:pt x="1680" y="2148"/>
                      <a:pt x="2149" y="1679"/>
                      <a:pt x="2149" y="1087"/>
                    </a:cubicBezTo>
                    <a:cubicBezTo>
                      <a:pt x="2149" y="469"/>
                      <a:pt x="1680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8" name="Google Shape;4488;p48"/>
              <p:cNvSpPr/>
              <p:nvPr/>
            </p:nvSpPr>
            <p:spPr>
              <a:xfrm>
                <a:off x="5302521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9" y="1679"/>
                      <a:pt x="2149" y="1087"/>
                    </a:cubicBezTo>
                    <a:cubicBezTo>
                      <a:pt x="2149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9" name="Google Shape;4489;p48"/>
              <p:cNvSpPr/>
              <p:nvPr/>
            </p:nvSpPr>
            <p:spPr>
              <a:xfrm>
                <a:off x="5418334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69"/>
                      <a:pt x="0" y="1087"/>
                    </a:cubicBezTo>
                    <a:cubicBezTo>
                      <a:pt x="0" y="1679"/>
                      <a:pt x="470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0" name="Google Shape;4490;p48"/>
              <p:cNvSpPr/>
              <p:nvPr/>
            </p:nvSpPr>
            <p:spPr>
              <a:xfrm>
                <a:off x="5534146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1" name="Google Shape;4491;p48"/>
              <p:cNvSpPr/>
              <p:nvPr/>
            </p:nvSpPr>
            <p:spPr>
              <a:xfrm>
                <a:off x="5649652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69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2" name="Google Shape;4492;p48"/>
              <p:cNvSpPr/>
              <p:nvPr/>
            </p:nvSpPr>
            <p:spPr>
              <a:xfrm>
                <a:off x="5765465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69"/>
                      <a:pt x="0" y="1087"/>
                    </a:cubicBezTo>
                    <a:cubicBezTo>
                      <a:pt x="0" y="1679"/>
                      <a:pt x="470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3" name="Google Shape;4493;p48"/>
              <p:cNvSpPr/>
              <p:nvPr/>
            </p:nvSpPr>
            <p:spPr>
              <a:xfrm>
                <a:off x="5071203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70" y="2149"/>
                      <a:pt x="1062" y="2149"/>
                    </a:cubicBezTo>
                    <a:cubicBezTo>
                      <a:pt x="1655" y="2149"/>
                      <a:pt x="2149" y="1680"/>
                      <a:pt x="2149" y="1087"/>
                    </a:cubicBezTo>
                    <a:cubicBezTo>
                      <a:pt x="2149" y="495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4" name="Google Shape;4494;p48"/>
              <p:cNvSpPr/>
              <p:nvPr/>
            </p:nvSpPr>
            <p:spPr>
              <a:xfrm>
                <a:off x="5302521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94" y="2149"/>
                      <a:pt x="1087" y="2149"/>
                    </a:cubicBezTo>
                    <a:cubicBezTo>
                      <a:pt x="1679" y="2149"/>
                      <a:pt x="2149" y="1680"/>
                      <a:pt x="2149" y="1087"/>
                    </a:cubicBezTo>
                    <a:cubicBezTo>
                      <a:pt x="2149" y="495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5" name="Google Shape;4495;p48"/>
              <p:cNvSpPr/>
              <p:nvPr/>
            </p:nvSpPr>
            <p:spPr>
              <a:xfrm>
                <a:off x="5534146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55" y="2149"/>
                      <a:pt x="2148" y="1680"/>
                      <a:pt x="2148" y="1087"/>
                    </a:cubicBezTo>
                    <a:cubicBezTo>
                      <a:pt x="2148" y="495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6" name="Google Shape;4496;p48"/>
              <p:cNvSpPr/>
              <p:nvPr/>
            </p:nvSpPr>
            <p:spPr>
              <a:xfrm>
                <a:off x="5765465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95"/>
                      <a:pt x="0" y="1087"/>
                    </a:cubicBezTo>
                    <a:cubicBezTo>
                      <a:pt x="0" y="1680"/>
                      <a:pt x="470" y="2149"/>
                      <a:pt x="1087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7" name="Google Shape;4497;p48"/>
              <p:cNvSpPr/>
              <p:nvPr/>
            </p:nvSpPr>
            <p:spPr>
              <a:xfrm>
                <a:off x="5071203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62" y="2346"/>
                    </a:cubicBezTo>
                    <a:cubicBezTo>
                      <a:pt x="1655" y="2346"/>
                      <a:pt x="2149" y="1852"/>
                      <a:pt x="2149" y="1259"/>
                    </a:cubicBezTo>
                    <a:cubicBezTo>
                      <a:pt x="2149" y="1235"/>
                      <a:pt x="2124" y="1210"/>
                      <a:pt x="2124" y="1161"/>
                    </a:cubicBezTo>
                    <a:cubicBezTo>
                      <a:pt x="2124" y="1136"/>
                      <a:pt x="2149" y="1111"/>
                      <a:pt x="2149" y="1087"/>
                    </a:cubicBezTo>
                    <a:cubicBezTo>
                      <a:pt x="2149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8" name="Google Shape;4498;p48"/>
              <p:cNvSpPr/>
              <p:nvPr/>
            </p:nvSpPr>
            <p:spPr>
              <a:xfrm>
                <a:off x="518670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5" y="0"/>
                      <a:pt x="1" y="494"/>
                      <a:pt x="1" y="1087"/>
                    </a:cubicBezTo>
                    <a:cubicBezTo>
                      <a:pt x="1" y="1111"/>
                      <a:pt x="25" y="1136"/>
                      <a:pt x="25" y="1161"/>
                    </a:cubicBezTo>
                    <a:cubicBezTo>
                      <a:pt x="25" y="1210"/>
                      <a:pt x="1" y="1235"/>
                      <a:pt x="1" y="1259"/>
                    </a:cubicBezTo>
                    <a:cubicBezTo>
                      <a:pt x="1" y="1852"/>
                      <a:pt x="495" y="2346"/>
                      <a:pt x="1087" y="2346"/>
                    </a:cubicBezTo>
                    <a:cubicBezTo>
                      <a:pt x="1680" y="2346"/>
                      <a:pt x="2149" y="1852"/>
                      <a:pt x="2149" y="1259"/>
                    </a:cubicBezTo>
                    <a:cubicBezTo>
                      <a:pt x="2149" y="1235"/>
                      <a:pt x="2149" y="1210"/>
                      <a:pt x="2149" y="1161"/>
                    </a:cubicBezTo>
                    <a:cubicBezTo>
                      <a:pt x="2149" y="1136"/>
                      <a:pt x="2149" y="1111"/>
                      <a:pt x="2149" y="1087"/>
                    </a:cubicBezTo>
                    <a:cubicBezTo>
                      <a:pt x="2149" y="494"/>
                      <a:pt x="1680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9" name="Google Shape;4499;p48"/>
              <p:cNvSpPr/>
              <p:nvPr/>
            </p:nvSpPr>
            <p:spPr>
              <a:xfrm>
                <a:off x="5302521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87" y="2346"/>
                    </a:cubicBezTo>
                    <a:cubicBezTo>
                      <a:pt x="1679" y="2346"/>
                      <a:pt x="2149" y="1852"/>
                      <a:pt x="2149" y="1259"/>
                    </a:cubicBezTo>
                    <a:cubicBezTo>
                      <a:pt x="2149" y="1235"/>
                      <a:pt x="2149" y="1210"/>
                      <a:pt x="2149" y="1161"/>
                    </a:cubicBezTo>
                    <a:cubicBezTo>
                      <a:pt x="2149" y="1136"/>
                      <a:pt x="2149" y="1111"/>
                      <a:pt x="2149" y="1087"/>
                    </a:cubicBezTo>
                    <a:cubicBezTo>
                      <a:pt x="2149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0" name="Google Shape;4500;p48"/>
              <p:cNvSpPr/>
              <p:nvPr/>
            </p:nvSpPr>
            <p:spPr>
              <a:xfrm>
                <a:off x="5418334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70" y="2346"/>
                      <a:pt x="1062" y="2346"/>
                    </a:cubicBezTo>
                    <a:cubicBezTo>
                      <a:pt x="1655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1" name="Google Shape;4501;p48"/>
              <p:cNvSpPr/>
              <p:nvPr/>
            </p:nvSpPr>
            <p:spPr>
              <a:xfrm>
                <a:off x="5534146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5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2" name="Google Shape;4502;p48"/>
              <p:cNvSpPr/>
              <p:nvPr/>
            </p:nvSpPr>
            <p:spPr>
              <a:xfrm>
                <a:off x="5649652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4" y="0"/>
                      <a:pt x="1" y="494"/>
                      <a:pt x="1" y="1087"/>
                    </a:cubicBezTo>
                    <a:cubicBezTo>
                      <a:pt x="1" y="1111"/>
                      <a:pt x="25" y="1136"/>
                      <a:pt x="25" y="1161"/>
                    </a:cubicBezTo>
                    <a:cubicBezTo>
                      <a:pt x="25" y="1210"/>
                      <a:pt x="1" y="1235"/>
                      <a:pt x="1" y="1259"/>
                    </a:cubicBezTo>
                    <a:cubicBezTo>
                      <a:pt x="1" y="1852"/>
                      <a:pt x="494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3" name="Google Shape;4503;p48"/>
              <p:cNvSpPr/>
              <p:nvPr/>
            </p:nvSpPr>
            <p:spPr>
              <a:xfrm>
                <a:off x="5765465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70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4" name="Google Shape;4504;p48"/>
              <p:cNvSpPr/>
              <p:nvPr/>
            </p:nvSpPr>
            <p:spPr>
              <a:xfrm>
                <a:off x="6691351" y="5124926"/>
                <a:ext cx="26308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5" name="Google Shape;4505;p48"/>
              <p:cNvSpPr/>
              <p:nvPr/>
            </p:nvSpPr>
            <p:spPr>
              <a:xfrm>
                <a:off x="657553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6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111"/>
                      <a:pt x="25" y="1136"/>
                      <a:pt x="25" y="1161"/>
                    </a:cubicBezTo>
                    <a:cubicBezTo>
                      <a:pt x="25" y="1210"/>
                      <a:pt x="0" y="1235"/>
                      <a:pt x="0" y="1259"/>
                    </a:cubicBezTo>
                    <a:cubicBezTo>
                      <a:pt x="0" y="1852"/>
                      <a:pt x="494" y="2346"/>
                      <a:pt x="1086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6" name="Google Shape;4506;p48"/>
              <p:cNvSpPr/>
              <p:nvPr/>
            </p:nvSpPr>
            <p:spPr>
              <a:xfrm>
                <a:off x="6460020" y="5124926"/>
                <a:ext cx="26026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346" extrusionOk="0">
                    <a:moveTo>
                      <a:pt x="1063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63" y="2346"/>
                    </a:cubicBezTo>
                    <a:cubicBezTo>
                      <a:pt x="1655" y="2346"/>
                      <a:pt x="2124" y="1852"/>
                      <a:pt x="2124" y="1259"/>
                    </a:cubicBezTo>
                    <a:cubicBezTo>
                      <a:pt x="2124" y="1235"/>
                      <a:pt x="2124" y="1210"/>
                      <a:pt x="2124" y="1161"/>
                    </a:cubicBezTo>
                    <a:cubicBezTo>
                      <a:pt x="2124" y="1136"/>
                      <a:pt x="2124" y="1111"/>
                      <a:pt x="2124" y="1087"/>
                    </a:cubicBezTo>
                    <a:cubicBezTo>
                      <a:pt x="2124" y="494"/>
                      <a:pt x="1655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7" name="Google Shape;4507;p48"/>
              <p:cNvSpPr/>
              <p:nvPr/>
            </p:nvSpPr>
            <p:spPr>
              <a:xfrm>
                <a:off x="6344220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48" y="1852"/>
                      <a:pt x="2148" y="1259"/>
                    </a:cubicBezTo>
                    <a:cubicBezTo>
                      <a:pt x="2148" y="1235"/>
                      <a:pt x="2123" y="1210"/>
                      <a:pt x="2123" y="1161"/>
                    </a:cubicBezTo>
                    <a:cubicBezTo>
                      <a:pt x="2123" y="1136"/>
                      <a:pt x="2148" y="1111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8" name="Google Shape;4508;p48"/>
              <p:cNvSpPr/>
              <p:nvPr/>
            </p:nvSpPr>
            <p:spPr>
              <a:xfrm>
                <a:off x="6228408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9" name="Google Shape;4509;p48"/>
              <p:cNvSpPr/>
              <p:nvPr/>
            </p:nvSpPr>
            <p:spPr>
              <a:xfrm>
                <a:off x="6112595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111"/>
                      <a:pt x="25" y="1136"/>
                      <a:pt x="25" y="1161"/>
                    </a:cubicBezTo>
                    <a:cubicBezTo>
                      <a:pt x="25" y="1210"/>
                      <a:pt x="0" y="1235"/>
                      <a:pt x="0" y="1259"/>
                    </a:cubicBezTo>
                    <a:cubicBezTo>
                      <a:pt x="0" y="1852"/>
                      <a:pt x="494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0" name="Google Shape;4510;p48"/>
              <p:cNvSpPr/>
              <p:nvPr/>
            </p:nvSpPr>
            <p:spPr>
              <a:xfrm>
                <a:off x="599708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23" y="1852"/>
                      <a:pt x="2123" y="1259"/>
                    </a:cubicBezTo>
                    <a:cubicBezTo>
                      <a:pt x="2123" y="1235"/>
                      <a:pt x="2123" y="1210"/>
                      <a:pt x="2123" y="1161"/>
                    </a:cubicBezTo>
                    <a:cubicBezTo>
                      <a:pt x="2123" y="1136"/>
                      <a:pt x="2123" y="1111"/>
                      <a:pt x="2123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1" name="Google Shape;4511;p48"/>
              <p:cNvSpPr/>
              <p:nvPr/>
            </p:nvSpPr>
            <p:spPr>
              <a:xfrm>
                <a:off x="5881277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2" name="Google Shape;4512;p48"/>
              <p:cNvSpPr/>
              <p:nvPr/>
            </p:nvSpPr>
            <p:spPr>
              <a:xfrm>
                <a:off x="6691351" y="50039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3" name="Google Shape;4513;p48"/>
              <p:cNvSpPr/>
              <p:nvPr/>
            </p:nvSpPr>
            <p:spPr>
              <a:xfrm>
                <a:off x="6460020" y="50039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70" y="2149"/>
                      <a:pt x="1063" y="2149"/>
                    </a:cubicBezTo>
                    <a:cubicBezTo>
                      <a:pt x="1655" y="2149"/>
                      <a:pt x="2124" y="1680"/>
                      <a:pt x="2124" y="1087"/>
                    </a:cubicBezTo>
                    <a:cubicBezTo>
                      <a:pt x="2124" y="495"/>
                      <a:pt x="1655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4" name="Google Shape;4514;p48"/>
              <p:cNvSpPr/>
              <p:nvPr/>
            </p:nvSpPr>
            <p:spPr>
              <a:xfrm>
                <a:off x="6228408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87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5" name="Google Shape;4515;p48"/>
              <p:cNvSpPr/>
              <p:nvPr/>
            </p:nvSpPr>
            <p:spPr>
              <a:xfrm>
                <a:off x="5997089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54" y="2149"/>
                      <a:pt x="2148" y="1680"/>
                      <a:pt x="2148" y="1087"/>
                    </a:cubicBezTo>
                    <a:cubicBezTo>
                      <a:pt x="2148" y="495"/>
                      <a:pt x="1654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6" name="Google Shape;4516;p48"/>
              <p:cNvSpPr/>
              <p:nvPr/>
            </p:nvSpPr>
            <p:spPr>
              <a:xfrm>
                <a:off x="6691351" y="4883025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7" name="Google Shape;4517;p48"/>
              <p:cNvSpPr/>
              <p:nvPr/>
            </p:nvSpPr>
            <p:spPr>
              <a:xfrm>
                <a:off x="657553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69"/>
                      <a:pt x="0" y="1087"/>
                    </a:cubicBezTo>
                    <a:cubicBezTo>
                      <a:pt x="0" y="1679"/>
                      <a:pt x="494" y="2148"/>
                      <a:pt x="1086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8" name="Google Shape;4518;p48"/>
              <p:cNvSpPr/>
              <p:nvPr/>
            </p:nvSpPr>
            <p:spPr>
              <a:xfrm>
                <a:off x="6460020" y="4883025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70" y="2148"/>
                      <a:pt x="1063" y="2148"/>
                    </a:cubicBezTo>
                    <a:cubicBezTo>
                      <a:pt x="1655" y="2148"/>
                      <a:pt x="2124" y="1679"/>
                      <a:pt x="2124" y="1087"/>
                    </a:cubicBezTo>
                    <a:cubicBezTo>
                      <a:pt x="2124" y="469"/>
                      <a:pt x="1655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9" name="Google Shape;4519;p48"/>
              <p:cNvSpPr/>
              <p:nvPr/>
            </p:nvSpPr>
            <p:spPr>
              <a:xfrm>
                <a:off x="6344220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0" name="Google Shape;4520;p48"/>
              <p:cNvSpPr/>
              <p:nvPr/>
            </p:nvSpPr>
            <p:spPr>
              <a:xfrm>
                <a:off x="6228408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1" name="Google Shape;4521;p48"/>
              <p:cNvSpPr/>
              <p:nvPr/>
            </p:nvSpPr>
            <p:spPr>
              <a:xfrm>
                <a:off x="6112595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69"/>
                      <a:pt x="0" y="1087"/>
                    </a:cubicBezTo>
                    <a:cubicBezTo>
                      <a:pt x="0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2" name="Google Shape;4522;p48"/>
              <p:cNvSpPr/>
              <p:nvPr/>
            </p:nvSpPr>
            <p:spPr>
              <a:xfrm>
                <a:off x="599708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23" y="1679"/>
                      <a:pt x="2123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3" name="Google Shape;4523;p48"/>
              <p:cNvSpPr/>
              <p:nvPr/>
            </p:nvSpPr>
            <p:spPr>
              <a:xfrm>
                <a:off x="5881277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48"/>
              <p:cNvSpPr/>
              <p:nvPr/>
            </p:nvSpPr>
            <p:spPr>
              <a:xfrm>
                <a:off x="6691351" y="47620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79" y="2149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48"/>
              <p:cNvSpPr/>
              <p:nvPr/>
            </p:nvSpPr>
            <p:spPr>
              <a:xfrm>
                <a:off x="6460020" y="47620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63" y="2149"/>
                    </a:cubicBezTo>
                    <a:cubicBezTo>
                      <a:pt x="1655" y="2149"/>
                      <a:pt x="2124" y="1655"/>
                      <a:pt x="2124" y="1062"/>
                    </a:cubicBezTo>
                    <a:cubicBezTo>
                      <a:pt x="2124" y="470"/>
                      <a:pt x="1655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48"/>
              <p:cNvSpPr/>
              <p:nvPr/>
            </p:nvSpPr>
            <p:spPr>
              <a:xfrm>
                <a:off x="6227195" y="4762143"/>
                <a:ext cx="28733" cy="26173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137" extrusionOk="0">
                    <a:moveTo>
                      <a:pt x="1173" y="1"/>
                    </a:moveTo>
                    <a:cubicBezTo>
                      <a:pt x="902" y="1"/>
                      <a:pt x="630" y="106"/>
                      <a:pt x="420" y="316"/>
                    </a:cubicBezTo>
                    <a:cubicBezTo>
                      <a:pt x="0" y="735"/>
                      <a:pt x="0" y="1402"/>
                      <a:pt x="420" y="1822"/>
                    </a:cubicBezTo>
                    <a:cubicBezTo>
                      <a:pt x="630" y="2031"/>
                      <a:pt x="902" y="2136"/>
                      <a:pt x="1173" y="2136"/>
                    </a:cubicBezTo>
                    <a:cubicBezTo>
                      <a:pt x="1445" y="2136"/>
                      <a:pt x="1716" y="2031"/>
                      <a:pt x="1926" y="1822"/>
                    </a:cubicBezTo>
                    <a:cubicBezTo>
                      <a:pt x="2346" y="1402"/>
                      <a:pt x="2346" y="735"/>
                      <a:pt x="1926" y="316"/>
                    </a:cubicBezTo>
                    <a:cubicBezTo>
                      <a:pt x="1716" y="106"/>
                      <a:pt x="1445" y="1"/>
                      <a:pt x="11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7" name="Google Shape;4527;p48"/>
              <p:cNvSpPr/>
              <p:nvPr/>
            </p:nvSpPr>
            <p:spPr>
              <a:xfrm>
                <a:off x="5997089" y="4762069"/>
                <a:ext cx="26014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54" y="2149"/>
                      <a:pt x="2123" y="1655"/>
                      <a:pt x="2123" y="1062"/>
                    </a:cubicBezTo>
                    <a:cubicBezTo>
                      <a:pt x="2123" y="470"/>
                      <a:pt x="1654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8" name="Google Shape;4528;p48"/>
              <p:cNvSpPr/>
              <p:nvPr/>
            </p:nvSpPr>
            <p:spPr>
              <a:xfrm>
                <a:off x="6691351" y="4641125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9" name="Google Shape;4529;p48"/>
              <p:cNvSpPr/>
              <p:nvPr/>
            </p:nvSpPr>
            <p:spPr>
              <a:xfrm>
                <a:off x="657553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69"/>
                      <a:pt x="0" y="1062"/>
                    </a:cubicBezTo>
                    <a:cubicBezTo>
                      <a:pt x="0" y="1654"/>
                      <a:pt x="494" y="2148"/>
                      <a:pt x="1086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0" name="Google Shape;4530;p48"/>
              <p:cNvSpPr/>
              <p:nvPr/>
            </p:nvSpPr>
            <p:spPr>
              <a:xfrm>
                <a:off x="6460020" y="4641125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70" y="2148"/>
                      <a:pt x="1063" y="2148"/>
                    </a:cubicBezTo>
                    <a:cubicBezTo>
                      <a:pt x="1655" y="2148"/>
                      <a:pt x="2124" y="1654"/>
                      <a:pt x="2124" y="1062"/>
                    </a:cubicBezTo>
                    <a:cubicBezTo>
                      <a:pt x="2124" y="469"/>
                      <a:pt x="1655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1" name="Google Shape;4531;p48"/>
              <p:cNvSpPr/>
              <p:nvPr/>
            </p:nvSpPr>
            <p:spPr>
              <a:xfrm>
                <a:off x="6344220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2" name="Google Shape;4532;p48"/>
              <p:cNvSpPr/>
              <p:nvPr/>
            </p:nvSpPr>
            <p:spPr>
              <a:xfrm>
                <a:off x="6228408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3" name="Google Shape;4533;p48"/>
              <p:cNvSpPr/>
              <p:nvPr/>
            </p:nvSpPr>
            <p:spPr>
              <a:xfrm>
                <a:off x="6112595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69"/>
                      <a:pt x="0" y="1062"/>
                    </a:cubicBezTo>
                    <a:cubicBezTo>
                      <a:pt x="0" y="1654"/>
                      <a:pt x="494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4" name="Google Shape;4534;p48"/>
              <p:cNvSpPr/>
              <p:nvPr/>
            </p:nvSpPr>
            <p:spPr>
              <a:xfrm>
                <a:off x="599708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5" name="Google Shape;4535;p48"/>
              <p:cNvSpPr/>
              <p:nvPr/>
            </p:nvSpPr>
            <p:spPr>
              <a:xfrm>
                <a:off x="5881277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6" name="Google Shape;4536;p48"/>
              <p:cNvSpPr/>
              <p:nvPr/>
            </p:nvSpPr>
            <p:spPr>
              <a:xfrm>
                <a:off x="6691351" y="45201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7" name="Google Shape;4537;p48"/>
              <p:cNvSpPr/>
              <p:nvPr/>
            </p:nvSpPr>
            <p:spPr>
              <a:xfrm>
                <a:off x="6460020" y="45201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8"/>
                      <a:pt x="1063" y="2148"/>
                    </a:cubicBezTo>
                    <a:cubicBezTo>
                      <a:pt x="1655" y="2148"/>
                      <a:pt x="2124" y="1655"/>
                      <a:pt x="2124" y="1062"/>
                    </a:cubicBezTo>
                    <a:cubicBezTo>
                      <a:pt x="2124" y="470"/>
                      <a:pt x="1655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8" name="Google Shape;4538;p48"/>
              <p:cNvSpPr/>
              <p:nvPr/>
            </p:nvSpPr>
            <p:spPr>
              <a:xfrm>
                <a:off x="6228408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87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9" name="Google Shape;4539;p48"/>
              <p:cNvSpPr/>
              <p:nvPr/>
            </p:nvSpPr>
            <p:spPr>
              <a:xfrm>
                <a:off x="5997089" y="4520169"/>
                <a:ext cx="26014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54" y="2148"/>
                      <a:pt x="2123" y="1655"/>
                      <a:pt x="2123" y="1062"/>
                    </a:cubicBezTo>
                    <a:cubicBezTo>
                      <a:pt x="2123" y="470"/>
                      <a:pt x="1654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0" name="Google Shape;4540;p48"/>
              <p:cNvSpPr/>
              <p:nvPr/>
            </p:nvSpPr>
            <p:spPr>
              <a:xfrm>
                <a:off x="6691351" y="4398918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1" name="Google Shape;4541;p48"/>
              <p:cNvSpPr/>
              <p:nvPr/>
            </p:nvSpPr>
            <p:spPr>
              <a:xfrm>
                <a:off x="657553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679"/>
                      <a:pt x="494" y="2148"/>
                      <a:pt x="1086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2" name="Google Shape;4542;p48"/>
              <p:cNvSpPr/>
              <p:nvPr/>
            </p:nvSpPr>
            <p:spPr>
              <a:xfrm>
                <a:off x="6460020" y="4398918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63" y="2148"/>
                    </a:cubicBezTo>
                    <a:cubicBezTo>
                      <a:pt x="1655" y="2148"/>
                      <a:pt x="2124" y="1679"/>
                      <a:pt x="2124" y="1087"/>
                    </a:cubicBezTo>
                    <a:cubicBezTo>
                      <a:pt x="2124" y="494"/>
                      <a:pt x="1655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3" name="Google Shape;4543;p48"/>
              <p:cNvSpPr/>
              <p:nvPr/>
            </p:nvSpPr>
            <p:spPr>
              <a:xfrm>
                <a:off x="6344220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4" name="Google Shape;4544;p48"/>
              <p:cNvSpPr/>
              <p:nvPr/>
            </p:nvSpPr>
            <p:spPr>
              <a:xfrm>
                <a:off x="6228408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5" name="Google Shape;4545;p48"/>
              <p:cNvSpPr/>
              <p:nvPr/>
            </p:nvSpPr>
            <p:spPr>
              <a:xfrm>
                <a:off x="6112595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6" name="Google Shape;4546;p48"/>
              <p:cNvSpPr/>
              <p:nvPr/>
            </p:nvSpPr>
            <p:spPr>
              <a:xfrm>
                <a:off x="599708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23" y="1679"/>
                      <a:pt x="2123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7" name="Google Shape;4547;p48"/>
              <p:cNvSpPr/>
              <p:nvPr/>
            </p:nvSpPr>
            <p:spPr>
              <a:xfrm>
                <a:off x="5881277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48" name="Google Shape;4548;p48"/>
            <p:cNvSpPr/>
            <p:nvPr/>
          </p:nvSpPr>
          <p:spPr>
            <a:xfrm>
              <a:off x="5207172" y="4267847"/>
              <a:ext cx="704700" cy="704700"/>
            </a:xfrm>
            <a:prstGeom prst="mathPlus">
              <a:avLst>
                <a:gd name="adj1" fmla="val 17232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549" name="Google Shape;4549;p48"/>
          <p:cNvGrpSpPr/>
          <p:nvPr/>
        </p:nvGrpSpPr>
        <p:grpSpPr>
          <a:xfrm>
            <a:off x="3982590" y="541695"/>
            <a:ext cx="628057" cy="536177"/>
            <a:chOff x="4685700" y="3980900"/>
            <a:chExt cx="391850" cy="334525"/>
          </a:xfrm>
          <a:solidFill>
            <a:srgbClr val="188077"/>
          </a:solidFill>
        </p:grpSpPr>
        <p:sp>
          <p:nvSpPr>
            <p:cNvPr id="4550" name="Google Shape;4550;p48"/>
            <p:cNvSpPr/>
            <p:nvPr/>
          </p:nvSpPr>
          <p:spPr>
            <a:xfrm>
              <a:off x="4857225" y="4066150"/>
              <a:ext cx="220325" cy="249275"/>
            </a:xfrm>
            <a:custGeom>
              <a:avLst/>
              <a:gdLst/>
              <a:ahLst/>
              <a:cxnLst/>
              <a:rect l="l" t="t" r="r" b="b"/>
              <a:pathLst>
                <a:path w="8813" h="9971" extrusionOk="0">
                  <a:moveTo>
                    <a:pt x="5737" y="241"/>
                  </a:moveTo>
                  <a:cubicBezTo>
                    <a:pt x="6269" y="241"/>
                    <a:pt x="6772" y="389"/>
                    <a:pt x="7245" y="685"/>
                  </a:cubicBezTo>
                  <a:cubicBezTo>
                    <a:pt x="7837" y="1099"/>
                    <a:pt x="8251" y="1720"/>
                    <a:pt x="8399" y="2430"/>
                  </a:cubicBezTo>
                  <a:cubicBezTo>
                    <a:pt x="8547" y="3140"/>
                    <a:pt x="8399" y="3849"/>
                    <a:pt x="8014" y="4470"/>
                  </a:cubicBezTo>
                  <a:lnTo>
                    <a:pt x="5353" y="8522"/>
                  </a:lnTo>
                  <a:cubicBezTo>
                    <a:pt x="4939" y="9113"/>
                    <a:pt x="4347" y="9527"/>
                    <a:pt x="3638" y="9675"/>
                  </a:cubicBezTo>
                  <a:cubicBezTo>
                    <a:pt x="3455" y="9713"/>
                    <a:pt x="3271" y="9731"/>
                    <a:pt x="3088" y="9731"/>
                  </a:cubicBezTo>
                  <a:cubicBezTo>
                    <a:pt x="2558" y="9731"/>
                    <a:pt x="2037" y="9576"/>
                    <a:pt x="1597" y="9291"/>
                  </a:cubicBezTo>
                  <a:cubicBezTo>
                    <a:pt x="976" y="8877"/>
                    <a:pt x="562" y="8285"/>
                    <a:pt x="414" y="7575"/>
                  </a:cubicBezTo>
                  <a:cubicBezTo>
                    <a:pt x="266" y="6866"/>
                    <a:pt x="414" y="6126"/>
                    <a:pt x="799" y="5535"/>
                  </a:cubicBezTo>
                  <a:lnTo>
                    <a:pt x="3460" y="1483"/>
                  </a:lnTo>
                  <a:cubicBezTo>
                    <a:pt x="3992" y="685"/>
                    <a:pt x="4850" y="241"/>
                    <a:pt x="5737" y="241"/>
                  </a:cubicBezTo>
                  <a:close/>
                  <a:moveTo>
                    <a:pt x="5756" y="0"/>
                  </a:moveTo>
                  <a:cubicBezTo>
                    <a:pt x="4789" y="0"/>
                    <a:pt x="3836" y="471"/>
                    <a:pt x="3253" y="1336"/>
                  </a:cubicBezTo>
                  <a:lnTo>
                    <a:pt x="592" y="5387"/>
                  </a:lnTo>
                  <a:cubicBezTo>
                    <a:pt x="178" y="6038"/>
                    <a:pt x="0" y="6836"/>
                    <a:pt x="178" y="7605"/>
                  </a:cubicBezTo>
                  <a:cubicBezTo>
                    <a:pt x="325" y="8403"/>
                    <a:pt x="799" y="9054"/>
                    <a:pt x="1449" y="9498"/>
                  </a:cubicBezTo>
                  <a:cubicBezTo>
                    <a:pt x="1952" y="9823"/>
                    <a:pt x="2514" y="9971"/>
                    <a:pt x="3076" y="9971"/>
                  </a:cubicBezTo>
                  <a:cubicBezTo>
                    <a:pt x="3283" y="9971"/>
                    <a:pt x="3490" y="9971"/>
                    <a:pt x="3667" y="9912"/>
                  </a:cubicBezTo>
                  <a:cubicBezTo>
                    <a:pt x="4466" y="9764"/>
                    <a:pt x="5116" y="9320"/>
                    <a:pt x="5560" y="8640"/>
                  </a:cubicBezTo>
                  <a:lnTo>
                    <a:pt x="8221" y="4589"/>
                  </a:lnTo>
                  <a:cubicBezTo>
                    <a:pt x="8665" y="3938"/>
                    <a:pt x="8813" y="3140"/>
                    <a:pt x="8635" y="2371"/>
                  </a:cubicBezTo>
                  <a:cubicBezTo>
                    <a:pt x="8487" y="1602"/>
                    <a:pt x="8044" y="922"/>
                    <a:pt x="7364" y="478"/>
                  </a:cubicBezTo>
                  <a:cubicBezTo>
                    <a:pt x="6868" y="155"/>
                    <a:pt x="6310" y="0"/>
                    <a:pt x="57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1" name="Google Shape;4551;p48"/>
            <p:cNvSpPr/>
            <p:nvPr/>
          </p:nvSpPr>
          <p:spPr>
            <a:xfrm>
              <a:off x="4897875" y="4138225"/>
              <a:ext cx="139750" cy="105500"/>
            </a:xfrm>
            <a:custGeom>
              <a:avLst/>
              <a:gdLst/>
              <a:ahLst/>
              <a:cxnLst/>
              <a:rect l="l" t="t" r="r" b="b"/>
              <a:pathLst>
                <a:path w="5590" h="4220" extrusionOk="0">
                  <a:moveTo>
                    <a:pt x="710" y="286"/>
                  </a:moveTo>
                  <a:lnTo>
                    <a:pt x="5264" y="3303"/>
                  </a:lnTo>
                  <a:lnTo>
                    <a:pt x="4850" y="3924"/>
                  </a:lnTo>
                  <a:lnTo>
                    <a:pt x="296" y="937"/>
                  </a:lnTo>
                  <a:lnTo>
                    <a:pt x="710" y="286"/>
                  </a:lnTo>
                  <a:close/>
                  <a:moveTo>
                    <a:pt x="669" y="1"/>
                  </a:moveTo>
                  <a:cubicBezTo>
                    <a:pt x="637" y="1"/>
                    <a:pt x="609" y="15"/>
                    <a:pt x="592" y="50"/>
                  </a:cubicBezTo>
                  <a:lnTo>
                    <a:pt x="30" y="907"/>
                  </a:lnTo>
                  <a:cubicBezTo>
                    <a:pt x="1" y="937"/>
                    <a:pt x="1" y="966"/>
                    <a:pt x="1" y="996"/>
                  </a:cubicBezTo>
                  <a:cubicBezTo>
                    <a:pt x="30" y="1025"/>
                    <a:pt x="30" y="1055"/>
                    <a:pt x="60" y="1055"/>
                  </a:cubicBezTo>
                  <a:lnTo>
                    <a:pt x="4821" y="4190"/>
                  </a:lnTo>
                  <a:cubicBezTo>
                    <a:pt x="4850" y="4219"/>
                    <a:pt x="4850" y="4219"/>
                    <a:pt x="4880" y="4219"/>
                  </a:cubicBezTo>
                  <a:lnTo>
                    <a:pt x="4910" y="4219"/>
                  </a:lnTo>
                  <a:cubicBezTo>
                    <a:pt x="4939" y="4219"/>
                    <a:pt x="4969" y="4190"/>
                    <a:pt x="4998" y="4160"/>
                  </a:cubicBezTo>
                  <a:lnTo>
                    <a:pt x="5531" y="3332"/>
                  </a:lnTo>
                  <a:cubicBezTo>
                    <a:pt x="5590" y="3273"/>
                    <a:pt x="5560" y="3184"/>
                    <a:pt x="5501" y="3155"/>
                  </a:cubicBezTo>
                  <a:lnTo>
                    <a:pt x="740" y="20"/>
                  </a:lnTo>
                  <a:cubicBezTo>
                    <a:pt x="715" y="8"/>
                    <a:pt x="691" y="1"/>
                    <a:pt x="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2" name="Google Shape;4552;p48"/>
            <p:cNvSpPr/>
            <p:nvPr/>
          </p:nvSpPr>
          <p:spPr>
            <a:xfrm>
              <a:off x="4951100" y="4082200"/>
              <a:ext cx="71750" cy="31400"/>
            </a:xfrm>
            <a:custGeom>
              <a:avLst/>
              <a:gdLst/>
              <a:ahLst/>
              <a:cxnLst/>
              <a:rect l="l" t="t" r="r" b="b"/>
              <a:pathLst>
                <a:path w="2870" h="1256" extrusionOk="0">
                  <a:moveTo>
                    <a:pt x="1997" y="1"/>
                  </a:moveTo>
                  <a:cubicBezTo>
                    <a:pt x="1217" y="1"/>
                    <a:pt x="474" y="383"/>
                    <a:pt x="30" y="1049"/>
                  </a:cubicBezTo>
                  <a:cubicBezTo>
                    <a:pt x="1" y="1108"/>
                    <a:pt x="30" y="1196"/>
                    <a:pt x="90" y="1226"/>
                  </a:cubicBezTo>
                  <a:cubicBezTo>
                    <a:pt x="90" y="1226"/>
                    <a:pt x="119" y="1256"/>
                    <a:pt x="149" y="1256"/>
                  </a:cubicBezTo>
                  <a:cubicBezTo>
                    <a:pt x="178" y="1256"/>
                    <a:pt x="237" y="1226"/>
                    <a:pt x="237" y="1196"/>
                  </a:cubicBezTo>
                  <a:cubicBezTo>
                    <a:pt x="633" y="582"/>
                    <a:pt x="1289" y="244"/>
                    <a:pt x="1976" y="244"/>
                  </a:cubicBezTo>
                  <a:cubicBezTo>
                    <a:pt x="2214" y="244"/>
                    <a:pt x="2456" y="285"/>
                    <a:pt x="2692" y="368"/>
                  </a:cubicBezTo>
                  <a:cubicBezTo>
                    <a:pt x="2708" y="376"/>
                    <a:pt x="2724" y="380"/>
                    <a:pt x="2739" y="380"/>
                  </a:cubicBezTo>
                  <a:cubicBezTo>
                    <a:pt x="2781" y="380"/>
                    <a:pt x="2818" y="352"/>
                    <a:pt x="2840" y="309"/>
                  </a:cubicBezTo>
                  <a:cubicBezTo>
                    <a:pt x="2869" y="220"/>
                    <a:pt x="2840" y="161"/>
                    <a:pt x="2781" y="132"/>
                  </a:cubicBezTo>
                  <a:cubicBezTo>
                    <a:pt x="2522" y="43"/>
                    <a:pt x="2258" y="1"/>
                    <a:pt x="19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3" name="Google Shape;4553;p48"/>
            <p:cNvSpPr/>
            <p:nvPr/>
          </p:nvSpPr>
          <p:spPr>
            <a:xfrm>
              <a:off x="4939275" y="4116250"/>
              <a:ext cx="12600" cy="15825"/>
            </a:xfrm>
            <a:custGeom>
              <a:avLst/>
              <a:gdLst/>
              <a:ahLst/>
              <a:cxnLst/>
              <a:rect l="l" t="t" r="r" b="b"/>
              <a:pathLst>
                <a:path w="504" h="633" extrusionOk="0">
                  <a:moveTo>
                    <a:pt x="392" y="0"/>
                  </a:moveTo>
                  <a:cubicBezTo>
                    <a:pt x="342" y="0"/>
                    <a:pt x="288" y="28"/>
                    <a:pt x="267" y="71"/>
                  </a:cubicBezTo>
                  <a:lnTo>
                    <a:pt x="30" y="426"/>
                  </a:lnTo>
                  <a:cubicBezTo>
                    <a:pt x="1" y="485"/>
                    <a:pt x="1" y="574"/>
                    <a:pt x="60" y="603"/>
                  </a:cubicBezTo>
                  <a:cubicBezTo>
                    <a:pt x="89" y="603"/>
                    <a:pt x="119" y="633"/>
                    <a:pt x="148" y="633"/>
                  </a:cubicBezTo>
                  <a:cubicBezTo>
                    <a:pt x="178" y="633"/>
                    <a:pt x="208" y="603"/>
                    <a:pt x="237" y="574"/>
                  </a:cubicBezTo>
                  <a:lnTo>
                    <a:pt x="474" y="189"/>
                  </a:lnTo>
                  <a:cubicBezTo>
                    <a:pt x="503" y="130"/>
                    <a:pt x="503" y="71"/>
                    <a:pt x="444" y="12"/>
                  </a:cubicBezTo>
                  <a:cubicBezTo>
                    <a:pt x="428" y="4"/>
                    <a:pt x="410" y="0"/>
                    <a:pt x="3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4" name="Google Shape;4554;p48"/>
            <p:cNvSpPr/>
            <p:nvPr/>
          </p:nvSpPr>
          <p:spPr>
            <a:xfrm>
              <a:off x="4685700" y="3980900"/>
              <a:ext cx="200375" cy="264300"/>
            </a:xfrm>
            <a:custGeom>
              <a:avLst/>
              <a:gdLst/>
              <a:ahLst/>
              <a:cxnLst/>
              <a:rect l="l" t="t" r="r" b="b"/>
              <a:pathLst>
                <a:path w="8015" h="10572" extrusionOk="0">
                  <a:moveTo>
                    <a:pt x="4702" y="251"/>
                  </a:moveTo>
                  <a:cubicBezTo>
                    <a:pt x="4968" y="251"/>
                    <a:pt x="5235" y="280"/>
                    <a:pt x="5471" y="369"/>
                  </a:cubicBezTo>
                  <a:cubicBezTo>
                    <a:pt x="6920" y="783"/>
                    <a:pt x="7748" y="2321"/>
                    <a:pt x="7305" y="3740"/>
                  </a:cubicBezTo>
                  <a:lnTo>
                    <a:pt x="5915" y="8383"/>
                  </a:lnTo>
                  <a:cubicBezTo>
                    <a:pt x="5708" y="9093"/>
                    <a:pt x="5235" y="9655"/>
                    <a:pt x="4614" y="10010"/>
                  </a:cubicBezTo>
                  <a:cubicBezTo>
                    <a:pt x="4199" y="10217"/>
                    <a:pt x="3749" y="10328"/>
                    <a:pt x="3301" y="10328"/>
                  </a:cubicBezTo>
                  <a:cubicBezTo>
                    <a:pt x="3045" y="10328"/>
                    <a:pt x="2791" y="10292"/>
                    <a:pt x="2544" y="10217"/>
                  </a:cubicBezTo>
                  <a:cubicBezTo>
                    <a:pt x="1095" y="9773"/>
                    <a:pt x="267" y="8265"/>
                    <a:pt x="710" y="6816"/>
                  </a:cubicBezTo>
                  <a:lnTo>
                    <a:pt x="2100" y="2173"/>
                  </a:lnTo>
                  <a:cubicBezTo>
                    <a:pt x="2307" y="1493"/>
                    <a:pt x="2780" y="931"/>
                    <a:pt x="3401" y="576"/>
                  </a:cubicBezTo>
                  <a:cubicBezTo>
                    <a:pt x="3815" y="369"/>
                    <a:pt x="4259" y="251"/>
                    <a:pt x="4702" y="251"/>
                  </a:cubicBezTo>
                  <a:close/>
                  <a:moveTo>
                    <a:pt x="4685" y="0"/>
                  </a:moveTo>
                  <a:cubicBezTo>
                    <a:pt x="4202" y="0"/>
                    <a:pt x="3725" y="118"/>
                    <a:pt x="3283" y="339"/>
                  </a:cubicBezTo>
                  <a:cubicBezTo>
                    <a:pt x="2603" y="724"/>
                    <a:pt x="2100" y="1345"/>
                    <a:pt x="1863" y="2114"/>
                  </a:cubicBezTo>
                  <a:lnTo>
                    <a:pt x="474" y="6757"/>
                  </a:lnTo>
                  <a:cubicBezTo>
                    <a:pt x="0" y="8324"/>
                    <a:pt x="888" y="9980"/>
                    <a:pt x="2455" y="10453"/>
                  </a:cubicBezTo>
                  <a:cubicBezTo>
                    <a:pt x="2751" y="10542"/>
                    <a:pt x="3017" y="10571"/>
                    <a:pt x="3312" y="10571"/>
                  </a:cubicBezTo>
                  <a:cubicBezTo>
                    <a:pt x="3786" y="10571"/>
                    <a:pt x="4288" y="10453"/>
                    <a:pt x="4732" y="10217"/>
                  </a:cubicBezTo>
                  <a:cubicBezTo>
                    <a:pt x="5412" y="9832"/>
                    <a:pt x="5915" y="9211"/>
                    <a:pt x="6151" y="8442"/>
                  </a:cubicBezTo>
                  <a:lnTo>
                    <a:pt x="7541" y="3829"/>
                  </a:lnTo>
                  <a:cubicBezTo>
                    <a:pt x="8014" y="2262"/>
                    <a:pt x="7127" y="605"/>
                    <a:pt x="5560" y="132"/>
                  </a:cubicBezTo>
                  <a:cubicBezTo>
                    <a:pt x="5270" y="43"/>
                    <a:pt x="4977" y="0"/>
                    <a:pt x="46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5" name="Google Shape;4555;p48"/>
            <p:cNvSpPr/>
            <p:nvPr/>
          </p:nvSpPr>
          <p:spPr>
            <a:xfrm>
              <a:off x="4710825" y="4077350"/>
              <a:ext cx="150100" cy="71000"/>
            </a:xfrm>
            <a:custGeom>
              <a:avLst/>
              <a:gdLst/>
              <a:ahLst/>
              <a:cxnLst/>
              <a:rect l="l" t="t" r="r" b="b"/>
              <a:pathLst>
                <a:path w="6004" h="2840" extrusionOk="0">
                  <a:moveTo>
                    <a:pt x="504" y="296"/>
                  </a:moveTo>
                  <a:lnTo>
                    <a:pt x="5708" y="1834"/>
                  </a:lnTo>
                  <a:lnTo>
                    <a:pt x="5501" y="2573"/>
                  </a:lnTo>
                  <a:lnTo>
                    <a:pt x="297" y="1006"/>
                  </a:lnTo>
                  <a:lnTo>
                    <a:pt x="504" y="296"/>
                  </a:lnTo>
                  <a:close/>
                  <a:moveTo>
                    <a:pt x="444" y="0"/>
                  </a:moveTo>
                  <a:cubicBezTo>
                    <a:pt x="415" y="0"/>
                    <a:pt x="385" y="0"/>
                    <a:pt x="356" y="30"/>
                  </a:cubicBezTo>
                  <a:cubicBezTo>
                    <a:pt x="326" y="30"/>
                    <a:pt x="326" y="60"/>
                    <a:pt x="297" y="89"/>
                  </a:cubicBezTo>
                  <a:lnTo>
                    <a:pt x="30" y="1065"/>
                  </a:lnTo>
                  <a:cubicBezTo>
                    <a:pt x="1" y="1124"/>
                    <a:pt x="30" y="1183"/>
                    <a:pt x="90" y="1213"/>
                  </a:cubicBezTo>
                  <a:lnTo>
                    <a:pt x="5560" y="2839"/>
                  </a:lnTo>
                  <a:lnTo>
                    <a:pt x="5649" y="2839"/>
                  </a:lnTo>
                  <a:cubicBezTo>
                    <a:pt x="5679" y="2810"/>
                    <a:pt x="5679" y="2780"/>
                    <a:pt x="5708" y="2751"/>
                  </a:cubicBezTo>
                  <a:lnTo>
                    <a:pt x="5974" y="1804"/>
                  </a:lnTo>
                  <a:cubicBezTo>
                    <a:pt x="6004" y="1745"/>
                    <a:pt x="5974" y="1657"/>
                    <a:pt x="5915" y="1657"/>
                  </a:cubicBezTo>
                  <a:lnTo>
                    <a:pt x="4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6" name="Google Shape;4556;p48"/>
            <p:cNvSpPr/>
            <p:nvPr/>
          </p:nvSpPr>
          <p:spPr>
            <a:xfrm>
              <a:off x="4747050" y="3996675"/>
              <a:ext cx="62125" cy="45950"/>
            </a:xfrm>
            <a:custGeom>
              <a:avLst/>
              <a:gdLst/>
              <a:ahLst/>
              <a:cxnLst/>
              <a:rect l="l" t="t" r="r" b="b"/>
              <a:pathLst>
                <a:path w="2485" h="1838" extrusionOk="0">
                  <a:moveTo>
                    <a:pt x="2238" y="0"/>
                  </a:moveTo>
                  <a:cubicBezTo>
                    <a:pt x="1224" y="0"/>
                    <a:pt x="314" y="667"/>
                    <a:pt x="30" y="1660"/>
                  </a:cubicBezTo>
                  <a:cubicBezTo>
                    <a:pt x="1" y="1719"/>
                    <a:pt x="30" y="1808"/>
                    <a:pt x="90" y="1808"/>
                  </a:cubicBezTo>
                  <a:cubicBezTo>
                    <a:pt x="119" y="1838"/>
                    <a:pt x="119" y="1838"/>
                    <a:pt x="149" y="1838"/>
                  </a:cubicBezTo>
                  <a:cubicBezTo>
                    <a:pt x="178" y="1838"/>
                    <a:pt x="237" y="1778"/>
                    <a:pt x="267" y="1749"/>
                  </a:cubicBezTo>
                  <a:cubicBezTo>
                    <a:pt x="521" y="846"/>
                    <a:pt x="1313" y="266"/>
                    <a:pt x="2233" y="266"/>
                  </a:cubicBezTo>
                  <a:cubicBezTo>
                    <a:pt x="2277" y="266"/>
                    <a:pt x="2322" y="268"/>
                    <a:pt x="2367" y="270"/>
                  </a:cubicBezTo>
                  <a:cubicBezTo>
                    <a:pt x="2426" y="270"/>
                    <a:pt x="2485" y="211"/>
                    <a:pt x="2485" y="152"/>
                  </a:cubicBezTo>
                  <a:cubicBezTo>
                    <a:pt x="2485" y="63"/>
                    <a:pt x="2455" y="4"/>
                    <a:pt x="2367" y="4"/>
                  </a:cubicBezTo>
                  <a:cubicBezTo>
                    <a:pt x="2324" y="2"/>
                    <a:pt x="2281" y="0"/>
                    <a:pt x="22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7" name="Google Shape;4557;p48"/>
            <p:cNvSpPr/>
            <p:nvPr/>
          </p:nvSpPr>
          <p:spPr>
            <a:xfrm>
              <a:off x="4740400" y="4046750"/>
              <a:ext cx="10375" cy="16575"/>
            </a:xfrm>
            <a:custGeom>
              <a:avLst/>
              <a:gdLst/>
              <a:ahLst/>
              <a:cxnLst/>
              <a:rect l="l" t="t" r="r" b="b"/>
              <a:pathLst>
                <a:path w="415" h="663" extrusionOk="0">
                  <a:moveTo>
                    <a:pt x="265" y="1"/>
                  </a:moveTo>
                  <a:cubicBezTo>
                    <a:pt x="210" y="1"/>
                    <a:pt x="171" y="34"/>
                    <a:pt x="149" y="101"/>
                  </a:cubicBezTo>
                  <a:lnTo>
                    <a:pt x="30" y="515"/>
                  </a:lnTo>
                  <a:cubicBezTo>
                    <a:pt x="1" y="574"/>
                    <a:pt x="60" y="633"/>
                    <a:pt x="119" y="663"/>
                  </a:cubicBezTo>
                  <a:lnTo>
                    <a:pt x="149" y="663"/>
                  </a:lnTo>
                  <a:cubicBezTo>
                    <a:pt x="208" y="663"/>
                    <a:pt x="267" y="633"/>
                    <a:pt x="267" y="574"/>
                  </a:cubicBezTo>
                  <a:lnTo>
                    <a:pt x="385" y="160"/>
                  </a:lnTo>
                  <a:cubicBezTo>
                    <a:pt x="415" y="101"/>
                    <a:pt x="385" y="42"/>
                    <a:pt x="326" y="12"/>
                  </a:cubicBezTo>
                  <a:cubicBezTo>
                    <a:pt x="304" y="5"/>
                    <a:pt x="283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3" name="Picture 2" descr="WhatsApp Image 2026-01-07 at 6.32.42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9695" y="132080"/>
            <a:ext cx="2717165" cy="4665980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4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4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7" grpId="0"/>
      <p:bldP spid="4458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3"/>
        </a:solidFill>
        <a:effectLst/>
      </p:bgPr>
    </p:bg>
    <p:spTree>
      <p:nvGrpSpPr>
        <p:cNvPr id="1" name="Shape 4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7" name="Google Shape;4457;p48"/>
          <p:cNvSpPr txBox="1">
            <a:spLocks noGrp="1"/>
          </p:cNvSpPr>
          <p:nvPr>
            <p:ph type="title"/>
          </p:nvPr>
        </p:nvSpPr>
        <p:spPr>
          <a:xfrm>
            <a:off x="686435" y="640715"/>
            <a:ext cx="4261485" cy="15290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2. Medical Report Analysis</a:t>
            </a:r>
            <a:endParaRPr lang="en-US" altLang="en-GB" sz="2400" b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58" name="Google Shape;4458;p48"/>
          <p:cNvSpPr txBox="1">
            <a:spLocks noGrp="1"/>
          </p:cNvSpPr>
          <p:nvPr>
            <p:ph type="subTitle" idx="1"/>
          </p:nvPr>
        </p:nvSpPr>
        <p:spPr>
          <a:xfrm>
            <a:off x="686435" y="2268220"/>
            <a:ext cx="3995420" cy="12134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Upload reports (PDF/JPG/PNG)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OCR text extraction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Plain language explanations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459" name="Google Shape;4459;p48" descr="C:/Users/User/Downloads/©-shutterstockPopTika_1119927347.jpg©-shutterstockPopTika_1119927347"/>
          <p:cNvPicPr preferRelativeResize="0"/>
          <p:nvPr/>
        </p:nvPicPr>
        <p:blipFill rotWithShape="1">
          <a:blip r:embed="rId1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426" r="27426"/>
          <a:stretch>
            <a:fillRect/>
          </a:stretch>
        </p:blipFill>
        <p:spPr>
          <a:xfrm>
            <a:off x="5014700" y="0"/>
            <a:ext cx="41292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0" name="Google Shape;4460;p48"/>
          <p:cNvSpPr/>
          <p:nvPr/>
        </p:nvSpPr>
        <p:spPr>
          <a:xfrm>
            <a:off x="8446999" y="3658523"/>
            <a:ext cx="1378500" cy="1378500"/>
          </a:xfrm>
          <a:prstGeom prst="donut">
            <a:avLst>
              <a:gd name="adj" fmla="val 29191"/>
            </a:avLst>
          </a:prstGeom>
          <a:solidFill>
            <a:srgbClr val="1880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61" name="Google Shape;4461;p48"/>
          <p:cNvSpPr/>
          <p:nvPr/>
        </p:nvSpPr>
        <p:spPr>
          <a:xfrm>
            <a:off x="8262479" y="3373259"/>
            <a:ext cx="691200" cy="6912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462" name="Google Shape;4462;p48"/>
          <p:cNvGrpSpPr/>
          <p:nvPr/>
        </p:nvGrpSpPr>
        <p:grpSpPr>
          <a:xfrm>
            <a:off x="3906407" y="4267847"/>
            <a:ext cx="2005465" cy="972949"/>
            <a:chOff x="3906407" y="4267847"/>
            <a:chExt cx="2005465" cy="972949"/>
          </a:xfrm>
          <a:solidFill>
            <a:srgbClr val="188077"/>
          </a:solidFill>
        </p:grpSpPr>
        <p:grpSp>
          <p:nvGrpSpPr>
            <p:cNvPr id="4463" name="Google Shape;4463;p48"/>
            <p:cNvGrpSpPr/>
            <p:nvPr/>
          </p:nvGrpSpPr>
          <p:grpSpPr>
            <a:xfrm>
              <a:off x="3906407" y="4486056"/>
              <a:ext cx="1646456" cy="754740"/>
              <a:chOff x="5071203" y="4398918"/>
              <a:chExt cx="1646456" cy="754740"/>
            </a:xfrm>
            <a:grpFill/>
          </p:grpSpPr>
          <p:sp>
            <p:nvSpPr>
              <p:cNvPr id="4464" name="Google Shape;4464;p48"/>
              <p:cNvSpPr/>
              <p:nvPr/>
            </p:nvSpPr>
            <p:spPr>
              <a:xfrm>
                <a:off x="5071203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62" y="2148"/>
                    </a:cubicBezTo>
                    <a:cubicBezTo>
                      <a:pt x="1655" y="2148"/>
                      <a:pt x="2149" y="1679"/>
                      <a:pt x="2149" y="1087"/>
                    </a:cubicBezTo>
                    <a:cubicBezTo>
                      <a:pt x="2149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5" name="Google Shape;4465;p48"/>
              <p:cNvSpPr/>
              <p:nvPr/>
            </p:nvSpPr>
            <p:spPr>
              <a:xfrm>
                <a:off x="518670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94"/>
                      <a:pt x="1" y="1087"/>
                    </a:cubicBezTo>
                    <a:cubicBezTo>
                      <a:pt x="1" y="1679"/>
                      <a:pt x="495" y="2148"/>
                      <a:pt x="1087" y="2148"/>
                    </a:cubicBezTo>
                    <a:cubicBezTo>
                      <a:pt x="1680" y="2148"/>
                      <a:pt x="2149" y="1679"/>
                      <a:pt x="2149" y="1087"/>
                    </a:cubicBezTo>
                    <a:cubicBezTo>
                      <a:pt x="2149" y="494"/>
                      <a:pt x="1680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6" name="Google Shape;4466;p48"/>
              <p:cNvSpPr/>
              <p:nvPr/>
            </p:nvSpPr>
            <p:spPr>
              <a:xfrm>
                <a:off x="5302521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87" y="2148"/>
                    </a:cubicBezTo>
                    <a:cubicBezTo>
                      <a:pt x="1679" y="2148"/>
                      <a:pt x="2149" y="1679"/>
                      <a:pt x="2149" y="1087"/>
                    </a:cubicBezTo>
                    <a:cubicBezTo>
                      <a:pt x="2149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7" name="Google Shape;4467;p48"/>
              <p:cNvSpPr/>
              <p:nvPr/>
            </p:nvSpPr>
            <p:spPr>
              <a:xfrm>
                <a:off x="5418334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679"/>
                      <a:pt x="470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8" name="Google Shape;4468;p48"/>
              <p:cNvSpPr/>
              <p:nvPr/>
            </p:nvSpPr>
            <p:spPr>
              <a:xfrm>
                <a:off x="5534146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9" name="Google Shape;4469;p48"/>
              <p:cNvSpPr/>
              <p:nvPr/>
            </p:nvSpPr>
            <p:spPr>
              <a:xfrm>
                <a:off x="5649652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94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0" name="Google Shape;4470;p48"/>
              <p:cNvSpPr/>
              <p:nvPr/>
            </p:nvSpPr>
            <p:spPr>
              <a:xfrm>
                <a:off x="5765465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679"/>
                      <a:pt x="470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1" name="Google Shape;4471;p48"/>
              <p:cNvSpPr/>
              <p:nvPr/>
            </p:nvSpPr>
            <p:spPr>
              <a:xfrm>
                <a:off x="5071203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8"/>
                      <a:pt x="1062" y="2148"/>
                    </a:cubicBezTo>
                    <a:cubicBezTo>
                      <a:pt x="1655" y="2148"/>
                      <a:pt x="2149" y="1655"/>
                      <a:pt x="2149" y="1062"/>
                    </a:cubicBezTo>
                    <a:cubicBezTo>
                      <a:pt x="2149" y="470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2" name="Google Shape;4472;p48"/>
              <p:cNvSpPr/>
              <p:nvPr/>
            </p:nvSpPr>
            <p:spPr>
              <a:xfrm>
                <a:off x="5302521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94" y="2148"/>
                      <a:pt x="1087" y="2148"/>
                    </a:cubicBezTo>
                    <a:cubicBezTo>
                      <a:pt x="1679" y="2148"/>
                      <a:pt x="2149" y="1655"/>
                      <a:pt x="2149" y="1062"/>
                    </a:cubicBezTo>
                    <a:cubicBezTo>
                      <a:pt x="2149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3" name="Google Shape;4473;p48"/>
              <p:cNvSpPr/>
              <p:nvPr/>
            </p:nvSpPr>
            <p:spPr>
              <a:xfrm>
                <a:off x="5534146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55" y="2148"/>
                      <a:pt x="2148" y="1655"/>
                      <a:pt x="2148" y="1062"/>
                    </a:cubicBezTo>
                    <a:cubicBezTo>
                      <a:pt x="2148" y="470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4" name="Google Shape;4474;p48"/>
              <p:cNvSpPr/>
              <p:nvPr/>
            </p:nvSpPr>
            <p:spPr>
              <a:xfrm>
                <a:off x="5765465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70"/>
                      <a:pt x="0" y="1062"/>
                    </a:cubicBezTo>
                    <a:cubicBezTo>
                      <a:pt x="0" y="1655"/>
                      <a:pt x="470" y="2148"/>
                      <a:pt x="1087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5" name="Google Shape;4475;p48"/>
              <p:cNvSpPr/>
              <p:nvPr/>
            </p:nvSpPr>
            <p:spPr>
              <a:xfrm>
                <a:off x="5071203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70" y="2148"/>
                      <a:pt x="1062" y="2148"/>
                    </a:cubicBezTo>
                    <a:cubicBezTo>
                      <a:pt x="1655" y="2148"/>
                      <a:pt x="2149" y="1654"/>
                      <a:pt x="2149" y="1062"/>
                    </a:cubicBezTo>
                    <a:cubicBezTo>
                      <a:pt x="2149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6" name="Google Shape;4476;p48"/>
              <p:cNvSpPr/>
              <p:nvPr/>
            </p:nvSpPr>
            <p:spPr>
              <a:xfrm>
                <a:off x="518670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69"/>
                      <a:pt x="1" y="1062"/>
                    </a:cubicBezTo>
                    <a:cubicBezTo>
                      <a:pt x="1" y="1654"/>
                      <a:pt x="495" y="2148"/>
                      <a:pt x="1087" y="2148"/>
                    </a:cubicBezTo>
                    <a:cubicBezTo>
                      <a:pt x="1680" y="2148"/>
                      <a:pt x="2149" y="1654"/>
                      <a:pt x="2149" y="1062"/>
                    </a:cubicBezTo>
                    <a:cubicBezTo>
                      <a:pt x="2149" y="469"/>
                      <a:pt x="1680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7" name="Google Shape;4477;p48"/>
              <p:cNvSpPr/>
              <p:nvPr/>
            </p:nvSpPr>
            <p:spPr>
              <a:xfrm>
                <a:off x="5302521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94" y="2148"/>
                      <a:pt x="1087" y="2148"/>
                    </a:cubicBezTo>
                    <a:cubicBezTo>
                      <a:pt x="1679" y="2148"/>
                      <a:pt x="2149" y="1654"/>
                      <a:pt x="2149" y="1062"/>
                    </a:cubicBezTo>
                    <a:cubicBezTo>
                      <a:pt x="2149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8" name="Google Shape;4478;p48"/>
              <p:cNvSpPr/>
              <p:nvPr/>
            </p:nvSpPr>
            <p:spPr>
              <a:xfrm>
                <a:off x="5418334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69"/>
                      <a:pt x="0" y="1062"/>
                    </a:cubicBezTo>
                    <a:cubicBezTo>
                      <a:pt x="0" y="1654"/>
                      <a:pt x="470" y="2148"/>
                      <a:pt x="1062" y="2148"/>
                    </a:cubicBezTo>
                    <a:cubicBezTo>
                      <a:pt x="1655" y="2148"/>
                      <a:pt x="2148" y="1654"/>
                      <a:pt x="2148" y="1062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9" name="Google Shape;4479;p48"/>
              <p:cNvSpPr/>
              <p:nvPr/>
            </p:nvSpPr>
            <p:spPr>
              <a:xfrm>
                <a:off x="5534146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5" y="2148"/>
                      <a:pt x="2148" y="1654"/>
                      <a:pt x="2148" y="1062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0" name="Google Shape;4480;p48"/>
              <p:cNvSpPr/>
              <p:nvPr/>
            </p:nvSpPr>
            <p:spPr>
              <a:xfrm>
                <a:off x="5649652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69"/>
                      <a:pt x="1" y="1062"/>
                    </a:cubicBezTo>
                    <a:cubicBezTo>
                      <a:pt x="1" y="1654"/>
                      <a:pt x="494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1" name="Google Shape;4481;p48"/>
              <p:cNvSpPr/>
              <p:nvPr/>
            </p:nvSpPr>
            <p:spPr>
              <a:xfrm>
                <a:off x="5765465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69"/>
                      <a:pt x="0" y="1062"/>
                    </a:cubicBezTo>
                    <a:cubicBezTo>
                      <a:pt x="0" y="1654"/>
                      <a:pt x="470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2" name="Google Shape;4482;p48"/>
              <p:cNvSpPr/>
              <p:nvPr/>
            </p:nvSpPr>
            <p:spPr>
              <a:xfrm>
                <a:off x="5071203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62" y="2149"/>
                    </a:cubicBezTo>
                    <a:cubicBezTo>
                      <a:pt x="1655" y="2149"/>
                      <a:pt x="2149" y="1655"/>
                      <a:pt x="2149" y="1062"/>
                    </a:cubicBezTo>
                    <a:cubicBezTo>
                      <a:pt x="2149" y="470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3" name="Google Shape;4483;p48"/>
              <p:cNvSpPr/>
              <p:nvPr/>
            </p:nvSpPr>
            <p:spPr>
              <a:xfrm>
                <a:off x="5302521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87" y="2149"/>
                    </a:cubicBezTo>
                    <a:cubicBezTo>
                      <a:pt x="1679" y="2149"/>
                      <a:pt x="2149" y="1655"/>
                      <a:pt x="2149" y="1062"/>
                    </a:cubicBezTo>
                    <a:cubicBezTo>
                      <a:pt x="2149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4" name="Google Shape;4484;p48"/>
              <p:cNvSpPr/>
              <p:nvPr/>
            </p:nvSpPr>
            <p:spPr>
              <a:xfrm>
                <a:off x="5534146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55" y="2149"/>
                      <a:pt x="2148" y="1655"/>
                      <a:pt x="2148" y="1062"/>
                    </a:cubicBezTo>
                    <a:cubicBezTo>
                      <a:pt x="2148" y="470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5" name="Google Shape;4485;p48"/>
              <p:cNvSpPr/>
              <p:nvPr/>
            </p:nvSpPr>
            <p:spPr>
              <a:xfrm>
                <a:off x="5765465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70"/>
                      <a:pt x="0" y="1062"/>
                    </a:cubicBezTo>
                    <a:cubicBezTo>
                      <a:pt x="0" y="1655"/>
                      <a:pt x="470" y="2149"/>
                      <a:pt x="1087" y="2149"/>
                    </a:cubicBezTo>
                    <a:cubicBezTo>
                      <a:pt x="1679" y="2149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6" name="Google Shape;4486;p48"/>
              <p:cNvSpPr/>
              <p:nvPr/>
            </p:nvSpPr>
            <p:spPr>
              <a:xfrm>
                <a:off x="5071203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70" y="2148"/>
                      <a:pt x="1062" y="2148"/>
                    </a:cubicBezTo>
                    <a:cubicBezTo>
                      <a:pt x="1655" y="2148"/>
                      <a:pt x="2149" y="1679"/>
                      <a:pt x="2149" y="1087"/>
                    </a:cubicBezTo>
                    <a:cubicBezTo>
                      <a:pt x="2149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7" name="Google Shape;4487;p48"/>
              <p:cNvSpPr/>
              <p:nvPr/>
            </p:nvSpPr>
            <p:spPr>
              <a:xfrm>
                <a:off x="518670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69"/>
                      <a:pt x="1" y="1087"/>
                    </a:cubicBezTo>
                    <a:cubicBezTo>
                      <a:pt x="1" y="1679"/>
                      <a:pt x="495" y="2148"/>
                      <a:pt x="1087" y="2148"/>
                    </a:cubicBezTo>
                    <a:cubicBezTo>
                      <a:pt x="1680" y="2148"/>
                      <a:pt x="2149" y="1679"/>
                      <a:pt x="2149" y="1087"/>
                    </a:cubicBezTo>
                    <a:cubicBezTo>
                      <a:pt x="2149" y="469"/>
                      <a:pt x="1680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8" name="Google Shape;4488;p48"/>
              <p:cNvSpPr/>
              <p:nvPr/>
            </p:nvSpPr>
            <p:spPr>
              <a:xfrm>
                <a:off x="5302521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9" y="1679"/>
                      <a:pt x="2149" y="1087"/>
                    </a:cubicBezTo>
                    <a:cubicBezTo>
                      <a:pt x="2149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9" name="Google Shape;4489;p48"/>
              <p:cNvSpPr/>
              <p:nvPr/>
            </p:nvSpPr>
            <p:spPr>
              <a:xfrm>
                <a:off x="5418334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69"/>
                      <a:pt x="0" y="1087"/>
                    </a:cubicBezTo>
                    <a:cubicBezTo>
                      <a:pt x="0" y="1679"/>
                      <a:pt x="470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0" name="Google Shape;4490;p48"/>
              <p:cNvSpPr/>
              <p:nvPr/>
            </p:nvSpPr>
            <p:spPr>
              <a:xfrm>
                <a:off x="5534146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1" name="Google Shape;4491;p48"/>
              <p:cNvSpPr/>
              <p:nvPr/>
            </p:nvSpPr>
            <p:spPr>
              <a:xfrm>
                <a:off x="5649652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69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2" name="Google Shape;4492;p48"/>
              <p:cNvSpPr/>
              <p:nvPr/>
            </p:nvSpPr>
            <p:spPr>
              <a:xfrm>
                <a:off x="5765465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69"/>
                      <a:pt x="0" y="1087"/>
                    </a:cubicBezTo>
                    <a:cubicBezTo>
                      <a:pt x="0" y="1679"/>
                      <a:pt x="470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3" name="Google Shape;4493;p48"/>
              <p:cNvSpPr/>
              <p:nvPr/>
            </p:nvSpPr>
            <p:spPr>
              <a:xfrm>
                <a:off x="5071203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70" y="2149"/>
                      <a:pt x="1062" y="2149"/>
                    </a:cubicBezTo>
                    <a:cubicBezTo>
                      <a:pt x="1655" y="2149"/>
                      <a:pt x="2149" y="1680"/>
                      <a:pt x="2149" y="1087"/>
                    </a:cubicBezTo>
                    <a:cubicBezTo>
                      <a:pt x="2149" y="495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4" name="Google Shape;4494;p48"/>
              <p:cNvSpPr/>
              <p:nvPr/>
            </p:nvSpPr>
            <p:spPr>
              <a:xfrm>
                <a:off x="5302521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94" y="2149"/>
                      <a:pt x="1087" y="2149"/>
                    </a:cubicBezTo>
                    <a:cubicBezTo>
                      <a:pt x="1679" y="2149"/>
                      <a:pt x="2149" y="1680"/>
                      <a:pt x="2149" y="1087"/>
                    </a:cubicBezTo>
                    <a:cubicBezTo>
                      <a:pt x="2149" y="495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5" name="Google Shape;4495;p48"/>
              <p:cNvSpPr/>
              <p:nvPr/>
            </p:nvSpPr>
            <p:spPr>
              <a:xfrm>
                <a:off x="5534146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55" y="2149"/>
                      <a:pt x="2148" y="1680"/>
                      <a:pt x="2148" y="1087"/>
                    </a:cubicBezTo>
                    <a:cubicBezTo>
                      <a:pt x="2148" y="495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6" name="Google Shape;4496;p48"/>
              <p:cNvSpPr/>
              <p:nvPr/>
            </p:nvSpPr>
            <p:spPr>
              <a:xfrm>
                <a:off x="5765465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95"/>
                      <a:pt x="0" y="1087"/>
                    </a:cubicBezTo>
                    <a:cubicBezTo>
                      <a:pt x="0" y="1680"/>
                      <a:pt x="470" y="2149"/>
                      <a:pt x="1087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7" name="Google Shape;4497;p48"/>
              <p:cNvSpPr/>
              <p:nvPr/>
            </p:nvSpPr>
            <p:spPr>
              <a:xfrm>
                <a:off x="5071203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62" y="2346"/>
                    </a:cubicBezTo>
                    <a:cubicBezTo>
                      <a:pt x="1655" y="2346"/>
                      <a:pt x="2149" y="1852"/>
                      <a:pt x="2149" y="1259"/>
                    </a:cubicBezTo>
                    <a:cubicBezTo>
                      <a:pt x="2149" y="1235"/>
                      <a:pt x="2124" y="1210"/>
                      <a:pt x="2124" y="1161"/>
                    </a:cubicBezTo>
                    <a:cubicBezTo>
                      <a:pt x="2124" y="1136"/>
                      <a:pt x="2149" y="1111"/>
                      <a:pt x="2149" y="1087"/>
                    </a:cubicBezTo>
                    <a:cubicBezTo>
                      <a:pt x="2149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8" name="Google Shape;4498;p48"/>
              <p:cNvSpPr/>
              <p:nvPr/>
            </p:nvSpPr>
            <p:spPr>
              <a:xfrm>
                <a:off x="518670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5" y="0"/>
                      <a:pt x="1" y="494"/>
                      <a:pt x="1" y="1087"/>
                    </a:cubicBezTo>
                    <a:cubicBezTo>
                      <a:pt x="1" y="1111"/>
                      <a:pt x="25" y="1136"/>
                      <a:pt x="25" y="1161"/>
                    </a:cubicBezTo>
                    <a:cubicBezTo>
                      <a:pt x="25" y="1210"/>
                      <a:pt x="1" y="1235"/>
                      <a:pt x="1" y="1259"/>
                    </a:cubicBezTo>
                    <a:cubicBezTo>
                      <a:pt x="1" y="1852"/>
                      <a:pt x="495" y="2346"/>
                      <a:pt x="1087" y="2346"/>
                    </a:cubicBezTo>
                    <a:cubicBezTo>
                      <a:pt x="1680" y="2346"/>
                      <a:pt x="2149" y="1852"/>
                      <a:pt x="2149" y="1259"/>
                    </a:cubicBezTo>
                    <a:cubicBezTo>
                      <a:pt x="2149" y="1235"/>
                      <a:pt x="2149" y="1210"/>
                      <a:pt x="2149" y="1161"/>
                    </a:cubicBezTo>
                    <a:cubicBezTo>
                      <a:pt x="2149" y="1136"/>
                      <a:pt x="2149" y="1111"/>
                      <a:pt x="2149" y="1087"/>
                    </a:cubicBezTo>
                    <a:cubicBezTo>
                      <a:pt x="2149" y="494"/>
                      <a:pt x="1680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9" name="Google Shape;4499;p48"/>
              <p:cNvSpPr/>
              <p:nvPr/>
            </p:nvSpPr>
            <p:spPr>
              <a:xfrm>
                <a:off x="5302521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87" y="2346"/>
                    </a:cubicBezTo>
                    <a:cubicBezTo>
                      <a:pt x="1679" y="2346"/>
                      <a:pt x="2149" y="1852"/>
                      <a:pt x="2149" y="1259"/>
                    </a:cubicBezTo>
                    <a:cubicBezTo>
                      <a:pt x="2149" y="1235"/>
                      <a:pt x="2149" y="1210"/>
                      <a:pt x="2149" y="1161"/>
                    </a:cubicBezTo>
                    <a:cubicBezTo>
                      <a:pt x="2149" y="1136"/>
                      <a:pt x="2149" y="1111"/>
                      <a:pt x="2149" y="1087"/>
                    </a:cubicBezTo>
                    <a:cubicBezTo>
                      <a:pt x="2149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0" name="Google Shape;4500;p48"/>
              <p:cNvSpPr/>
              <p:nvPr/>
            </p:nvSpPr>
            <p:spPr>
              <a:xfrm>
                <a:off x="5418334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70" y="2346"/>
                      <a:pt x="1062" y="2346"/>
                    </a:cubicBezTo>
                    <a:cubicBezTo>
                      <a:pt x="1655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1" name="Google Shape;4501;p48"/>
              <p:cNvSpPr/>
              <p:nvPr/>
            </p:nvSpPr>
            <p:spPr>
              <a:xfrm>
                <a:off x="5534146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5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2" name="Google Shape;4502;p48"/>
              <p:cNvSpPr/>
              <p:nvPr/>
            </p:nvSpPr>
            <p:spPr>
              <a:xfrm>
                <a:off x="5649652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4" y="0"/>
                      <a:pt x="1" y="494"/>
                      <a:pt x="1" y="1087"/>
                    </a:cubicBezTo>
                    <a:cubicBezTo>
                      <a:pt x="1" y="1111"/>
                      <a:pt x="25" y="1136"/>
                      <a:pt x="25" y="1161"/>
                    </a:cubicBezTo>
                    <a:cubicBezTo>
                      <a:pt x="25" y="1210"/>
                      <a:pt x="1" y="1235"/>
                      <a:pt x="1" y="1259"/>
                    </a:cubicBezTo>
                    <a:cubicBezTo>
                      <a:pt x="1" y="1852"/>
                      <a:pt x="494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3" name="Google Shape;4503;p48"/>
              <p:cNvSpPr/>
              <p:nvPr/>
            </p:nvSpPr>
            <p:spPr>
              <a:xfrm>
                <a:off x="5765465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70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4" name="Google Shape;4504;p48"/>
              <p:cNvSpPr/>
              <p:nvPr/>
            </p:nvSpPr>
            <p:spPr>
              <a:xfrm>
                <a:off x="6691351" y="5124926"/>
                <a:ext cx="26308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5" name="Google Shape;4505;p48"/>
              <p:cNvSpPr/>
              <p:nvPr/>
            </p:nvSpPr>
            <p:spPr>
              <a:xfrm>
                <a:off x="657553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6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111"/>
                      <a:pt x="25" y="1136"/>
                      <a:pt x="25" y="1161"/>
                    </a:cubicBezTo>
                    <a:cubicBezTo>
                      <a:pt x="25" y="1210"/>
                      <a:pt x="0" y="1235"/>
                      <a:pt x="0" y="1259"/>
                    </a:cubicBezTo>
                    <a:cubicBezTo>
                      <a:pt x="0" y="1852"/>
                      <a:pt x="494" y="2346"/>
                      <a:pt x="1086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6" name="Google Shape;4506;p48"/>
              <p:cNvSpPr/>
              <p:nvPr/>
            </p:nvSpPr>
            <p:spPr>
              <a:xfrm>
                <a:off x="6460020" y="5124926"/>
                <a:ext cx="26026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346" extrusionOk="0">
                    <a:moveTo>
                      <a:pt x="1063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63" y="2346"/>
                    </a:cubicBezTo>
                    <a:cubicBezTo>
                      <a:pt x="1655" y="2346"/>
                      <a:pt x="2124" y="1852"/>
                      <a:pt x="2124" y="1259"/>
                    </a:cubicBezTo>
                    <a:cubicBezTo>
                      <a:pt x="2124" y="1235"/>
                      <a:pt x="2124" y="1210"/>
                      <a:pt x="2124" y="1161"/>
                    </a:cubicBezTo>
                    <a:cubicBezTo>
                      <a:pt x="2124" y="1136"/>
                      <a:pt x="2124" y="1111"/>
                      <a:pt x="2124" y="1087"/>
                    </a:cubicBezTo>
                    <a:cubicBezTo>
                      <a:pt x="2124" y="494"/>
                      <a:pt x="1655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7" name="Google Shape;4507;p48"/>
              <p:cNvSpPr/>
              <p:nvPr/>
            </p:nvSpPr>
            <p:spPr>
              <a:xfrm>
                <a:off x="6344220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48" y="1852"/>
                      <a:pt x="2148" y="1259"/>
                    </a:cubicBezTo>
                    <a:cubicBezTo>
                      <a:pt x="2148" y="1235"/>
                      <a:pt x="2123" y="1210"/>
                      <a:pt x="2123" y="1161"/>
                    </a:cubicBezTo>
                    <a:cubicBezTo>
                      <a:pt x="2123" y="1136"/>
                      <a:pt x="2148" y="1111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8" name="Google Shape;4508;p48"/>
              <p:cNvSpPr/>
              <p:nvPr/>
            </p:nvSpPr>
            <p:spPr>
              <a:xfrm>
                <a:off x="6228408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9" name="Google Shape;4509;p48"/>
              <p:cNvSpPr/>
              <p:nvPr/>
            </p:nvSpPr>
            <p:spPr>
              <a:xfrm>
                <a:off x="6112595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111"/>
                      <a:pt x="25" y="1136"/>
                      <a:pt x="25" y="1161"/>
                    </a:cubicBezTo>
                    <a:cubicBezTo>
                      <a:pt x="25" y="1210"/>
                      <a:pt x="0" y="1235"/>
                      <a:pt x="0" y="1259"/>
                    </a:cubicBezTo>
                    <a:cubicBezTo>
                      <a:pt x="0" y="1852"/>
                      <a:pt x="494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0" name="Google Shape;4510;p48"/>
              <p:cNvSpPr/>
              <p:nvPr/>
            </p:nvSpPr>
            <p:spPr>
              <a:xfrm>
                <a:off x="599708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23" y="1852"/>
                      <a:pt x="2123" y="1259"/>
                    </a:cubicBezTo>
                    <a:cubicBezTo>
                      <a:pt x="2123" y="1235"/>
                      <a:pt x="2123" y="1210"/>
                      <a:pt x="2123" y="1161"/>
                    </a:cubicBezTo>
                    <a:cubicBezTo>
                      <a:pt x="2123" y="1136"/>
                      <a:pt x="2123" y="1111"/>
                      <a:pt x="2123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1" name="Google Shape;4511;p48"/>
              <p:cNvSpPr/>
              <p:nvPr/>
            </p:nvSpPr>
            <p:spPr>
              <a:xfrm>
                <a:off x="5881277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2" name="Google Shape;4512;p48"/>
              <p:cNvSpPr/>
              <p:nvPr/>
            </p:nvSpPr>
            <p:spPr>
              <a:xfrm>
                <a:off x="6691351" y="50039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3" name="Google Shape;4513;p48"/>
              <p:cNvSpPr/>
              <p:nvPr/>
            </p:nvSpPr>
            <p:spPr>
              <a:xfrm>
                <a:off x="6460020" y="50039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70" y="2149"/>
                      <a:pt x="1063" y="2149"/>
                    </a:cubicBezTo>
                    <a:cubicBezTo>
                      <a:pt x="1655" y="2149"/>
                      <a:pt x="2124" y="1680"/>
                      <a:pt x="2124" y="1087"/>
                    </a:cubicBezTo>
                    <a:cubicBezTo>
                      <a:pt x="2124" y="495"/>
                      <a:pt x="1655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4" name="Google Shape;4514;p48"/>
              <p:cNvSpPr/>
              <p:nvPr/>
            </p:nvSpPr>
            <p:spPr>
              <a:xfrm>
                <a:off x="6228408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87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5" name="Google Shape;4515;p48"/>
              <p:cNvSpPr/>
              <p:nvPr/>
            </p:nvSpPr>
            <p:spPr>
              <a:xfrm>
                <a:off x="5997089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54" y="2149"/>
                      <a:pt x="2148" y="1680"/>
                      <a:pt x="2148" y="1087"/>
                    </a:cubicBezTo>
                    <a:cubicBezTo>
                      <a:pt x="2148" y="495"/>
                      <a:pt x="1654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6" name="Google Shape;4516;p48"/>
              <p:cNvSpPr/>
              <p:nvPr/>
            </p:nvSpPr>
            <p:spPr>
              <a:xfrm>
                <a:off x="6691351" y="4883025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7" name="Google Shape;4517;p48"/>
              <p:cNvSpPr/>
              <p:nvPr/>
            </p:nvSpPr>
            <p:spPr>
              <a:xfrm>
                <a:off x="657553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69"/>
                      <a:pt x="0" y="1087"/>
                    </a:cubicBezTo>
                    <a:cubicBezTo>
                      <a:pt x="0" y="1679"/>
                      <a:pt x="494" y="2148"/>
                      <a:pt x="1086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8" name="Google Shape;4518;p48"/>
              <p:cNvSpPr/>
              <p:nvPr/>
            </p:nvSpPr>
            <p:spPr>
              <a:xfrm>
                <a:off x="6460020" y="4883025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70" y="2148"/>
                      <a:pt x="1063" y="2148"/>
                    </a:cubicBezTo>
                    <a:cubicBezTo>
                      <a:pt x="1655" y="2148"/>
                      <a:pt x="2124" y="1679"/>
                      <a:pt x="2124" y="1087"/>
                    </a:cubicBezTo>
                    <a:cubicBezTo>
                      <a:pt x="2124" y="469"/>
                      <a:pt x="1655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9" name="Google Shape;4519;p48"/>
              <p:cNvSpPr/>
              <p:nvPr/>
            </p:nvSpPr>
            <p:spPr>
              <a:xfrm>
                <a:off x="6344220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0" name="Google Shape;4520;p48"/>
              <p:cNvSpPr/>
              <p:nvPr/>
            </p:nvSpPr>
            <p:spPr>
              <a:xfrm>
                <a:off x="6228408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1" name="Google Shape;4521;p48"/>
              <p:cNvSpPr/>
              <p:nvPr/>
            </p:nvSpPr>
            <p:spPr>
              <a:xfrm>
                <a:off x="6112595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69"/>
                      <a:pt x="0" y="1087"/>
                    </a:cubicBezTo>
                    <a:cubicBezTo>
                      <a:pt x="0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2" name="Google Shape;4522;p48"/>
              <p:cNvSpPr/>
              <p:nvPr/>
            </p:nvSpPr>
            <p:spPr>
              <a:xfrm>
                <a:off x="599708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23" y="1679"/>
                      <a:pt x="2123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3" name="Google Shape;4523;p48"/>
              <p:cNvSpPr/>
              <p:nvPr/>
            </p:nvSpPr>
            <p:spPr>
              <a:xfrm>
                <a:off x="5881277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48"/>
              <p:cNvSpPr/>
              <p:nvPr/>
            </p:nvSpPr>
            <p:spPr>
              <a:xfrm>
                <a:off x="6691351" y="47620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79" y="2149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48"/>
              <p:cNvSpPr/>
              <p:nvPr/>
            </p:nvSpPr>
            <p:spPr>
              <a:xfrm>
                <a:off x="6460020" y="47620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63" y="2149"/>
                    </a:cubicBezTo>
                    <a:cubicBezTo>
                      <a:pt x="1655" y="2149"/>
                      <a:pt x="2124" y="1655"/>
                      <a:pt x="2124" y="1062"/>
                    </a:cubicBezTo>
                    <a:cubicBezTo>
                      <a:pt x="2124" y="470"/>
                      <a:pt x="1655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48"/>
              <p:cNvSpPr/>
              <p:nvPr/>
            </p:nvSpPr>
            <p:spPr>
              <a:xfrm>
                <a:off x="6227195" y="4762143"/>
                <a:ext cx="28733" cy="26173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137" extrusionOk="0">
                    <a:moveTo>
                      <a:pt x="1173" y="1"/>
                    </a:moveTo>
                    <a:cubicBezTo>
                      <a:pt x="902" y="1"/>
                      <a:pt x="630" y="106"/>
                      <a:pt x="420" y="316"/>
                    </a:cubicBezTo>
                    <a:cubicBezTo>
                      <a:pt x="0" y="735"/>
                      <a:pt x="0" y="1402"/>
                      <a:pt x="420" y="1822"/>
                    </a:cubicBezTo>
                    <a:cubicBezTo>
                      <a:pt x="630" y="2031"/>
                      <a:pt x="902" y="2136"/>
                      <a:pt x="1173" y="2136"/>
                    </a:cubicBezTo>
                    <a:cubicBezTo>
                      <a:pt x="1445" y="2136"/>
                      <a:pt x="1716" y="2031"/>
                      <a:pt x="1926" y="1822"/>
                    </a:cubicBezTo>
                    <a:cubicBezTo>
                      <a:pt x="2346" y="1402"/>
                      <a:pt x="2346" y="735"/>
                      <a:pt x="1926" y="316"/>
                    </a:cubicBezTo>
                    <a:cubicBezTo>
                      <a:pt x="1716" y="106"/>
                      <a:pt x="1445" y="1"/>
                      <a:pt x="11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7" name="Google Shape;4527;p48"/>
              <p:cNvSpPr/>
              <p:nvPr/>
            </p:nvSpPr>
            <p:spPr>
              <a:xfrm>
                <a:off x="5997089" y="4762069"/>
                <a:ext cx="26014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54" y="2149"/>
                      <a:pt x="2123" y="1655"/>
                      <a:pt x="2123" y="1062"/>
                    </a:cubicBezTo>
                    <a:cubicBezTo>
                      <a:pt x="2123" y="470"/>
                      <a:pt x="1654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8" name="Google Shape;4528;p48"/>
              <p:cNvSpPr/>
              <p:nvPr/>
            </p:nvSpPr>
            <p:spPr>
              <a:xfrm>
                <a:off x="6691351" y="4641125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9" name="Google Shape;4529;p48"/>
              <p:cNvSpPr/>
              <p:nvPr/>
            </p:nvSpPr>
            <p:spPr>
              <a:xfrm>
                <a:off x="657553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69"/>
                      <a:pt x="0" y="1062"/>
                    </a:cubicBezTo>
                    <a:cubicBezTo>
                      <a:pt x="0" y="1654"/>
                      <a:pt x="494" y="2148"/>
                      <a:pt x="1086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0" name="Google Shape;4530;p48"/>
              <p:cNvSpPr/>
              <p:nvPr/>
            </p:nvSpPr>
            <p:spPr>
              <a:xfrm>
                <a:off x="6460020" y="4641125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70" y="2148"/>
                      <a:pt x="1063" y="2148"/>
                    </a:cubicBezTo>
                    <a:cubicBezTo>
                      <a:pt x="1655" y="2148"/>
                      <a:pt x="2124" y="1654"/>
                      <a:pt x="2124" y="1062"/>
                    </a:cubicBezTo>
                    <a:cubicBezTo>
                      <a:pt x="2124" y="469"/>
                      <a:pt x="1655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1" name="Google Shape;4531;p48"/>
              <p:cNvSpPr/>
              <p:nvPr/>
            </p:nvSpPr>
            <p:spPr>
              <a:xfrm>
                <a:off x="6344220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2" name="Google Shape;4532;p48"/>
              <p:cNvSpPr/>
              <p:nvPr/>
            </p:nvSpPr>
            <p:spPr>
              <a:xfrm>
                <a:off x="6228408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3" name="Google Shape;4533;p48"/>
              <p:cNvSpPr/>
              <p:nvPr/>
            </p:nvSpPr>
            <p:spPr>
              <a:xfrm>
                <a:off x="6112595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69"/>
                      <a:pt x="0" y="1062"/>
                    </a:cubicBezTo>
                    <a:cubicBezTo>
                      <a:pt x="0" y="1654"/>
                      <a:pt x="494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4" name="Google Shape;4534;p48"/>
              <p:cNvSpPr/>
              <p:nvPr/>
            </p:nvSpPr>
            <p:spPr>
              <a:xfrm>
                <a:off x="599708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5" name="Google Shape;4535;p48"/>
              <p:cNvSpPr/>
              <p:nvPr/>
            </p:nvSpPr>
            <p:spPr>
              <a:xfrm>
                <a:off x="5881277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6" name="Google Shape;4536;p48"/>
              <p:cNvSpPr/>
              <p:nvPr/>
            </p:nvSpPr>
            <p:spPr>
              <a:xfrm>
                <a:off x="6691351" y="45201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7" name="Google Shape;4537;p48"/>
              <p:cNvSpPr/>
              <p:nvPr/>
            </p:nvSpPr>
            <p:spPr>
              <a:xfrm>
                <a:off x="6460020" y="45201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8"/>
                      <a:pt x="1063" y="2148"/>
                    </a:cubicBezTo>
                    <a:cubicBezTo>
                      <a:pt x="1655" y="2148"/>
                      <a:pt x="2124" y="1655"/>
                      <a:pt x="2124" y="1062"/>
                    </a:cubicBezTo>
                    <a:cubicBezTo>
                      <a:pt x="2124" y="470"/>
                      <a:pt x="1655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8" name="Google Shape;4538;p48"/>
              <p:cNvSpPr/>
              <p:nvPr/>
            </p:nvSpPr>
            <p:spPr>
              <a:xfrm>
                <a:off x="6228408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87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9" name="Google Shape;4539;p48"/>
              <p:cNvSpPr/>
              <p:nvPr/>
            </p:nvSpPr>
            <p:spPr>
              <a:xfrm>
                <a:off x="5997089" y="4520169"/>
                <a:ext cx="26014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54" y="2148"/>
                      <a:pt x="2123" y="1655"/>
                      <a:pt x="2123" y="1062"/>
                    </a:cubicBezTo>
                    <a:cubicBezTo>
                      <a:pt x="2123" y="470"/>
                      <a:pt x="1654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0" name="Google Shape;4540;p48"/>
              <p:cNvSpPr/>
              <p:nvPr/>
            </p:nvSpPr>
            <p:spPr>
              <a:xfrm>
                <a:off x="6691351" y="4398918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1" name="Google Shape;4541;p48"/>
              <p:cNvSpPr/>
              <p:nvPr/>
            </p:nvSpPr>
            <p:spPr>
              <a:xfrm>
                <a:off x="657553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679"/>
                      <a:pt x="494" y="2148"/>
                      <a:pt x="1086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2" name="Google Shape;4542;p48"/>
              <p:cNvSpPr/>
              <p:nvPr/>
            </p:nvSpPr>
            <p:spPr>
              <a:xfrm>
                <a:off x="6460020" y="4398918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63" y="2148"/>
                    </a:cubicBezTo>
                    <a:cubicBezTo>
                      <a:pt x="1655" y="2148"/>
                      <a:pt x="2124" y="1679"/>
                      <a:pt x="2124" y="1087"/>
                    </a:cubicBezTo>
                    <a:cubicBezTo>
                      <a:pt x="2124" y="494"/>
                      <a:pt x="1655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3" name="Google Shape;4543;p48"/>
              <p:cNvSpPr/>
              <p:nvPr/>
            </p:nvSpPr>
            <p:spPr>
              <a:xfrm>
                <a:off x="6344220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4" name="Google Shape;4544;p48"/>
              <p:cNvSpPr/>
              <p:nvPr/>
            </p:nvSpPr>
            <p:spPr>
              <a:xfrm>
                <a:off x="6228408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5" name="Google Shape;4545;p48"/>
              <p:cNvSpPr/>
              <p:nvPr/>
            </p:nvSpPr>
            <p:spPr>
              <a:xfrm>
                <a:off x="6112595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6" name="Google Shape;4546;p48"/>
              <p:cNvSpPr/>
              <p:nvPr/>
            </p:nvSpPr>
            <p:spPr>
              <a:xfrm>
                <a:off x="599708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23" y="1679"/>
                      <a:pt x="2123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7" name="Google Shape;4547;p48"/>
              <p:cNvSpPr/>
              <p:nvPr/>
            </p:nvSpPr>
            <p:spPr>
              <a:xfrm>
                <a:off x="5881277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48" name="Google Shape;4548;p48"/>
            <p:cNvSpPr/>
            <p:nvPr/>
          </p:nvSpPr>
          <p:spPr>
            <a:xfrm>
              <a:off x="5207172" y="4267847"/>
              <a:ext cx="704700" cy="704700"/>
            </a:xfrm>
            <a:prstGeom prst="mathPlus">
              <a:avLst>
                <a:gd name="adj1" fmla="val 17232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549" name="Google Shape;4549;p48"/>
          <p:cNvGrpSpPr/>
          <p:nvPr/>
        </p:nvGrpSpPr>
        <p:grpSpPr>
          <a:xfrm>
            <a:off x="3982590" y="541695"/>
            <a:ext cx="628057" cy="536177"/>
            <a:chOff x="4685700" y="3980900"/>
            <a:chExt cx="391850" cy="334525"/>
          </a:xfrm>
          <a:solidFill>
            <a:srgbClr val="188077"/>
          </a:solidFill>
        </p:grpSpPr>
        <p:sp>
          <p:nvSpPr>
            <p:cNvPr id="4550" name="Google Shape;4550;p48"/>
            <p:cNvSpPr/>
            <p:nvPr/>
          </p:nvSpPr>
          <p:spPr>
            <a:xfrm>
              <a:off x="4857225" y="4066150"/>
              <a:ext cx="220325" cy="249275"/>
            </a:xfrm>
            <a:custGeom>
              <a:avLst/>
              <a:gdLst/>
              <a:ahLst/>
              <a:cxnLst/>
              <a:rect l="l" t="t" r="r" b="b"/>
              <a:pathLst>
                <a:path w="8813" h="9971" extrusionOk="0">
                  <a:moveTo>
                    <a:pt x="5737" y="241"/>
                  </a:moveTo>
                  <a:cubicBezTo>
                    <a:pt x="6269" y="241"/>
                    <a:pt x="6772" y="389"/>
                    <a:pt x="7245" y="685"/>
                  </a:cubicBezTo>
                  <a:cubicBezTo>
                    <a:pt x="7837" y="1099"/>
                    <a:pt x="8251" y="1720"/>
                    <a:pt x="8399" y="2430"/>
                  </a:cubicBezTo>
                  <a:cubicBezTo>
                    <a:pt x="8547" y="3140"/>
                    <a:pt x="8399" y="3849"/>
                    <a:pt x="8014" y="4470"/>
                  </a:cubicBezTo>
                  <a:lnTo>
                    <a:pt x="5353" y="8522"/>
                  </a:lnTo>
                  <a:cubicBezTo>
                    <a:pt x="4939" y="9113"/>
                    <a:pt x="4347" y="9527"/>
                    <a:pt x="3638" y="9675"/>
                  </a:cubicBezTo>
                  <a:cubicBezTo>
                    <a:pt x="3455" y="9713"/>
                    <a:pt x="3271" y="9731"/>
                    <a:pt x="3088" y="9731"/>
                  </a:cubicBezTo>
                  <a:cubicBezTo>
                    <a:pt x="2558" y="9731"/>
                    <a:pt x="2037" y="9576"/>
                    <a:pt x="1597" y="9291"/>
                  </a:cubicBezTo>
                  <a:cubicBezTo>
                    <a:pt x="976" y="8877"/>
                    <a:pt x="562" y="8285"/>
                    <a:pt x="414" y="7575"/>
                  </a:cubicBezTo>
                  <a:cubicBezTo>
                    <a:pt x="266" y="6866"/>
                    <a:pt x="414" y="6126"/>
                    <a:pt x="799" y="5535"/>
                  </a:cubicBezTo>
                  <a:lnTo>
                    <a:pt x="3460" y="1483"/>
                  </a:lnTo>
                  <a:cubicBezTo>
                    <a:pt x="3992" y="685"/>
                    <a:pt x="4850" y="241"/>
                    <a:pt x="5737" y="241"/>
                  </a:cubicBezTo>
                  <a:close/>
                  <a:moveTo>
                    <a:pt x="5756" y="0"/>
                  </a:moveTo>
                  <a:cubicBezTo>
                    <a:pt x="4789" y="0"/>
                    <a:pt x="3836" y="471"/>
                    <a:pt x="3253" y="1336"/>
                  </a:cubicBezTo>
                  <a:lnTo>
                    <a:pt x="592" y="5387"/>
                  </a:lnTo>
                  <a:cubicBezTo>
                    <a:pt x="178" y="6038"/>
                    <a:pt x="0" y="6836"/>
                    <a:pt x="178" y="7605"/>
                  </a:cubicBezTo>
                  <a:cubicBezTo>
                    <a:pt x="325" y="8403"/>
                    <a:pt x="799" y="9054"/>
                    <a:pt x="1449" y="9498"/>
                  </a:cubicBezTo>
                  <a:cubicBezTo>
                    <a:pt x="1952" y="9823"/>
                    <a:pt x="2514" y="9971"/>
                    <a:pt x="3076" y="9971"/>
                  </a:cubicBezTo>
                  <a:cubicBezTo>
                    <a:pt x="3283" y="9971"/>
                    <a:pt x="3490" y="9971"/>
                    <a:pt x="3667" y="9912"/>
                  </a:cubicBezTo>
                  <a:cubicBezTo>
                    <a:pt x="4466" y="9764"/>
                    <a:pt x="5116" y="9320"/>
                    <a:pt x="5560" y="8640"/>
                  </a:cubicBezTo>
                  <a:lnTo>
                    <a:pt x="8221" y="4589"/>
                  </a:lnTo>
                  <a:cubicBezTo>
                    <a:pt x="8665" y="3938"/>
                    <a:pt x="8813" y="3140"/>
                    <a:pt x="8635" y="2371"/>
                  </a:cubicBezTo>
                  <a:cubicBezTo>
                    <a:pt x="8487" y="1602"/>
                    <a:pt x="8044" y="922"/>
                    <a:pt x="7364" y="478"/>
                  </a:cubicBezTo>
                  <a:cubicBezTo>
                    <a:pt x="6868" y="155"/>
                    <a:pt x="6310" y="0"/>
                    <a:pt x="57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1" name="Google Shape;4551;p48"/>
            <p:cNvSpPr/>
            <p:nvPr/>
          </p:nvSpPr>
          <p:spPr>
            <a:xfrm>
              <a:off x="4897875" y="4138225"/>
              <a:ext cx="139750" cy="105500"/>
            </a:xfrm>
            <a:custGeom>
              <a:avLst/>
              <a:gdLst/>
              <a:ahLst/>
              <a:cxnLst/>
              <a:rect l="l" t="t" r="r" b="b"/>
              <a:pathLst>
                <a:path w="5590" h="4220" extrusionOk="0">
                  <a:moveTo>
                    <a:pt x="710" y="286"/>
                  </a:moveTo>
                  <a:lnTo>
                    <a:pt x="5264" y="3303"/>
                  </a:lnTo>
                  <a:lnTo>
                    <a:pt x="4850" y="3924"/>
                  </a:lnTo>
                  <a:lnTo>
                    <a:pt x="296" y="937"/>
                  </a:lnTo>
                  <a:lnTo>
                    <a:pt x="710" y="286"/>
                  </a:lnTo>
                  <a:close/>
                  <a:moveTo>
                    <a:pt x="669" y="1"/>
                  </a:moveTo>
                  <a:cubicBezTo>
                    <a:pt x="637" y="1"/>
                    <a:pt x="609" y="15"/>
                    <a:pt x="592" y="50"/>
                  </a:cubicBezTo>
                  <a:lnTo>
                    <a:pt x="30" y="907"/>
                  </a:lnTo>
                  <a:cubicBezTo>
                    <a:pt x="1" y="937"/>
                    <a:pt x="1" y="966"/>
                    <a:pt x="1" y="996"/>
                  </a:cubicBezTo>
                  <a:cubicBezTo>
                    <a:pt x="30" y="1025"/>
                    <a:pt x="30" y="1055"/>
                    <a:pt x="60" y="1055"/>
                  </a:cubicBezTo>
                  <a:lnTo>
                    <a:pt x="4821" y="4190"/>
                  </a:lnTo>
                  <a:cubicBezTo>
                    <a:pt x="4850" y="4219"/>
                    <a:pt x="4850" y="4219"/>
                    <a:pt x="4880" y="4219"/>
                  </a:cubicBezTo>
                  <a:lnTo>
                    <a:pt x="4910" y="4219"/>
                  </a:lnTo>
                  <a:cubicBezTo>
                    <a:pt x="4939" y="4219"/>
                    <a:pt x="4969" y="4190"/>
                    <a:pt x="4998" y="4160"/>
                  </a:cubicBezTo>
                  <a:lnTo>
                    <a:pt x="5531" y="3332"/>
                  </a:lnTo>
                  <a:cubicBezTo>
                    <a:pt x="5590" y="3273"/>
                    <a:pt x="5560" y="3184"/>
                    <a:pt x="5501" y="3155"/>
                  </a:cubicBezTo>
                  <a:lnTo>
                    <a:pt x="740" y="20"/>
                  </a:lnTo>
                  <a:cubicBezTo>
                    <a:pt x="715" y="8"/>
                    <a:pt x="691" y="1"/>
                    <a:pt x="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2" name="Google Shape;4552;p48"/>
            <p:cNvSpPr/>
            <p:nvPr/>
          </p:nvSpPr>
          <p:spPr>
            <a:xfrm>
              <a:off x="4951100" y="4082200"/>
              <a:ext cx="71750" cy="31400"/>
            </a:xfrm>
            <a:custGeom>
              <a:avLst/>
              <a:gdLst/>
              <a:ahLst/>
              <a:cxnLst/>
              <a:rect l="l" t="t" r="r" b="b"/>
              <a:pathLst>
                <a:path w="2870" h="1256" extrusionOk="0">
                  <a:moveTo>
                    <a:pt x="1997" y="1"/>
                  </a:moveTo>
                  <a:cubicBezTo>
                    <a:pt x="1217" y="1"/>
                    <a:pt x="474" y="383"/>
                    <a:pt x="30" y="1049"/>
                  </a:cubicBezTo>
                  <a:cubicBezTo>
                    <a:pt x="1" y="1108"/>
                    <a:pt x="30" y="1196"/>
                    <a:pt x="90" y="1226"/>
                  </a:cubicBezTo>
                  <a:cubicBezTo>
                    <a:pt x="90" y="1226"/>
                    <a:pt x="119" y="1256"/>
                    <a:pt x="149" y="1256"/>
                  </a:cubicBezTo>
                  <a:cubicBezTo>
                    <a:pt x="178" y="1256"/>
                    <a:pt x="237" y="1226"/>
                    <a:pt x="237" y="1196"/>
                  </a:cubicBezTo>
                  <a:cubicBezTo>
                    <a:pt x="633" y="582"/>
                    <a:pt x="1289" y="244"/>
                    <a:pt x="1976" y="244"/>
                  </a:cubicBezTo>
                  <a:cubicBezTo>
                    <a:pt x="2214" y="244"/>
                    <a:pt x="2456" y="285"/>
                    <a:pt x="2692" y="368"/>
                  </a:cubicBezTo>
                  <a:cubicBezTo>
                    <a:pt x="2708" y="376"/>
                    <a:pt x="2724" y="380"/>
                    <a:pt x="2739" y="380"/>
                  </a:cubicBezTo>
                  <a:cubicBezTo>
                    <a:pt x="2781" y="380"/>
                    <a:pt x="2818" y="352"/>
                    <a:pt x="2840" y="309"/>
                  </a:cubicBezTo>
                  <a:cubicBezTo>
                    <a:pt x="2869" y="220"/>
                    <a:pt x="2840" y="161"/>
                    <a:pt x="2781" y="132"/>
                  </a:cubicBezTo>
                  <a:cubicBezTo>
                    <a:pt x="2522" y="43"/>
                    <a:pt x="2258" y="1"/>
                    <a:pt x="19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3" name="Google Shape;4553;p48"/>
            <p:cNvSpPr/>
            <p:nvPr/>
          </p:nvSpPr>
          <p:spPr>
            <a:xfrm>
              <a:off x="4939275" y="4116250"/>
              <a:ext cx="12600" cy="15825"/>
            </a:xfrm>
            <a:custGeom>
              <a:avLst/>
              <a:gdLst/>
              <a:ahLst/>
              <a:cxnLst/>
              <a:rect l="l" t="t" r="r" b="b"/>
              <a:pathLst>
                <a:path w="504" h="633" extrusionOk="0">
                  <a:moveTo>
                    <a:pt x="392" y="0"/>
                  </a:moveTo>
                  <a:cubicBezTo>
                    <a:pt x="342" y="0"/>
                    <a:pt x="288" y="28"/>
                    <a:pt x="267" y="71"/>
                  </a:cubicBezTo>
                  <a:lnTo>
                    <a:pt x="30" y="426"/>
                  </a:lnTo>
                  <a:cubicBezTo>
                    <a:pt x="1" y="485"/>
                    <a:pt x="1" y="574"/>
                    <a:pt x="60" y="603"/>
                  </a:cubicBezTo>
                  <a:cubicBezTo>
                    <a:pt x="89" y="603"/>
                    <a:pt x="119" y="633"/>
                    <a:pt x="148" y="633"/>
                  </a:cubicBezTo>
                  <a:cubicBezTo>
                    <a:pt x="178" y="633"/>
                    <a:pt x="208" y="603"/>
                    <a:pt x="237" y="574"/>
                  </a:cubicBezTo>
                  <a:lnTo>
                    <a:pt x="474" y="189"/>
                  </a:lnTo>
                  <a:cubicBezTo>
                    <a:pt x="503" y="130"/>
                    <a:pt x="503" y="71"/>
                    <a:pt x="444" y="12"/>
                  </a:cubicBezTo>
                  <a:cubicBezTo>
                    <a:pt x="428" y="4"/>
                    <a:pt x="410" y="0"/>
                    <a:pt x="3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4" name="Google Shape;4554;p48"/>
            <p:cNvSpPr/>
            <p:nvPr/>
          </p:nvSpPr>
          <p:spPr>
            <a:xfrm>
              <a:off x="4685700" y="3980900"/>
              <a:ext cx="200375" cy="264300"/>
            </a:xfrm>
            <a:custGeom>
              <a:avLst/>
              <a:gdLst/>
              <a:ahLst/>
              <a:cxnLst/>
              <a:rect l="l" t="t" r="r" b="b"/>
              <a:pathLst>
                <a:path w="8015" h="10572" extrusionOk="0">
                  <a:moveTo>
                    <a:pt x="4702" y="251"/>
                  </a:moveTo>
                  <a:cubicBezTo>
                    <a:pt x="4968" y="251"/>
                    <a:pt x="5235" y="280"/>
                    <a:pt x="5471" y="369"/>
                  </a:cubicBezTo>
                  <a:cubicBezTo>
                    <a:pt x="6920" y="783"/>
                    <a:pt x="7748" y="2321"/>
                    <a:pt x="7305" y="3740"/>
                  </a:cubicBezTo>
                  <a:lnTo>
                    <a:pt x="5915" y="8383"/>
                  </a:lnTo>
                  <a:cubicBezTo>
                    <a:pt x="5708" y="9093"/>
                    <a:pt x="5235" y="9655"/>
                    <a:pt x="4614" y="10010"/>
                  </a:cubicBezTo>
                  <a:cubicBezTo>
                    <a:pt x="4199" y="10217"/>
                    <a:pt x="3749" y="10328"/>
                    <a:pt x="3301" y="10328"/>
                  </a:cubicBezTo>
                  <a:cubicBezTo>
                    <a:pt x="3045" y="10328"/>
                    <a:pt x="2791" y="10292"/>
                    <a:pt x="2544" y="10217"/>
                  </a:cubicBezTo>
                  <a:cubicBezTo>
                    <a:pt x="1095" y="9773"/>
                    <a:pt x="267" y="8265"/>
                    <a:pt x="710" y="6816"/>
                  </a:cubicBezTo>
                  <a:lnTo>
                    <a:pt x="2100" y="2173"/>
                  </a:lnTo>
                  <a:cubicBezTo>
                    <a:pt x="2307" y="1493"/>
                    <a:pt x="2780" y="931"/>
                    <a:pt x="3401" y="576"/>
                  </a:cubicBezTo>
                  <a:cubicBezTo>
                    <a:pt x="3815" y="369"/>
                    <a:pt x="4259" y="251"/>
                    <a:pt x="4702" y="251"/>
                  </a:cubicBezTo>
                  <a:close/>
                  <a:moveTo>
                    <a:pt x="4685" y="0"/>
                  </a:moveTo>
                  <a:cubicBezTo>
                    <a:pt x="4202" y="0"/>
                    <a:pt x="3725" y="118"/>
                    <a:pt x="3283" y="339"/>
                  </a:cubicBezTo>
                  <a:cubicBezTo>
                    <a:pt x="2603" y="724"/>
                    <a:pt x="2100" y="1345"/>
                    <a:pt x="1863" y="2114"/>
                  </a:cubicBezTo>
                  <a:lnTo>
                    <a:pt x="474" y="6757"/>
                  </a:lnTo>
                  <a:cubicBezTo>
                    <a:pt x="0" y="8324"/>
                    <a:pt x="888" y="9980"/>
                    <a:pt x="2455" y="10453"/>
                  </a:cubicBezTo>
                  <a:cubicBezTo>
                    <a:pt x="2751" y="10542"/>
                    <a:pt x="3017" y="10571"/>
                    <a:pt x="3312" y="10571"/>
                  </a:cubicBezTo>
                  <a:cubicBezTo>
                    <a:pt x="3786" y="10571"/>
                    <a:pt x="4288" y="10453"/>
                    <a:pt x="4732" y="10217"/>
                  </a:cubicBezTo>
                  <a:cubicBezTo>
                    <a:pt x="5412" y="9832"/>
                    <a:pt x="5915" y="9211"/>
                    <a:pt x="6151" y="8442"/>
                  </a:cubicBezTo>
                  <a:lnTo>
                    <a:pt x="7541" y="3829"/>
                  </a:lnTo>
                  <a:cubicBezTo>
                    <a:pt x="8014" y="2262"/>
                    <a:pt x="7127" y="605"/>
                    <a:pt x="5560" y="132"/>
                  </a:cubicBezTo>
                  <a:cubicBezTo>
                    <a:pt x="5270" y="43"/>
                    <a:pt x="4977" y="0"/>
                    <a:pt x="46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5" name="Google Shape;4555;p48"/>
            <p:cNvSpPr/>
            <p:nvPr/>
          </p:nvSpPr>
          <p:spPr>
            <a:xfrm>
              <a:off x="4710825" y="4077350"/>
              <a:ext cx="150100" cy="71000"/>
            </a:xfrm>
            <a:custGeom>
              <a:avLst/>
              <a:gdLst/>
              <a:ahLst/>
              <a:cxnLst/>
              <a:rect l="l" t="t" r="r" b="b"/>
              <a:pathLst>
                <a:path w="6004" h="2840" extrusionOk="0">
                  <a:moveTo>
                    <a:pt x="504" y="296"/>
                  </a:moveTo>
                  <a:lnTo>
                    <a:pt x="5708" y="1834"/>
                  </a:lnTo>
                  <a:lnTo>
                    <a:pt x="5501" y="2573"/>
                  </a:lnTo>
                  <a:lnTo>
                    <a:pt x="297" y="1006"/>
                  </a:lnTo>
                  <a:lnTo>
                    <a:pt x="504" y="296"/>
                  </a:lnTo>
                  <a:close/>
                  <a:moveTo>
                    <a:pt x="444" y="0"/>
                  </a:moveTo>
                  <a:cubicBezTo>
                    <a:pt x="415" y="0"/>
                    <a:pt x="385" y="0"/>
                    <a:pt x="356" y="30"/>
                  </a:cubicBezTo>
                  <a:cubicBezTo>
                    <a:pt x="326" y="30"/>
                    <a:pt x="326" y="60"/>
                    <a:pt x="297" y="89"/>
                  </a:cubicBezTo>
                  <a:lnTo>
                    <a:pt x="30" y="1065"/>
                  </a:lnTo>
                  <a:cubicBezTo>
                    <a:pt x="1" y="1124"/>
                    <a:pt x="30" y="1183"/>
                    <a:pt x="90" y="1213"/>
                  </a:cubicBezTo>
                  <a:lnTo>
                    <a:pt x="5560" y="2839"/>
                  </a:lnTo>
                  <a:lnTo>
                    <a:pt x="5649" y="2839"/>
                  </a:lnTo>
                  <a:cubicBezTo>
                    <a:pt x="5679" y="2810"/>
                    <a:pt x="5679" y="2780"/>
                    <a:pt x="5708" y="2751"/>
                  </a:cubicBezTo>
                  <a:lnTo>
                    <a:pt x="5974" y="1804"/>
                  </a:lnTo>
                  <a:cubicBezTo>
                    <a:pt x="6004" y="1745"/>
                    <a:pt x="5974" y="1657"/>
                    <a:pt x="5915" y="1657"/>
                  </a:cubicBezTo>
                  <a:lnTo>
                    <a:pt x="4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6" name="Google Shape;4556;p48"/>
            <p:cNvSpPr/>
            <p:nvPr/>
          </p:nvSpPr>
          <p:spPr>
            <a:xfrm>
              <a:off x="4747050" y="3996675"/>
              <a:ext cx="62125" cy="45950"/>
            </a:xfrm>
            <a:custGeom>
              <a:avLst/>
              <a:gdLst/>
              <a:ahLst/>
              <a:cxnLst/>
              <a:rect l="l" t="t" r="r" b="b"/>
              <a:pathLst>
                <a:path w="2485" h="1838" extrusionOk="0">
                  <a:moveTo>
                    <a:pt x="2238" y="0"/>
                  </a:moveTo>
                  <a:cubicBezTo>
                    <a:pt x="1224" y="0"/>
                    <a:pt x="314" y="667"/>
                    <a:pt x="30" y="1660"/>
                  </a:cubicBezTo>
                  <a:cubicBezTo>
                    <a:pt x="1" y="1719"/>
                    <a:pt x="30" y="1808"/>
                    <a:pt x="90" y="1808"/>
                  </a:cubicBezTo>
                  <a:cubicBezTo>
                    <a:pt x="119" y="1838"/>
                    <a:pt x="119" y="1838"/>
                    <a:pt x="149" y="1838"/>
                  </a:cubicBezTo>
                  <a:cubicBezTo>
                    <a:pt x="178" y="1838"/>
                    <a:pt x="237" y="1778"/>
                    <a:pt x="267" y="1749"/>
                  </a:cubicBezTo>
                  <a:cubicBezTo>
                    <a:pt x="521" y="846"/>
                    <a:pt x="1313" y="266"/>
                    <a:pt x="2233" y="266"/>
                  </a:cubicBezTo>
                  <a:cubicBezTo>
                    <a:pt x="2277" y="266"/>
                    <a:pt x="2322" y="268"/>
                    <a:pt x="2367" y="270"/>
                  </a:cubicBezTo>
                  <a:cubicBezTo>
                    <a:pt x="2426" y="270"/>
                    <a:pt x="2485" y="211"/>
                    <a:pt x="2485" y="152"/>
                  </a:cubicBezTo>
                  <a:cubicBezTo>
                    <a:pt x="2485" y="63"/>
                    <a:pt x="2455" y="4"/>
                    <a:pt x="2367" y="4"/>
                  </a:cubicBezTo>
                  <a:cubicBezTo>
                    <a:pt x="2324" y="2"/>
                    <a:pt x="2281" y="0"/>
                    <a:pt x="22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7" name="Google Shape;4557;p48"/>
            <p:cNvSpPr/>
            <p:nvPr/>
          </p:nvSpPr>
          <p:spPr>
            <a:xfrm>
              <a:off x="4740400" y="4046750"/>
              <a:ext cx="10375" cy="16575"/>
            </a:xfrm>
            <a:custGeom>
              <a:avLst/>
              <a:gdLst/>
              <a:ahLst/>
              <a:cxnLst/>
              <a:rect l="l" t="t" r="r" b="b"/>
              <a:pathLst>
                <a:path w="415" h="663" extrusionOk="0">
                  <a:moveTo>
                    <a:pt x="265" y="1"/>
                  </a:moveTo>
                  <a:cubicBezTo>
                    <a:pt x="210" y="1"/>
                    <a:pt x="171" y="34"/>
                    <a:pt x="149" y="101"/>
                  </a:cubicBezTo>
                  <a:lnTo>
                    <a:pt x="30" y="515"/>
                  </a:lnTo>
                  <a:cubicBezTo>
                    <a:pt x="1" y="574"/>
                    <a:pt x="60" y="633"/>
                    <a:pt x="119" y="663"/>
                  </a:cubicBezTo>
                  <a:lnTo>
                    <a:pt x="149" y="663"/>
                  </a:lnTo>
                  <a:cubicBezTo>
                    <a:pt x="208" y="663"/>
                    <a:pt x="267" y="633"/>
                    <a:pt x="267" y="574"/>
                  </a:cubicBezTo>
                  <a:lnTo>
                    <a:pt x="385" y="160"/>
                  </a:lnTo>
                  <a:cubicBezTo>
                    <a:pt x="415" y="101"/>
                    <a:pt x="385" y="42"/>
                    <a:pt x="326" y="12"/>
                  </a:cubicBezTo>
                  <a:cubicBezTo>
                    <a:pt x="304" y="5"/>
                    <a:pt x="283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4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1000"/>
                                        <p:tgtEl>
                                          <p:spTgt spid="4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1000"/>
                                        <p:tgtEl>
                                          <p:spTgt spid="4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1000"/>
                                        <p:tgtEl>
                                          <p:spTgt spid="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7" grpId="0"/>
      <p:bldP spid="445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3"/>
        </a:solidFill>
        <a:effectLst/>
      </p:bgPr>
    </p:bg>
    <p:spTree>
      <p:nvGrpSpPr>
        <p:cNvPr id="1" name="Shape 4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7" name="Google Shape;4457;p48"/>
          <p:cNvSpPr txBox="1">
            <a:spLocks noGrp="1"/>
          </p:cNvSpPr>
          <p:nvPr>
            <p:ph type="title"/>
          </p:nvPr>
        </p:nvSpPr>
        <p:spPr>
          <a:xfrm>
            <a:off x="575945" y="1552575"/>
            <a:ext cx="4261485" cy="5854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3. Teleconsultation System</a:t>
            </a:r>
            <a:endParaRPr lang="en-US" altLang="en-GB" sz="2400" b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58" name="Google Shape;4458;p48"/>
          <p:cNvSpPr txBox="1">
            <a:spLocks noGrp="1"/>
          </p:cNvSpPr>
          <p:nvPr>
            <p:ph type="subTitle" idx="1"/>
          </p:nvPr>
        </p:nvSpPr>
        <p:spPr>
          <a:xfrm>
            <a:off x="651510" y="2291080"/>
            <a:ext cx="3995420" cy="12134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Video/audio consultations via WebRTC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Real-time chat during sessions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Appointment booking with reminders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61" name="Google Shape;4461;p48"/>
          <p:cNvSpPr/>
          <p:nvPr/>
        </p:nvSpPr>
        <p:spPr>
          <a:xfrm>
            <a:off x="8262479" y="3373259"/>
            <a:ext cx="691200" cy="6912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462" name="Google Shape;4462;p48"/>
          <p:cNvGrpSpPr/>
          <p:nvPr/>
        </p:nvGrpSpPr>
        <p:grpSpPr>
          <a:xfrm>
            <a:off x="7244602" y="18427"/>
            <a:ext cx="2005465" cy="972949"/>
            <a:chOff x="3906407" y="4267847"/>
            <a:chExt cx="2005465" cy="972949"/>
          </a:xfrm>
          <a:solidFill>
            <a:srgbClr val="188077"/>
          </a:solidFill>
        </p:grpSpPr>
        <p:grpSp>
          <p:nvGrpSpPr>
            <p:cNvPr id="4463" name="Google Shape;4463;p48"/>
            <p:cNvGrpSpPr/>
            <p:nvPr/>
          </p:nvGrpSpPr>
          <p:grpSpPr>
            <a:xfrm>
              <a:off x="3906407" y="4486056"/>
              <a:ext cx="1646456" cy="754740"/>
              <a:chOff x="5071203" y="4398918"/>
              <a:chExt cx="1646456" cy="754740"/>
            </a:xfrm>
            <a:grpFill/>
          </p:grpSpPr>
          <p:sp>
            <p:nvSpPr>
              <p:cNvPr id="4464" name="Google Shape;4464;p48"/>
              <p:cNvSpPr/>
              <p:nvPr/>
            </p:nvSpPr>
            <p:spPr>
              <a:xfrm>
                <a:off x="5071203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62" y="2148"/>
                    </a:cubicBezTo>
                    <a:cubicBezTo>
                      <a:pt x="1655" y="2148"/>
                      <a:pt x="2149" y="1679"/>
                      <a:pt x="2149" y="1087"/>
                    </a:cubicBezTo>
                    <a:cubicBezTo>
                      <a:pt x="2149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5" name="Google Shape;4465;p48"/>
              <p:cNvSpPr/>
              <p:nvPr/>
            </p:nvSpPr>
            <p:spPr>
              <a:xfrm>
                <a:off x="518670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94"/>
                      <a:pt x="1" y="1087"/>
                    </a:cubicBezTo>
                    <a:cubicBezTo>
                      <a:pt x="1" y="1679"/>
                      <a:pt x="495" y="2148"/>
                      <a:pt x="1087" y="2148"/>
                    </a:cubicBezTo>
                    <a:cubicBezTo>
                      <a:pt x="1680" y="2148"/>
                      <a:pt x="2149" y="1679"/>
                      <a:pt x="2149" y="1087"/>
                    </a:cubicBezTo>
                    <a:cubicBezTo>
                      <a:pt x="2149" y="494"/>
                      <a:pt x="1680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6" name="Google Shape;4466;p48"/>
              <p:cNvSpPr/>
              <p:nvPr/>
            </p:nvSpPr>
            <p:spPr>
              <a:xfrm>
                <a:off x="5302521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87" y="2148"/>
                    </a:cubicBezTo>
                    <a:cubicBezTo>
                      <a:pt x="1679" y="2148"/>
                      <a:pt x="2149" y="1679"/>
                      <a:pt x="2149" y="1087"/>
                    </a:cubicBezTo>
                    <a:cubicBezTo>
                      <a:pt x="2149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7" name="Google Shape;4467;p48"/>
              <p:cNvSpPr/>
              <p:nvPr/>
            </p:nvSpPr>
            <p:spPr>
              <a:xfrm>
                <a:off x="5418334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679"/>
                      <a:pt x="470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8" name="Google Shape;4468;p48"/>
              <p:cNvSpPr/>
              <p:nvPr/>
            </p:nvSpPr>
            <p:spPr>
              <a:xfrm>
                <a:off x="5534146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9" name="Google Shape;4469;p48"/>
              <p:cNvSpPr/>
              <p:nvPr/>
            </p:nvSpPr>
            <p:spPr>
              <a:xfrm>
                <a:off x="5649652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94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0" name="Google Shape;4470;p48"/>
              <p:cNvSpPr/>
              <p:nvPr/>
            </p:nvSpPr>
            <p:spPr>
              <a:xfrm>
                <a:off x="5765465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679"/>
                      <a:pt x="470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1" name="Google Shape;4471;p48"/>
              <p:cNvSpPr/>
              <p:nvPr/>
            </p:nvSpPr>
            <p:spPr>
              <a:xfrm>
                <a:off x="5071203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8"/>
                      <a:pt x="1062" y="2148"/>
                    </a:cubicBezTo>
                    <a:cubicBezTo>
                      <a:pt x="1655" y="2148"/>
                      <a:pt x="2149" y="1655"/>
                      <a:pt x="2149" y="1062"/>
                    </a:cubicBezTo>
                    <a:cubicBezTo>
                      <a:pt x="2149" y="470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2" name="Google Shape;4472;p48"/>
              <p:cNvSpPr/>
              <p:nvPr/>
            </p:nvSpPr>
            <p:spPr>
              <a:xfrm>
                <a:off x="5302521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94" y="2148"/>
                      <a:pt x="1087" y="2148"/>
                    </a:cubicBezTo>
                    <a:cubicBezTo>
                      <a:pt x="1679" y="2148"/>
                      <a:pt x="2149" y="1655"/>
                      <a:pt x="2149" y="1062"/>
                    </a:cubicBezTo>
                    <a:cubicBezTo>
                      <a:pt x="2149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3" name="Google Shape;4473;p48"/>
              <p:cNvSpPr/>
              <p:nvPr/>
            </p:nvSpPr>
            <p:spPr>
              <a:xfrm>
                <a:off x="5534146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55" y="2148"/>
                      <a:pt x="2148" y="1655"/>
                      <a:pt x="2148" y="1062"/>
                    </a:cubicBezTo>
                    <a:cubicBezTo>
                      <a:pt x="2148" y="470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4" name="Google Shape;4474;p48"/>
              <p:cNvSpPr/>
              <p:nvPr/>
            </p:nvSpPr>
            <p:spPr>
              <a:xfrm>
                <a:off x="5765465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70"/>
                      <a:pt x="0" y="1062"/>
                    </a:cubicBezTo>
                    <a:cubicBezTo>
                      <a:pt x="0" y="1655"/>
                      <a:pt x="470" y="2148"/>
                      <a:pt x="1087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5" name="Google Shape;4475;p48"/>
              <p:cNvSpPr/>
              <p:nvPr/>
            </p:nvSpPr>
            <p:spPr>
              <a:xfrm>
                <a:off x="5071203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70" y="2148"/>
                      <a:pt x="1062" y="2148"/>
                    </a:cubicBezTo>
                    <a:cubicBezTo>
                      <a:pt x="1655" y="2148"/>
                      <a:pt x="2149" y="1654"/>
                      <a:pt x="2149" y="1062"/>
                    </a:cubicBezTo>
                    <a:cubicBezTo>
                      <a:pt x="2149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6" name="Google Shape;4476;p48"/>
              <p:cNvSpPr/>
              <p:nvPr/>
            </p:nvSpPr>
            <p:spPr>
              <a:xfrm>
                <a:off x="518670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69"/>
                      <a:pt x="1" y="1062"/>
                    </a:cubicBezTo>
                    <a:cubicBezTo>
                      <a:pt x="1" y="1654"/>
                      <a:pt x="495" y="2148"/>
                      <a:pt x="1087" y="2148"/>
                    </a:cubicBezTo>
                    <a:cubicBezTo>
                      <a:pt x="1680" y="2148"/>
                      <a:pt x="2149" y="1654"/>
                      <a:pt x="2149" y="1062"/>
                    </a:cubicBezTo>
                    <a:cubicBezTo>
                      <a:pt x="2149" y="469"/>
                      <a:pt x="1680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7" name="Google Shape;4477;p48"/>
              <p:cNvSpPr/>
              <p:nvPr/>
            </p:nvSpPr>
            <p:spPr>
              <a:xfrm>
                <a:off x="5302521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94" y="2148"/>
                      <a:pt x="1087" y="2148"/>
                    </a:cubicBezTo>
                    <a:cubicBezTo>
                      <a:pt x="1679" y="2148"/>
                      <a:pt x="2149" y="1654"/>
                      <a:pt x="2149" y="1062"/>
                    </a:cubicBezTo>
                    <a:cubicBezTo>
                      <a:pt x="2149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8" name="Google Shape;4478;p48"/>
              <p:cNvSpPr/>
              <p:nvPr/>
            </p:nvSpPr>
            <p:spPr>
              <a:xfrm>
                <a:off x="5418334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69"/>
                      <a:pt x="0" y="1062"/>
                    </a:cubicBezTo>
                    <a:cubicBezTo>
                      <a:pt x="0" y="1654"/>
                      <a:pt x="470" y="2148"/>
                      <a:pt x="1062" y="2148"/>
                    </a:cubicBezTo>
                    <a:cubicBezTo>
                      <a:pt x="1655" y="2148"/>
                      <a:pt x="2148" y="1654"/>
                      <a:pt x="2148" y="1062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9" name="Google Shape;4479;p48"/>
              <p:cNvSpPr/>
              <p:nvPr/>
            </p:nvSpPr>
            <p:spPr>
              <a:xfrm>
                <a:off x="5534146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5" y="2148"/>
                      <a:pt x="2148" y="1654"/>
                      <a:pt x="2148" y="1062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0" name="Google Shape;4480;p48"/>
              <p:cNvSpPr/>
              <p:nvPr/>
            </p:nvSpPr>
            <p:spPr>
              <a:xfrm>
                <a:off x="5649652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69"/>
                      <a:pt x="1" y="1062"/>
                    </a:cubicBezTo>
                    <a:cubicBezTo>
                      <a:pt x="1" y="1654"/>
                      <a:pt x="494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1" name="Google Shape;4481;p48"/>
              <p:cNvSpPr/>
              <p:nvPr/>
            </p:nvSpPr>
            <p:spPr>
              <a:xfrm>
                <a:off x="5765465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69"/>
                      <a:pt x="0" y="1062"/>
                    </a:cubicBezTo>
                    <a:cubicBezTo>
                      <a:pt x="0" y="1654"/>
                      <a:pt x="470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2" name="Google Shape;4482;p48"/>
              <p:cNvSpPr/>
              <p:nvPr/>
            </p:nvSpPr>
            <p:spPr>
              <a:xfrm>
                <a:off x="5071203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62" y="2149"/>
                    </a:cubicBezTo>
                    <a:cubicBezTo>
                      <a:pt x="1655" y="2149"/>
                      <a:pt x="2149" y="1655"/>
                      <a:pt x="2149" y="1062"/>
                    </a:cubicBezTo>
                    <a:cubicBezTo>
                      <a:pt x="2149" y="470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3" name="Google Shape;4483;p48"/>
              <p:cNvSpPr/>
              <p:nvPr/>
            </p:nvSpPr>
            <p:spPr>
              <a:xfrm>
                <a:off x="5302521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87" y="2149"/>
                    </a:cubicBezTo>
                    <a:cubicBezTo>
                      <a:pt x="1679" y="2149"/>
                      <a:pt x="2149" y="1655"/>
                      <a:pt x="2149" y="1062"/>
                    </a:cubicBezTo>
                    <a:cubicBezTo>
                      <a:pt x="2149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4" name="Google Shape;4484;p48"/>
              <p:cNvSpPr/>
              <p:nvPr/>
            </p:nvSpPr>
            <p:spPr>
              <a:xfrm>
                <a:off x="5534146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55" y="2149"/>
                      <a:pt x="2148" y="1655"/>
                      <a:pt x="2148" y="1062"/>
                    </a:cubicBezTo>
                    <a:cubicBezTo>
                      <a:pt x="2148" y="470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5" name="Google Shape;4485;p48"/>
              <p:cNvSpPr/>
              <p:nvPr/>
            </p:nvSpPr>
            <p:spPr>
              <a:xfrm>
                <a:off x="5765465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70"/>
                      <a:pt x="0" y="1062"/>
                    </a:cubicBezTo>
                    <a:cubicBezTo>
                      <a:pt x="0" y="1655"/>
                      <a:pt x="470" y="2149"/>
                      <a:pt x="1087" y="2149"/>
                    </a:cubicBezTo>
                    <a:cubicBezTo>
                      <a:pt x="1679" y="2149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6" name="Google Shape;4486;p48"/>
              <p:cNvSpPr/>
              <p:nvPr/>
            </p:nvSpPr>
            <p:spPr>
              <a:xfrm>
                <a:off x="5071203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70" y="2148"/>
                      <a:pt x="1062" y="2148"/>
                    </a:cubicBezTo>
                    <a:cubicBezTo>
                      <a:pt x="1655" y="2148"/>
                      <a:pt x="2149" y="1679"/>
                      <a:pt x="2149" y="1087"/>
                    </a:cubicBezTo>
                    <a:cubicBezTo>
                      <a:pt x="2149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7" name="Google Shape;4487;p48"/>
              <p:cNvSpPr/>
              <p:nvPr/>
            </p:nvSpPr>
            <p:spPr>
              <a:xfrm>
                <a:off x="518670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69"/>
                      <a:pt x="1" y="1087"/>
                    </a:cubicBezTo>
                    <a:cubicBezTo>
                      <a:pt x="1" y="1679"/>
                      <a:pt x="495" y="2148"/>
                      <a:pt x="1087" y="2148"/>
                    </a:cubicBezTo>
                    <a:cubicBezTo>
                      <a:pt x="1680" y="2148"/>
                      <a:pt x="2149" y="1679"/>
                      <a:pt x="2149" y="1087"/>
                    </a:cubicBezTo>
                    <a:cubicBezTo>
                      <a:pt x="2149" y="469"/>
                      <a:pt x="1680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8" name="Google Shape;4488;p48"/>
              <p:cNvSpPr/>
              <p:nvPr/>
            </p:nvSpPr>
            <p:spPr>
              <a:xfrm>
                <a:off x="5302521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9" y="1679"/>
                      <a:pt x="2149" y="1087"/>
                    </a:cubicBezTo>
                    <a:cubicBezTo>
                      <a:pt x="2149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9" name="Google Shape;4489;p48"/>
              <p:cNvSpPr/>
              <p:nvPr/>
            </p:nvSpPr>
            <p:spPr>
              <a:xfrm>
                <a:off x="5418334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69"/>
                      <a:pt x="0" y="1087"/>
                    </a:cubicBezTo>
                    <a:cubicBezTo>
                      <a:pt x="0" y="1679"/>
                      <a:pt x="470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0" name="Google Shape;4490;p48"/>
              <p:cNvSpPr/>
              <p:nvPr/>
            </p:nvSpPr>
            <p:spPr>
              <a:xfrm>
                <a:off x="5534146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1" name="Google Shape;4491;p48"/>
              <p:cNvSpPr/>
              <p:nvPr/>
            </p:nvSpPr>
            <p:spPr>
              <a:xfrm>
                <a:off x="5649652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69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2" name="Google Shape;4492;p48"/>
              <p:cNvSpPr/>
              <p:nvPr/>
            </p:nvSpPr>
            <p:spPr>
              <a:xfrm>
                <a:off x="5765465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69"/>
                      <a:pt x="0" y="1087"/>
                    </a:cubicBezTo>
                    <a:cubicBezTo>
                      <a:pt x="0" y="1679"/>
                      <a:pt x="470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3" name="Google Shape;4493;p48"/>
              <p:cNvSpPr/>
              <p:nvPr/>
            </p:nvSpPr>
            <p:spPr>
              <a:xfrm>
                <a:off x="5071203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70" y="2149"/>
                      <a:pt x="1062" y="2149"/>
                    </a:cubicBezTo>
                    <a:cubicBezTo>
                      <a:pt x="1655" y="2149"/>
                      <a:pt x="2149" y="1680"/>
                      <a:pt x="2149" y="1087"/>
                    </a:cubicBezTo>
                    <a:cubicBezTo>
                      <a:pt x="2149" y="495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4" name="Google Shape;4494;p48"/>
              <p:cNvSpPr/>
              <p:nvPr/>
            </p:nvSpPr>
            <p:spPr>
              <a:xfrm>
                <a:off x="5302521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94" y="2149"/>
                      <a:pt x="1087" y="2149"/>
                    </a:cubicBezTo>
                    <a:cubicBezTo>
                      <a:pt x="1679" y="2149"/>
                      <a:pt x="2149" y="1680"/>
                      <a:pt x="2149" y="1087"/>
                    </a:cubicBezTo>
                    <a:cubicBezTo>
                      <a:pt x="2149" y="495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5" name="Google Shape;4495;p48"/>
              <p:cNvSpPr/>
              <p:nvPr/>
            </p:nvSpPr>
            <p:spPr>
              <a:xfrm>
                <a:off x="5534146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55" y="2149"/>
                      <a:pt x="2148" y="1680"/>
                      <a:pt x="2148" y="1087"/>
                    </a:cubicBezTo>
                    <a:cubicBezTo>
                      <a:pt x="2148" y="495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6" name="Google Shape;4496;p48"/>
              <p:cNvSpPr/>
              <p:nvPr/>
            </p:nvSpPr>
            <p:spPr>
              <a:xfrm>
                <a:off x="5765465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95"/>
                      <a:pt x="0" y="1087"/>
                    </a:cubicBezTo>
                    <a:cubicBezTo>
                      <a:pt x="0" y="1680"/>
                      <a:pt x="470" y="2149"/>
                      <a:pt x="1087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7" name="Google Shape;4497;p48"/>
              <p:cNvSpPr/>
              <p:nvPr/>
            </p:nvSpPr>
            <p:spPr>
              <a:xfrm>
                <a:off x="5071203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62" y="2346"/>
                    </a:cubicBezTo>
                    <a:cubicBezTo>
                      <a:pt x="1655" y="2346"/>
                      <a:pt x="2149" y="1852"/>
                      <a:pt x="2149" y="1259"/>
                    </a:cubicBezTo>
                    <a:cubicBezTo>
                      <a:pt x="2149" y="1235"/>
                      <a:pt x="2124" y="1210"/>
                      <a:pt x="2124" y="1161"/>
                    </a:cubicBezTo>
                    <a:cubicBezTo>
                      <a:pt x="2124" y="1136"/>
                      <a:pt x="2149" y="1111"/>
                      <a:pt x="2149" y="1087"/>
                    </a:cubicBezTo>
                    <a:cubicBezTo>
                      <a:pt x="2149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8" name="Google Shape;4498;p48"/>
              <p:cNvSpPr/>
              <p:nvPr/>
            </p:nvSpPr>
            <p:spPr>
              <a:xfrm>
                <a:off x="518670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5" y="0"/>
                      <a:pt x="1" y="494"/>
                      <a:pt x="1" y="1087"/>
                    </a:cubicBezTo>
                    <a:cubicBezTo>
                      <a:pt x="1" y="1111"/>
                      <a:pt x="25" y="1136"/>
                      <a:pt x="25" y="1161"/>
                    </a:cubicBezTo>
                    <a:cubicBezTo>
                      <a:pt x="25" y="1210"/>
                      <a:pt x="1" y="1235"/>
                      <a:pt x="1" y="1259"/>
                    </a:cubicBezTo>
                    <a:cubicBezTo>
                      <a:pt x="1" y="1852"/>
                      <a:pt x="495" y="2346"/>
                      <a:pt x="1087" y="2346"/>
                    </a:cubicBezTo>
                    <a:cubicBezTo>
                      <a:pt x="1680" y="2346"/>
                      <a:pt x="2149" y="1852"/>
                      <a:pt x="2149" y="1259"/>
                    </a:cubicBezTo>
                    <a:cubicBezTo>
                      <a:pt x="2149" y="1235"/>
                      <a:pt x="2149" y="1210"/>
                      <a:pt x="2149" y="1161"/>
                    </a:cubicBezTo>
                    <a:cubicBezTo>
                      <a:pt x="2149" y="1136"/>
                      <a:pt x="2149" y="1111"/>
                      <a:pt x="2149" y="1087"/>
                    </a:cubicBezTo>
                    <a:cubicBezTo>
                      <a:pt x="2149" y="494"/>
                      <a:pt x="1680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9" name="Google Shape;4499;p48"/>
              <p:cNvSpPr/>
              <p:nvPr/>
            </p:nvSpPr>
            <p:spPr>
              <a:xfrm>
                <a:off x="5302521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87" y="2346"/>
                    </a:cubicBezTo>
                    <a:cubicBezTo>
                      <a:pt x="1679" y="2346"/>
                      <a:pt x="2149" y="1852"/>
                      <a:pt x="2149" y="1259"/>
                    </a:cubicBezTo>
                    <a:cubicBezTo>
                      <a:pt x="2149" y="1235"/>
                      <a:pt x="2149" y="1210"/>
                      <a:pt x="2149" y="1161"/>
                    </a:cubicBezTo>
                    <a:cubicBezTo>
                      <a:pt x="2149" y="1136"/>
                      <a:pt x="2149" y="1111"/>
                      <a:pt x="2149" y="1087"/>
                    </a:cubicBezTo>
                    <a:cubicBezTo>
                      <a:pt x="2149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0" name="Google Shape;4500;p48"/>
              <p:cNvSpPr/>
              <p:nvPr/>
            </p:nvSpPr>
            <p:spPr>
              <a:xfrm>
                <a:off x="5418334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70" y="2346"/>
                      <a:pt x="1062" y="2346"/>
                    </a:cubicBezTo>
                    <a:cubicBezTo>
                      <a:pt x="1655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1" name="Google Shape;4501;p48"/>
              <p:cNvSpPr/>
              <p:nvPr/>
            </p:nvSpPr>
            <p:spPr>
              <a:xfrm>
                <a:off x="5534146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5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2" name="Google Shape;4502;p48"/>
              <p:cNvSpPr/>
              <p:nvPr/>
            </p:nvSpPr>
            <p:spPr>
              <a:xfrm>
                <a:off x="5649652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4" y="0"/>
                      <a:pt x="1" y="494"/>
                      <a:pt x="1" y="1087"/>
                    </a:cubicBezTo>
                    <a:cubicBezTo>
                      <a:pt x="1" y="1111"/>
                      <a:pt x="25" y="1136"/>
                      <a:pt x="25" y="1161"/>
                    </a:cubicBezTo>
                    <a:cubicBezTo>
                      <a:pt x="25" y="1210"/>
                      <a:pt x="1" y="1235"/>
                      <a:pt x="1" y="1259"/>
                    </a:cubicBezTo>
                    <a:cubicBezTo>
                      <a:pt x="1" y="1852"/>
                      <a:pt x="494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3" name="Google Shape;4503;p48"/>
              <p:cNvSpPr/>
              <p:nvPr/>
            </p:nvSpPr>
            <p:spPr>
              <a:xfrm>
                <a:off x="5765465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70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4" name="Google Shape;4504;p48"/>
              <p:cNvSpPr/>
              <p:nvPr/>
            </p:nvSpPr>
            <p:spPr>
              <a:xfrm>
                <a:off x="6691351" y="5124926"/>
                <a:ext cx="26308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5" name="Google Shape;4505;p48"/>
              <p:cNvSpPr/>
              <p:nvPr/>
            </p:nvSpPr>
            <p:spPr>
              <a:xfrm>
                <a:off x="657553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6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111"/>
                      <a:pt x="25" y="1136"/>
                      <a:pt x="25" y="1161"/>
                    </a:cubicBezTo>
                    <a:cubicBezTo>
                      <a:pt x="25" y="1210"/>
                      <a:pt x="0" y="1235"/>
                      <a:pt x="0" y="1259"/>
                    </a:cubicBezTo>
                    <a:cubicBezTo>
                      <a:pt x="0" y="1852"/>
                      <a:pt x="494" y="2346"/>
                      <a:pt x="1086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6" name="Google Shape;4506;p48"/>
              <p:cNvSpPr/>
              <p:nvPr/>
            </p:nvSpPr>
            <p:spPr>
              <a:xfrm>
                <a:off x="6460020" y="5124926"/>
                <a:ext cx="26026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346" extrusionOk="0">
                    <a:moveTo>
                      <a:pt x="1063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63" y="2346"/>
                    </a:cubicBezTo>
                    <a:cubicBezTo>
                      <a:pt x="1655" y="2346"/>
                      <a:pt x="2124" y="1852"/>
                      <a:pt x="2124" y="1259"/>
                    </a:cubicBezTo>
                    <a:cubicBezTo>
                      <a:pt x="2124" y="1235"/>
                      <a:pt x="2124" y="1210"/>
                      <a:pt x="2124" y="1161"/>
                    </a:cubicBezTo>
                    <a:cubicBezTo>
                      <a:pt x="2124" y="1136"/>
                      <a:pt x="2124" y="1111"/>
                      <a:pt x="2124" y="1087"/>
                    </a:cubicBezTo>
                    <a:cubicBezTo>
                      <a:pt x="2124" y="494"/>
                      <a:pt x="1655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7" name="Google Shape;4507;p48"/>
              <p:cNvSpPr/>
              <p:nvPr/>
            </p:nvSpPr>
            <p:spPr>
              <a:xfrm>
                <a:off x="6344220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48" y="1852"/>
                      <a:pt x="2148" y="1259"/>
                    </a:cubicBezTo>
                    <a:cubicBezTo>
                      <a:pt x="2148" y="1235"/>
                      <a:pt x="2123" y="1210"/>
                      <a:pt x="2123" y="1161"/>
                    </a:cubicBezTo>
                    <a:cubicBezTo>
                      <a:pt x="2123" y="1136"/>
                      <a:pt x="2148" y="1111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8" name="Google Shape;4508;p48"/>
              <p:cNvSpPr/>
              <p:nvPr/>
            </p:nvSpPr>
            <p:spPr>
              <a:xfrm>
                <a:off x="6228408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9" name="Google Shape;4509;p48"/>
              <p:cNvSpPr/>
              <p:nvPr/>
            </p:nvSpPr>
            <p:spPr>
              <a:xfrm>
                <a:off x="6112595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111"/>
                      <a:pt x="25" y="1136"/>
                      <a:pt x="25" y="1161"/>
                    </a:cubicBezTo>
                    <a:cubicBezTo>
                      <a:pt x="25" y="1210"/>
                      <a:pt x="0" y="1235"/>
                      <a:pt x="0" y="1259"/>
                    </a:cubicBezTo>
                    <a:cubicBezTo>
                      <a:pt x="0" y="1852"/>
                      <a:pt x="494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0" name="Google Shape;4510;p48"/>
              <p:cNvSpPr/>
              <p:nvPr/>
            </p:nvSpPr>
            <p:spPr>
              <a:xfrm>
                <a:off x="599708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23" y="1852"/>
                      <a:pt x="2123" y="1259"/>
                    </a:cubicBezTo>
                    <a:cubicBezTo>
                      <a:pt x="2123" y="1235"/>
                      <a:pt x="2123" y="1210"/>
                      <a:pt x="2123" y="1161"/>
                    </a:cubicBezTo>
                    <a:cubicBezTo>
                      <a:pt x="2123" y="1136"/>
                      <a:pt x="2123" y="1111"/>
                      <a:pt x="2123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1" name="Google Shape;4511;p48"/>
              <p:cNvSpPr/>
              <p:nvPr/>
            </p:nvSpPr>
            <p:spPr>
              <a:xfrm>
                <a:off x="5881277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2" name="Google Shape;4512;p48"/>
              <p:cNvSpPr/>
              <p:nvPr/>
            </p:nvSpPr>
            <p:spPr>
              <a:xfrm>
                <a:off x="6691351" y="50039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3" name="Google Shape;4513;p48"/>
              <p:cNvSpPr/>
              <p:nvPr/>
            </p:nvSpPr>
            <p:spPr>
              <a:xfrm>
                <a:off x="6460020" y="50039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70" y="2149"/>
                      <a:pt x="1063" y="2149"/>
                    </a:cubicBezTo>
                    <a:cubicBezTo>
                      <a:pt x="1655" y="2149"/>
                      <a:pt x="2124" y="1680"/>
                      <a:pt x="2124" y="1087"/>
                    </a:cubicBezTo>
                    <a:cubicBezTo>
                      <a:pt x="2124" y="495"/>
                      <a:pt x="1655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4" name="Google Shape;4514;p48"/>
              <p:cNvSpPr/>
              <p:nvPr/>
            </p:nvSpPr>
            <p:spPr>
              <a:xfrm>
                <a:off x="6228408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87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5" name="Google Shape;4515;p48"/>
              <p:cNvSpPr/>
              <p:nvPr/>
            </p:nvSpPr>
            <p:spPr>
              <a:xfrm>
                <a:off x="5997089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54" y="2149"/>
                      <a:pt x="2148" y="1680"/>
                      <a:pt x="2148" y="1087"/>
                    </a:cubicBezTo>
                    <a:cubicBezTo>
                      <a:pt x="2148" y="495"/>
                      <a:pt x="1654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6" name="Google Shape;4516;p48"/>
              <p:cNvSpPr/>
              <p:nvPr/>
            </p:nvSpPr>
            <p:spPr>
              <a:xfrm>
                <a:off x="6691351" y="4883025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7" name="Google Shape;4517;p48"/>
              <p:cNvSpPr/>
              <p:nvPr/>
            </p:nvSpPr>
            <p:spPr>
              <a:xfrm>
                <a:off x="657553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69"/>
                      <a:pt x="0" y="1087"/>
                    </a:cubicBezTo>
                    <a:cubicBezTo>
                      <a:pt x="0" y="1679"/>
                      <a:pt x="494" y="2148"/>
                      <a:pt x="1086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8" name="Google Shape;4518;p48"/>
              <p:cNvSpPr/>
              <p:nvPr/>
            </p:nvSpPr>
            <p:spPr>
              <a:xfrm>
                <a:off x="6460020" y="4883025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70" y="2148"/>
                      <a:pt x="1063" y="2148"/>
                    </a:cubicBezTo>
                    <a:cubicBezTo>
                      <a:pt x="1655" y="2148"/>
                      <a:pt x="2124" y="1679"/>
                      <a:pt x="2124" y="1087"/>
                    </a:cubicBezTo>
                    <a:cubicBezTo>
                      <a:pt x="2124" y="469"/>
                      <a:pt x="1655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9" name="Google Shape;4519;p48"/>
              <p:cNvSpPr/>
              <p:nvPr/>
            </p:nvSpPr>
            <p:spPr>
              <a:xfrm>
                <a:off x="6344220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0" name="Google Shape;4520;p48"/>
              <p:cNvSpPr/>
              <p:nvPr/>
            </p:nvSpPr>
            <p:spPr>
              <a:xfrm>
                <a:off x="6228408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1" name="Google Shape;4521;p48"/>
              <p:cNvSpPr/>
              <p:nvPr/>
            </p:nvSpPr>
            <p:spPr>
              <a:xfrm>
                <a:off x="6112595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69"/>
                      <a:pt x="0" y="1087"/>
                    </a:cubicBezTo>
                    <a:cubicBezTo>
                      <a:pt x="0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2" name="Google Shape;4522;p48"/>
              <p:cNvSpPr/>
              <p:nvPr/>
            </p:nvSpPr>
            <p:spPr>
              <a:xfrm>
                <a:off x="599708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23" y="1679"/>
                      <a:pt x="2123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3" name="Google Shape;4523;p48"/>
              <p:cNvSpPr/>
              <p:nvPr/>
            </p:nvSpPr>
            <p:spPr>
              <a:xfrm>
                <a:off x="5881277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48"/>
              <p:cNvSpPr/>
              <p:nvPr/>
            </p:nvSpPr>
            <p:spPr>
              <a:xfrm>
                <a:off x="6691351" y="47620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79" y="2149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48"/>
              <p:cNvSpPr/>
              <p:nvPr/>
            </p:nvSpPr>
            <p:spPr>
              <a:xfrm>
                <a:off x="6460020" y="47620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63" y="2149"/>
                    </a:cubicBezTo>
                    <a:cubicBezTo>
                      <a:pt x="1655" y="2149"/>
                      <a:pt x="2124" y="1655"/>
                      <a:pt x="2124" y="1062"/>
                    </a:cubicBezTo>
                    <a:cubicBezTo>
                      <a:pt x="2124" y="470"/>
                      <a:pt x="1655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48"/>
              <p:cNvSpPr/>
              <p:nvPr/>
            </p:nvSpPr>
            <p:spPr>
              <a:xfrm>
                <a:off x="6227195" y="4762143"/>
                <a:ext cx="28733" cy="26173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137" extrusionOk="0">
                    <a:moveTo>
                      <a:pt x="1173" y="1"/>
                    </a:moveTo>
                    <a:cubicBezTo>
                      <a:pt x="902" y="1"/>
                      <a:pt x="630" y="106"/>
                      <a:pt x="420" y="316"/>
                    </a:cubicBezTo>
                    <a:cubicBezTo>
                      <a:pt x="0" y="735"/>
                      <a:pt x="0" y="1402"/>
                      <a:pt x="420" y="1822"/>
                    </a:cubicBezTo>
                    <a:cubicBezTo>
                      <a:pt x="630" y="2031"/>
                      <a:pt x="902" y="2136"/>
                      <a:pt x="1173" y="2136"/>
                    </a:cubicBezTo>
                    <a:cubicBezTo>
                      <a:pt x="1445" y="2136"/>
                      <a:pt x="1716" y="2031"/>
                      <a:pt x="1926" y="1822"/>
                    </a:cubicBezTo>
                    <a:cubicBezTo>
                      <a:pt x="2346" y="1402"/>
                      <a:pt x="2346" y="735"/>
                      <a:pt x="1926" y="316"/>
                    </a:cubicBezTo>
                    <a:cubicBezTo>
                      <a:pt x="1716" y="106"/>
                      <a:pt x="1445" y="1"/>
                      <a:pt x="11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7" name="Google Shape;4527;p48"/>
              <p:cNvSpPr/>
              <p:nvPr/>
            </p:nvSpPr>
            <p:spPr>
              <a:xfrm>
                <a:off x="5997089" y="4762069"/>
                <a:ext cx="26014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54" y="2149"/>
                      <a:pt x="2123" y="1655"/>
                      <a:pt x="2123" y="1062"/>
                    </a:cubicBezTo>
                    <a:cubicBezTo>
                      <a:pt x="2123" y="470"/>
                      <a:pt x="1654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8" name="Google Shape;4528;p48"/>
              <p:cNvSpPr/>
              <p:nvPr/>
            </p:nvSpPr>
            <p:spPr>
              <a:xfrm>
                <a:off x="6691351" y="4641125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9" name="Google Shape;4529;p48"/>
              <p:cNvSpPr/>
              <p:nvPr/>
            </p:nvSpPr>
            <p:spPr>
              <a:xfrm>
                <a:off x="657553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69"/>
                      <a:pt x="0" y="1062"/>
                    </a:cubicBezTo>
                    <a:cubicBezTo>
                      <a:pt x="0" y="1654"/>
                      <a:pt x="494" y="2148"/>
                      <a:pt x="1086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0" name="Google Shape;4530;p48"/>
              <p:cNvSpPr/>
              <p:nvPr/>
            </p:nvSpPr>
            <p:spPr>
              <a:xfrm>
                <a:off x="6460020" y="4641125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70" y="2148"/>
                      <a:pt x="1063" y="2148"/>
                    </a:cubicBezTo>
                    <a:cubicBezTo>
                      <a:pt x="1655" y="2148"/>
                      <a:pt x="2124" y="1654"/>
                      <a:pt x="2124" y="1062"/>
                    </a:cubicBezTo>
                    <a:cubicBezTo>
                      <a:pt x="2124" y="469"/>
                      <a:pt x="1655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1" name="Google Shape;4531;p48"/>
              <p:cNvSpPr/>
              <p:nvPr/>
            </p:nvSpPr>
            <p:spPr>
              <a:xfrm>
                <a:off x="6344220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2" name="Google Shape;4532;p48"/>
              <p:cNvSpPr/>
              <p:nvPr/>
            </p:nvSpPr>
            <p:spPr>
              <a:xfrm>
                <a:off x="6228408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3" name="Google Shape;4533;p48"/>
              <p:cNvSpPr/>
              <p:nvPr/>
            </p:nvSpPr>
            <p:spPr>
              <a:xfrm>
                <a:off x="6112595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69"/>
                      <a:pt x="0" y="1062"/>
                    </a:cubicBezTo>
                    <a:cubicBezTo>
                      <a:pt x="0" y="1654"/>
                      <a:pt x="494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4" name="Google Shape;4534;p48"/>
              <p:cNvSpPr/>
              <p:nvPr/>
            </p:nvSpPr>
            <p:spPr>
              <a:xfrm>
                <a:off x="599708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5" name="Google Shape;4535;p48"/>
              <p:cNvSpPr/>
              <p:nvPr/>
            </p:nvSpPr>
            <p:spPr>
              <a:xfrm>
                <a:off x="5881277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6" name="Google Shape;4536;p48"/>
              <p:cNvSpPr/>
              <p:nvPr/>
            </p:nvSpPr>
            <p:spPr>
              <a:xfrm>
                <a:off x="6691351" y="45201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7" name="Google Shape;4537;p48"/>
              <p:cNvSpPr/>
              <p:nvPr/>
            </p:nvSpPr>
            <p:spPr>
              <a:xfrm>
                <a:off x="6460020" y="45201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8"/>
                      <a:pt x="1063" y="2148"/>
                    </a:cubicBezTo>
                    <a:cubicBezTo>
                      <a:pt x="1655" y="2148"/>
                      <a:pt x="2124" y="1655"/>
                      <a:pt x="2124" y="1062"/>
                    </a:cubicBezTo>
                    <a:cubicBezTo>
                      <a:pt x="2124" y="470"/>
                      <a:pt x="1655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8" name="Google Shape;4538;p48"/>
              <p:cNvSpPr/>
              <p:nvPr/>
            </p:nvSpPr>
            <p:spPr>
              <a:xfrm>
                <a:off x="6228408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87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9" name="Google Shape;4539;p48"/>
              <p:cNvSpPr/>
              <p:nvPr/>
            </p:nvSpPr>
            <p:spPr>
              <a:xfrm>
                <a:off x="5997089" y="4520169"/>
                <a:ext cx="26014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54" y="2148"/>
                      <a:pt x="2123" y="1655"/>
                      <a:pt x="2123" y="1062"/>
                    </a:cubicBezTo>
                    <a:cubicBezTo>
                      <a:pt x="2123" y="470"/>
                      <a:pt x="1654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0" name="Google Shape;4540;p48"/>
              <p:cNvSpPr/>
              <p:nvPr/>
            </p:nvSpPr>
            <p:spPr>
              <a:xfrm>
                <a:off x="6691351" y="4398918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1" name="Google Shape;4541;p48"/>
              <p:cNvSpPr/>
              <p:nvPr/>
            </p:nvSpPr>
            <p:spPr>
              <a:xfrm>
                <a:off x="657553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679"/>
                      <a:pt x="494" y="2148"/>
                      <a:pt x="1086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2" name="Google Shape;4542;p48"/>
              <p:cNvSpPr/>
              <p:nvPr/>
            </p:nvSpPr>
            <p:spPr>
              <a:xfrm>
                <a:off x="6460020" y="4398918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63" y="2148"/>
                    </a:cubicBezTo>
                    <a:cubicBezTo>
                      <a:pt x="1655" y="2148"/>
                      <a:pt x="2124" y="1679"/>
                      <a:pt x="2124" y="1087"/>
                    </a:cubicBezTo>
                    <a:cubicBezTo>
                      <a:pt x="2124" y="494"/>
                      <a:pt x="1655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3" name="Google Shape;4543;p48"/>
              <p:cNvSpPr/>
              <p:nvPr/>
            </p:nvSpPr>
            <p:spPr>
              <a:xfrm>
                <a:off x="6344220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4" name="Google Shape;4544;p48"/>
              <p:cNvSpPr/>
              <p:nvPr/>
            </p:nvSpPr>
            <p:spPr>
              <a:xfrm>
                <a:off x="6228408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5" name="Google Shape;4545;p48"/>
              <p:cNvSpPr/>
              <p:nvPr/>
            </p:nvSpPr>
            <p:spPr>
              <a:xfrm>
                <a:off x="6112595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6" name="Google Shape;4546;p48"/>
              <p:cNvSpPr/>
              <p:nvPr/>
            </p:nvSpPr>
            <p:spPr>
              <a:xfrm>
                <a:off x="599708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23" y="1679"/>
                      <a:pt x="2123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7" name="Google Shape;4547;p48"/>
              <p:cNvSpPr/>
              <p:nvPr/>
            </p:nvSpPr>
            <p:spPr>
              <a:xfrm>
                <a:off x="5881277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48" name="Google Shape;4548;p48"/>
            <p:cNvSpPr/>
            <p:nvPr/>
          </p:nvSpPr>
          <p:spPr>
            <a:xfrm>
              <a:off x="5207172" y="4267847"/>
              <a:ext cx="704700" cy="704700"/>
            </a:xfrm>
            <a:prstGeom prst="mathPlus">
              <a:avLst>
                <a:gd name="adj1" fmla="val 17232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" name="Picture 1" descr="WhatsApp Image 2026-01-07 at 6.48.00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3115" y="262890"/>
            <a:ext cx="3797300" cy="4429125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4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1000"/>
                                        <p:tgtEl>
                                          <p:spTgt spid="4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1000"/>
                                        <p:tgtEl>
                                          <p:spTgt spid="4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1000"/>
                                        <p:tgtEl>
                                          <p:spTgt spid="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7" grpId="0"/>
      <p:bldP spid="445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3"/>
        </a:solidFill>
        <a:effectLst/>
      </p:bgPr>
    </p:bg>
    <p:spTree>
      <p:nvGrpSpPr>
        <p:cNvPr id="1" name="Shape 4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7" name="Google Shape;4457;p48"/>
          <p:cNvSpPr txBox="1">
            <a:spLocks noGrp="1"/>
          </p:cNvSpPr>
          <p:nvPr>
            <p:ph type="title"/>
          </p:nvPr>
        </p:nvSpPr>
        <p:spPr>
          <a:xfrm>
            <a:off x="234315" y="1438910"/>
            <a:ext cx="4839335" cy="5765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4. Doctor Directory &amp; Matching</a:t>
            </a:r>
            <a:endParaRPr lang="en-US" altLang="en-GB" sz="2400" b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58" name="Google Shape;4458;p48"/>
          <p:cNvSpPr txBox="1">
            <a:spLocks noGrp="1"/>
          </p:cNvSpPr>
          <p:nvPr>
            <p:ph type="subTitle" idx="1"/>
          </p:nvPr>
        </p:nvSpPr>
        <p:spPr>
          <a:xfrm>
            <a:off x="406400" y="2105025"/>
            <a:ext cx="3995420" cy="12134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Search by specialty, location, availability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Verified doctor profiles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Payment integration (JazzCash, EasyPaisa, Bank transfers)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61" name="Google Shape;4461;p48"/>
          <p:cNvSpPr/>
          <p:nvPr/>
        </p:nvSpPr>
        <p:spPr>
          <a:xfrm>
            <a:off x="8262479" y="3373259"/>
            <a:ext cx="691200" cy="6912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462" name="Google Shape;4462;p48"/>
          <p:cNvGrpSpPr/>
          <p:nvPr/>
        </p:nvGrpSpPr>
        <p:grpSpPr>
          <a:xfrm>
            <a:off x="7878332" y="-161278"/>
            <a:ext cx="2005465" cy="972949"/>
            <a:chOff x="3906407" y="4267847"/>
            <a:chExt cx="2005465" cy="972949"/>
          </a:xfrm>
          <a:solidFill>
            <a:srgbClr val="188077"/>
          </a:solidFill>
        </p:grpSpPr>
        <p:grpSp>
          <p:nvGrpSpPr>
            <p:cNvPr id="4463" name="Google Shape;4463;p48"/>
            <p:cNvGrpSpPr/>
            <p:nvPr/>
          </p:nvGrpSpPr>
          <p:grpSpPr>
            <a:xfrm>
              <a:off x="3906407" y="4486056"/>
              <a:ext cx="1646456" cy="754740"/>
              <a:chOff x="5071203" y="4398918"/>
              <a:chExt cx="1646456" cy="754740"/>
            </a:xfrm>
            <a:grpFill/>
          </p:grpSpPr>
          <p:sp>
            <p:nvSpPr>
              <p:cNvPr id="4464" name="Google Shape;4464;p48"/>
              <p:cNvSpPr/>
              <p:nvPr/>
            </p:nvSpPr>
            <p:spPr>
              <a:xfrm>
                <a:off x="5071203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62" y="2148"/>
                    </a:cubicBezTo>
                    <a:cubicBezTo>
                      <a:pt x="1655" y="2148"/>
                      <a:pt x="2149" y="1679"/>
                      <a:pt x="2149" y="1087"/>
                    </a:cubicBezTo>
                    <a:cubicBezTo>
                      <a:pt x="2149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5" name="Google Shape;4465;p48"/>
              <p:cNvSpPr/>
              <p:nvPr/>
            </p:nvSpPr>
            <p:spPr>
              <a:xfrm>
                <a:off x="518670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94"/>
                      <a:pt x="1" y="1087"/>
                    </a:cubicBezTo>
                    <a:cubicBezTo>
                      <a:pt x="1" y="1679"/>
                      <a:pt x="495" y="2148"/>
                      <a:pt x="1087" y="2148"/>
                    </a:cubicBezTo>
                    <a:cubicBezTo>
                      <a:pt x="1680" y="2148"/>
                      <a:pt x="2149" y="1679"/>
                      <a:pt x="2149" y="1087"/>
                    </a:cubicBezTo>
                    <a:cubicBezTo>
                      <a:pt x="2149" y="494"/>
                      <a:pt x="1680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6" name="Google Shape;4466;p48"/>
              <p:cNvSpPr/>
              <p:nvPr/>
            </p:nvSpPr>
            <p:spPr>
              <a:xfrm>
                <a:off x="5302521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87" y="2148"/>
                    </a:cubicBezTo>
                    <a:cubicBezTo>
                      <a:pt x="1679" y="2148"/>
                      <a:pt x="2149" y="1679"/>
                      <a:pt x="2149" y="1087"/>
                    </a:cubicBezTo>
                    <a:cubicBezTo>
                      <a:pt x="2149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7" name="Google Shape;4467;p48"/>
              <p:cNvSpPr/>
              <p:nvPr/>
            </p:nvSpPr>
            <p:spPr>
              <a:xfrm>
                <a:off x="5418334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679"/>
                      <a:pt x="470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8" name="Google Shape;4468;p48"/>
              <p:cNvSpPr/>
              <p:nvPr/>
            </p:nvSpPr>
            <p:spPr>
              <a:xfrm>
                <a:off x="5534146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9" name="Google Shape;4469;p48"/>
              <p:cNvSpPr/>
              <p:nvPr/>
            </p:nvSpPr>
            <p:spPr>
              <a:xfrm>
                <a:off x="5649652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94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0" name="Google Shape;4470;p48"/>
              <p:cNvSpPr/>
              <p:nvPr/>
            </p:nvSpPr>
            <p:spPr>
              <a:xfrm>
                <a:off x="5765465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679"/>
                      <a:pt x="470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1" name="Google Shape;4471;p48"/>
              <p:cNvSpPr/>
              <p:nvPr/>
            </p:nvSpPr>
            <p:spPr>
              <a:xfrm>
                <a:off x="5071203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8"/>
                      <a:pt x="1062" y="2148"/>
                    </a:cubicBezTo>
                    <a:cubicBezTo>
                      <a:pt x="1655" y="2148"/>
                      <a:pt x="2149" y="1655"/>
                      <a:pt x="2149" y="1062"/>
                    </a:cubicBezTo>
                    <a:cubicBezTo>
                      <a:pt x="2149" y="470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2" name="Google Shape;4472;p48"/>
              <p:cNvSpPr/>
              <p:nvPr/>
            </p:nvSpPr>
            <p:spPr>
              <a:xfrm>
                <a:off x="5302521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94" y="2148"/>
                      <a:pt x="1087" y="2148"/>
                    </a:cubicBezTo>
                    <a:cubicBezTo>
                      <a:pt x="1679" y="2148"/>
                      <a:pt x="2149" y="1655"/>
                      <a:pt x="2149" y="1062"/>
                    </a:cubicBezTo>
                    <a:cubicBezTo>
                      <a:pt x="2149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3" name="Google Shape;4473;p48"/>
              <p:cNvSpPr/>
              <p:nvPr/>
            </p:nvSpPr>
            <p:spPr>
              <a:xfrm>
                <a:off x="5534146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55" y="2148"/>
                      <a:pt x="2148" y="1655"/>
                      <a:pt x="2148" y="1062"/>
                    </a:cubicBezTo>
                    <a:cubicBezTo>
                      <a:pt x="2148" y="470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4" name="Google Shape;4474;p48"/>
              <p:cNvSpPr/>
              <p:nvPr/>
            </p:nvSpPr>
            <p:spPr>
              <a:xfrm>
                <a:off x="5765465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70"/>
                      <a:pt x="0" y="1062"/>
                    </a:cubicBezTo>
                    <a:cubicBezTo>
                      <a:pt x="0" y="1655"/>
                      <a:pt x="470" y="2148"/>
                      <a:pt x="1087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5" name="Google Shape;4475;p48"/>
              <p:cNvSpPr/>
              <p:nvPr/>
            </p:nvSpPr>
            <p:spPr>
              <a:xfrm>
                <a:off x="5071203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70" y="2148"/>
                      <a:pt x="1062" y="2148"/>
                    </a:cubicBezTo>
                    <a:cubicBezTo>
                      <a:pt x="1655" y="2148"/>
                      <a:pt x="2149" y="1654"/>
                      <a:pt x="2149" y="1062"/>
                    </a:cubicBezTo>
                    <a:cubicBezTo>
                      <a:pt x="2149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6" name="Google Shape;4476;p48"/>
              <p:cNvSpPr/>
              <p:nvPr/>
            </p:nvSpPr>
            <p:spPr>
              <a:xfrm>
                <a:off x="518670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69"/>
                      <a:pt x="1" y="1062"/>
                    </a:cubicBezTo>
                    <a:cubicBezTo>
                      <a:pt x="1" y="1654"/>
                      <a:pt x="495" y="2148"/>
                      <a:pt x="1087" y="2148"/>
                    </a:cubicBezTo>
                    <a:cubicBezTo>
                      <a:pt x="1680" y="2148"/>
                      <a:pt x="2149" y="1654"/>
                      <a:pt x="2149" y="1062"/>
                    </a:cubicBezTo>
                    <a:cubicBezTo>
                      <a:pt x="2149" y="469"/>
                      <a:pt x="1680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7" name="Google Shape;4477;p48"/>
              <p:cNvSpPr/>
              <p:nvPr/>
            </p:nvSpPr>
            <p:spPr>
              <a:xfrm>
                <a:off x="5302521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94" y="2148"/>
                      <a:pt x="1087" y="2148"/>
                    </a:cubicBezTo>
                    <a:cubicBezTo>
                      <a:pt x="1679" y="2148"/>
                      <a:pt x="2149" y="1654"/>
                      <a:pt x="2149" y="1062"/>
                    </a:cubicBezTo>
                    <a:cubicBezTo>
                      <a:pt x="2149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8" name="Google Shape;4478;p48"/>
              <p:cNvSpPr/>
              <p:nvPr/>
            </p:nvSpPr>
            <p:spPr>
              <a:xfrm>
                <a:off x="5418334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69"/>
                      <a:pt x="0" y="1062"/>
                    </a:cubicBezTo>
                    <a:cubicBezTo>
                      <a:pt x="0" y="1654"/>
                      <a:pt x="470" y="2148"/>
                      <a:pt x="1062" y="2148"/>
                    </a:cubicBezTo>
                    <a:cubicBezTo>
                      <a:pt x="1655" y="2148"/>
                      <a:pt x="2148" y="1654"/>
                      <a:pt x="2148" y="1062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9" name="Google Shape;4479;p48"/>
              <p:cNvSpPr/>
              <p:nvPr/>
            </p:nvSpPr>
            <p:spPr>
              <a:xfrm>
                <a:off x="5534146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5" y="2148"/>
                      <a:pt x="2148" y="1654"/>
                      <a:pt x="2148" y="1062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0" name="Google Shape;4480;p48"/>
              <p:cNvSpPr/>
              <p:nvPr/>
            </p:nvSpPr>
            <p:spPr>
              <a:xfrm>
                <a:off x="5649652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69"/>
                      <a:pt x="1" y="1062"/>
                    </a:cubicBezTo>
                    <a:cubicBezTo>
                      <a:pt x="1" y="1654"/>
                      <a:pt x="494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1" name="Google Shape;4481;p48"/>
              <p:cNvSpPr/>
              <p:nvPr/>
            </p:nvSpPr>
            <p:spPr>
              <a:xfrm>
                <a:off x="5765465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69"/>
                      <a:pt x="0" y="1062"/>
                    </a:cubicBezTo>
                    <a:cubicBezTo>
                      <a:pt x="0" y="1654"/>
                      <a:pt x="470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2" name="Google Shape;4482;p48"/>
              <p:cNvSpPr/>
              <p:nvPr/>
            </p:nvSpPr>
            <p:spPr>
              <a:xfrm>
                <a:off x="5071203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62" y="2149"/>
                    </a:cubicBezTo>
                    <a:cubicBezTo>
                      <a:pt x="1655" y="2149"/>
                      <a:pt x="2149" y="1655"/>
                      <a:pt x="2149" y="1062"/>
                    </a:cubicBezTo>
                    <a:cubicBezTo>
                      <a:pt x="2149" y="470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3" name="Google Shape;4483;p48"/>
              <p:cNvSpPr/>
              <p:nvPr/>
            </p:nvSpPr>
            <p:spPr>
              <a:xfrm>
                <a:off x="5302521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87" y="2149"/>
                    </a:cubicBezTo>
                    <a:cubicBezTo>
                      <a:pt x="1679" y="2149"/>
                      <a:pt x="2149" y="1655"/>
                      <a:pt x="2149" y="1062"/>
                    </a:cubicBezTo>
                    <a:cubicBezTo>
                      <a:pt x="2149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4" name="Google Shape;4484;p48"/>
              <p:cNvSpPr/>
              <p:nvPr/>
            </p:nvSpPr>
            <p:spPr>
              <a:xfrm>
                <a:off x="5534146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55" y="2149"/>
                      <a:pt x="2148" y="1655"/>
                      <a:pt x="2148" y="1062"/>
                    </a:cubicBezTo>
                    <a:cubicBezTo>
                      <a:pt x="2148" y="470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5" name="Google Shape;4485;p48"/>
              <p:cNvSpPr/>
              <p:nvPr/>
            </p:nvSpPr>
            <p:spPr>
              <a:xfrm>
                <a:off x="5765465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70"/>
                      <a:pt x="0" y="1062"/>
                    </a:cubicBezTo>
                    <a:cubicBezTo>
                      <a:pt x="0" y="1655"/>
                      <a:pt x="470" y="2149"/>
                      <a:pt x="1087" y="2149"/>
                    </a:cubicBezTo>
                    <a:cubicBezTo>
                      <a:pt x="1679" y="2149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6" name="Google Shape;4486;p48"/>
              <p:cNvSpPr/>
              <p:nvPr/>
            </p:nvSpPr>
            <p:spPr>
              <a:xfrm>
                <a:off x="5071203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70" y="2148"/>
                      <a:pt x="1062" y="2148"/>
                    </a:cubicBezTo>
                    <a:cubicBezTo>
                      <a:pt x="1655" y="2148"/>
                      <a:pt x="2149" y="1679"/>
                      <a:pt x="2149" y="1087"/>
                    </a:cubicBezTo>
                    <a:cubicBezTo>
                      <a:pt x="2149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7" name="Google Shape;4487;p48"/>
              <p:cNvSpPr/>
              <p:nvPr/>
            </p:nvSpPr>
            <p:spPr>
              <a:xfrm>
                <a:off x="518670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69"/>
                      <a:pt x="1" y="1087"/>
                    </a:cubicBezTo>
                    <a:cubicBezTo>
                      <a:pt x="1" y="1679"/>
                      <a:pt x="495" y="2148"/>
                      <a:pt x="1087" y="2148"/>
                    </a:cubicBezTo>
                    <a:cubicBezTo>
                      <a:pt x="1680" y="2148"/>
                      <a:pt x="2149" y="1679"/>
                      <a:pt x="2149" y="1087"/>
                    </a:cubicBezTo>
                    <a:cubicBezTo>
                      <a:pt x="2149" y="469"/>
                      <a:pt x="1680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8" name="Google Shape;4488;p48"/>
              <p:cNvSpPr/>
              <p:nvPr/>
            </p:nvSpPr>
            <p:spPr>
              <a:xfrm>
                <a:off x="5302521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9" y="1679"/>
                      <a:pt x="2149" y="1087"/>
                    </a:cubicBezTo>
                    <a:cubicBezTo>
                      <a:pt x="2149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9" name="Google Shape;4489;p48"/>
              <p:cNvSpPr/>
              <p:nvPr/>
            </p:nvSpPr>
            <p:spPr>
              <a:xfrm>
                <a:off x="5418334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69"/>
                      <a:pt x="0" y="1087"/>
                    </a:cubicBezTo>
                    <a:cubicBezTo>
                      <a:pt x="0" y="1679"/>
                      <a:pt x="470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0" name="Google Shape;4490;p48"/>
              <p:cNvSpPr/>
              <p:nvPr/>
            </p:nvSpPr>
            <p:spPr>
              <a:xfrm>
                <a:off x="5534146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1" name="Google Shape;4491;p48"/>
              <p:cNvSpPr/>
              <p:nvPr/>
            </p:nvSpPr>
            <p:spPr>
              <a:xfrm>
                <a:off x="5649652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69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2" name="Google Shape;4492;p48"/>
              <p:cNvSpPr/>
              <p:nvPr/>
            </p:nvSpPr>
            <p:spPr>
              <a:xfrm>
                <a:off x="5765465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69"/>
                      <a:pt x="0" y="1087"/>
                    </a:cubicBezTo>
                    <a:cubicBezTo>
                      <a:pt x="0" y="1679"/>
                      <a:pt x="470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3" name="Google Shape;4493;p48"/>
              <p:cNvSpPr/>
              <p:nvPr/>
            </p:nvSpPr>
            <p:spPr>
              <a:xfrm>
                <a:off x="5071203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70" y="2149"/>
                      <a:pt x="1062" y="2149"/>
                    </a:cubicBezTo>
                    <a:cubicBezTo>
                      <a:pt x="1655" y="2149"/>
                      <a:pt x="2149" y="1680"/>
                      <a:pt x="2149" y="1087"/>
                    </a:cubicBezTo>
                    <a:cubicBezTo>
                      <a:pt x="2149" y="495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4" name="Google Shape;4494;p48"/>
              <p:cNvSpPr/>
              <p:nvPr/>
            </p:nvSpPr>
            <p:spPr>
              <a:xfrm>
                <a:off x="5302521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94" y="2149"/>
                      <a:pt x="1087" y="2149"/>
                    </a:cubicBezTo>
                    <a:cubicBezTo>
                      <a:pt x="1679" y="2149"/>
                      <a:pt x="2149" y="1680"/>
                      <a:pt x="2149" y="1087"/>
                    </a:cubicBezTo>
                    <a:cubicBezTo>
                      <a:pt x="2149" y="495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5" name="Google Shape;4495;p48"/>
              <p:cNvSpPr/>
              <p:nvPr/>
            </p:nvSpPr>
            <p:spPr>
              <a:xfrm>
                <a:off x="5534146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55" y="2149"/>
                      <a:pt x="2148" y="1680"/>
                      <a:pt x="2148" y="1087"/>
                    </a:cubicBezTo>
                    <a:cubicBezTo>
                      <a:pt x="2148" y="495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6" name="Google Shape;4496;p48"/>
              <p:cNvSpPr/>
              <p:nvPr/>
            </p:nvSpPr>
            <p:spPr>
              <a:xfrm>
                <a:off x="5765465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95"/>
                      <a:pt x="0" y="1087"/>
                    </a:cubicBezTo>
                    <a:cubicBezTo>
                      <a:pt x="0" y="1680"/>
                      <a:pt x="470" y="2149"/>
                      <a:pt x="1087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7" name="Google Shape;4497;p48"/>
              <p:cNvSpPr/>
              <p:nvPr/>
            </p:nvSpPr>
            <p:spPr>
              <a:xfrm>
                <a:off x="5071203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62" y="2346"/>
                    </a:cubicBezTo>
                    <a:cubicBezTo>
                      <a:pt x="1655" y="2346"/>
                      <a:pt x="2149" y="1852"/>
                      <a:pt x="2149" y="1259"/>
                    </a:cubicBezTo>
                    <a:cubicBezTo>
                      <a:pt x="2149" y="1235"/>
                      <a:pt x="2124" y="1210"/>
                      <a:pt x="2124" y="1161"/>
                    </a:cubicBezTo>
                    <a:cubicBezTo>
                      <a:pt x="2124" y="1136"/>
                      <a:pt x="2149" y="1111"/>
                      <a:pt x="2149" y="1087"/>
                    </a:cubicBezTo>
                    <a:cubicBezTo>
                      <a:pt x="2149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8" name="Google Shape;4498;p48"/>
              <p:cNvSpPr/>
              <p:nvPr/>
            </p:nvSpPr>
            <p:spPr>
              <a:xfrm>
                <a:off x="518670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5" y="0"/>
                      <a:pt x="1" y="494"/>
                      <a:pt x="1" y="1087"/>
                    </a:cubicBezTo>
                    <a:cubicBezTo>
                      <a:pt x="1" y="1111"/>
                      <a:pt x="25" y="1136"/>
                      <a:pt x="25" y="1161"/>
                    </a:cubicBezTo>
                    <a:cubicBezTo>
                      <a:pt x="25" y="1210"/>
                      <a:pt x="1" y="1235"/>
                      <a:pt x="1" y="1259"/>
                    </a:cubicBezTo>
                    <a:cubicBezTo>
                      <a:pt x="1" y="1852"/>
                      <a:pt x="495" y="2346"/>
                      <a:pt x="1087" y="2346"/>
                    </a:cubicBezTo>
                    <a:cubicBezTo>
                      <a:pt x="1680" y="2346"/>
                      <a:pt x="2149" y="1852"/>
                      <a:pt x="2149" y="1259"/>
                    </a:cubicBezTo>
                    <a:cubicBezTo>
                      <a:pt x="2149" y="1235"/>
                      <a:pt x="2149" y="1210"/>
                      <a:pt x="2149" y="1161"/>
                    </a:cubicBezTo>
                    <a:cubicBezTo>
                      <a:pt x="2149" y="1136"/>
                      <a:pt x="2149" y="1111"/>
                      <a:pt x="2149" y="1087"/>
                    </a:cubicBezTo>
                    <a:cubicBezTo>
                      <a:pt x="2149" y="494"/>
                      <a:pt x="1680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9" name="Google Shape;4499;p48"/>
              <p:cNvSpPr/>
              <p:nvPr/>
            </p:nvSpPr>
            <p:spPr>
              <a:xfrm>
                <a:off x="5302521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87" y="2346"/>
                    </a:cubicBezTo>
                    <a:cubicBezTo>
                      <a:pt x="1679" y="2346"/>
                      <a:pt x="2149" y="1852"/>
                      <a:pt x="2149" y="1259"/>
                    </a:cubicBezTo>
                    <a:cubicBezTo>
                      <a:pt x="2149" y="1235"/>
                      <a:pt x="2149" y="1210"/>
                      <a:pt x="2149" y="1161"/>
                    </a:cubicBezTo>
                    <a:cubicBezTo>
                      <a:pt x="2149" y="1136"/>
                      <a:pt x="2149" y="1111"/>
                      <a:pt x="2149" y="1087"/>
                    </a:cubicBezTo>
                    <a:cubicBezTo>
                      <a:pt x="2149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0" name="Google Shape;4500;p48"/>
              <p:cNvSpPr/>
              <p:nvPr/>
            </p:nvSpPr>
            <p:spPr>
              <a:xfrm>
                <a:off x="5418334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70" y="2346"/>
                      <a:pt x="1062" y="2346"/>
                    </a:cubicBezTo>
                    <a:cubicBezTo>
                      <a:pt x="1655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1" name="Google Shape;4501;p48"/>
              <p:cNvSpPr/>
              <p:nvPr/>
            </p:nvSpPr>
            <p:spPr>
              <a:xfrm>
                <a:off x="5534146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5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2" name="Google Shape;4502;p48"/>
              <p:cNvSpPr/>
              <p:nvPr/>
            </p:nvSpPr>
            <p:spPr>
              <a:xfrm>
                <a:off x="5649652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4" y="0"/>
                      <a:pt x="1" y="494"/>
                      <a:pt x="1" y="1087"/>
                    </a:cubicBezTo>
                    <a:cubicBezTo>
                      <a:pt x="1" y="1111"/>
                      <a:pt x="25" y="1136"/>
                      <a:pt x="25" y="1161"/>
                    </a:cubicBezTo>
                    <a:cubicBezTo>
                      <a:pt x="25" y="1210"/>
                      <a:pt x="1" y="1235"/>
                      <a:pt x="1" y="1259"/>
                    </a:cubicBezTo>
                    <a:cubicBezTo>
                      <a:pt x="1" y="1852"/>
                      <a:pt x="494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3" name="Google Shape;4503;p48"/>
              <p:cNvSpPr/>
              <p:nvPr/>
            </p:nvSpPr>
            <p:spPr>
              <a:xfrm>
                <a:off x="5765465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70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4" name="Google Shape;4504;p48"/>
              <p:cNvSpPr/>
              <p:nvPr/>
            </p:nvSpPr>
            <p:spPr>
              <a:xfrm>
                <a:off x="6691351" y="5124926"/>
                <a:ext cx="26308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5" name="Google Shape;4505;p48"/>
              <p:cNvSpPr/>
              <p:nvPr/>
            </p:nvSpPr>
            <p:spPr>
              <a:xfrm>
                <a:off x="657553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6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111"/>
                      <a:pt x="25" y="1136"/>
                      <a:pt x="25" y="1161"/>
                    </a:cubicBezTo>
                    <a:cubicBezTo>
                      <a:pt x="25" y="1210"/>
                      <a:pt x="0" y="1235"/>
                      <a:pt x="0" y="1259"/>
                    </a:cubicBezTo>
                    <a:cubicBezTo>
                      <a:pt x="0" y="1852"/>
                      <a:pt x="494" y="2346"/>
                      <a:pt x="1086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6" name="Google Shape;4506;p48"/>
              <p:cNvSpPr/>
              <p:nvPr/>
            </p:nvSpPr>
            <p:spPr>
              <a:xfrm>
                <a:off x="6460020" y="5124926"/>
                <a:ext cx="26026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346" extrusionOk="0">
                    <a:moveTo>
                      <a:pt x="1063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63" y="2346"/>
                    </a:cubicBezTo>
                    <a:cubicBezTo>
                      <a:pt x="1655" y="2346"/>
                      <a:pt x="2124" y="1852"/>
                      <a:pt x="2124" y="1259"/>
                    </a:cubicBezTo>
                    <a:cubicBezTo>
                      <a:pt x="2124" y="1235"/>
                      <a:pt x="2124" y="1210"/>
                      <a:pt x="2124" y="1161"/>
                    </a:cubicBezTo>
                    <a:cubicBezTo>
                      <a:pt x="2124" y="1136"/>
                      <a:pt x="2124" y="1111"/>
                      <a:pt x="2124" y="1087"/>
                    </a:cubicBezTo>
                    <a:cubicBezTo>
                      <a:pt x="2124" y="494"/>
                      <a:pt x="1655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7" name="Google Shape;4507;p48"/>
              <p:cNvSpPr/>
              <p:nvPr/>
            </p:nvSpPr>
            <p:spPr>
              <a:xfrm>
                <a:off x="6344220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48" y="1852"/>
                      <a:pt x="2148" y="1259"/>
                    </a:cubicBezTo>
                    <a:cubicBezTo>
                      <a:pt x="2148" y="1235"/>
                      <a:pt x="2123" y="1210"/>
                      <a:pt x="2123" y="1161"/>
                    </a:cubicBezTo>
                    <a:cubicBezTo>
                      <a:pt x="2123" y="1136"/>
                      <a:pt x="2148" y="1111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8" name="Google Shape;4508;p48"/>
              <p:cNvSpPr/>
              <p:nvPr/>
            </p:nvSpPr>
            <p:spPr>
              <a:xfrm>
                <a:off x="6228408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9" name="Google Shape;4509;p48"/>
              <p:cNvSpPr/>
              <p:nvPr/>
            </p:nvSpPr>
            <p:spPr>
              <a:xfrm>
                <a:off x="6112595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111"/>
                      <a:pt x="25" y="1136"/>
                      <a:pt x="25" y="1161"/>
                    </a:cubicBezTo>
                    <a:cubicBezTo>
                      <a:pt x="25" y="1210"/>
                      <a:pt x="0" y="1235"/>
                      <a:pt x="0" y="1259"/>
                    </a:cubicBezTo>
                    <a:cubicBezTo>
                      <a:pt x="0" y="1852"/>
                      <a:pt x="494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0" name="Google Shape;4510;p48"/>
              <p:cNvSpPr/>
              <p:nvPr/>
            </p:nvSpPr>
            <p:spPr>
              <a:xfrm>
                <a:off x="599708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23" y="1852"/>
                      <a:pt x="2123" y="1259"/>
                    </a:cubicBezTo>
                    <a:cubicBezTo>
                      <a:pt x="2123" y="1235"/>
                      <a:pt x="2123" y="1210"/>
                      <a:pt x="2123" y="1161"/>
                    </a:cubicBezTo>
                    <a:cubicBezTo>
                      <a:pt x="2123" y="1136"/>
                      <a:pt x="2123" y="1111"/>
                      <a:pt x="2123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1" name="Google Shape;4511;p48"/>
              <p:cNvSpPr/>
              <p:nvPr/>
            </p:nvSpPr>
            <p:spPr>
              <a:xfrm>
                <a:off x="5881277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2" name="Google Shape;4512;p48"/>
              <p:cNvSpPr/>
              <p:nvPr/>
            </p:nvSpPr>
            <p:spPr>
              <a:xfrm>
                <a:off x="6691351" y="50039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3" name="Google Shape;4513;p48"/>
              <p:cNvSpPr/>
              <p:nvPr/>
            </p:nvSpPr>
            <p:spPr>
              <a:xfrm>
                <a:off x="6460020" y="50039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70" y="2149"/>
                      <a:pt x="1063" y="2149"/>
                    </a:cubicBezTo>
                    <a:cubicBezTo>
                      <a:pt x="1655" y="2149"/>
                      <a:pt x="2124" y="1680"/>
                      <a:pt x="2124" y="1087"/>
                    </a:cubicBezTo>
                    <a:cubicBezTo>
                      <a:pt x="2124" y="495"/>
                      <a:pt x="1655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4" name="Google Shape;4514;p48"/>
              <p:cNvSpPr/>
              <p:nvPr/>
            </p:nvSpPr>
            <p:spPr>
              <a:xfrm>
                <a:off x="6228408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87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5" name="Google Shape;4515;p48"/>
              <p:cNvSpPr/>
              <p:nvPr/>
            </p:nvSpPr>
            <p:spPr>
              <a:xfrm>
                <a:off x="5997089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54" y="2149"/>
                      <a:pt x="2148" y="1680"/>
                      <a:pt x="2148" y="1087"/>
                    </a:cubicBezTo>
                    <a:cubicBezTo>
                      <a:pt x="2148" y="495"/>
                      <a:pt x="1654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6" name="Google Shape;4516;p48"/>
              <p:cNvSpPr/>
              <p:nvPr/>
            </p:nvSpPr>
            <p:spPr>
              <a:xfrm>
                <a:off x="6691351" y="4883025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7" name="Google Shape;4517;p48"/>
              <p:cNvSpPr/>
              <p:nvPr/>
            </p:nvSpPr>
            <p:spPr>
              <a:xfrm>
                <a:off x="657553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69"/>
                      <a:pt x="0" y="1087"/>
                    </a:cubicBezTo>
                    <a:cubicBezTo>
                      <a:pt x="0" y="1679"/>
                      <a:pt x="494" y="2148"/>
                      <a:pt x="1086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8" name="Google Shape;4518;p48"/>
              <p:cNvSpPr/>
              <p:nvPr/>
            </p:nvSpPr>
            <p:spPr>
              <a:xfrm>
                <a:off x="6460020" y="4883025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70" y="2148"/>
                      <a:pt x="1063" y="2148"/>
                    </a:cubicBezTo>
                    <a:cubicBezTo>
                      <a:pt x="1655" y="2148"/>
                      <a:pt x="2124" y="1679"/>
                      <a:pt x="2124" y="1087"/>
                    </a:cubicBezTo>
                    <a:cubicBezTo>
                      <a:pt x="2124" y="469"/>
                      <a:pt x="1655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9" name="Google Shape;4519;p48"/>
              <p:cNvSpPr/>
              <p:nvPr/>
            </p:nvSpPr>
            <p:spPr>
              <a:xfrm>
                <a:off x="6344220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0" name="Google Shape;4520;p48"/>
              <p:cNvSpPr/>
              <p:nvPr/>
            </p:nvSpPr>
            <p:spPr>
              <a:xfrm>
                <a:off x="6228408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1" name="Google Shape;4521;p48"/>
              <p:cNvSpPr/>
              <p:nvPr/>
            </p:nvSpPr>
            <p:spPr>
              <a:xfrm>
                <a:off x="6112595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69"/>
                      <a:pt x="0" y="1087"/>
                    </a:cubicBezTo>
                    <a:cubicBezTo>
                      <a:pt x="0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2" name="Google Shape;4522;p48"/>
              <p:cNvSpPr/>
              <p:nvPr/>
            </p:nvSpPr>
            <p:spPr>
              <a:xfrm>
                <a:off x="599708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23" y="1679"/>
                      <a:pt x="2123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3" name="Google Shape;4523;p48"/>
              <p:cNvSpPr/>
              <p:nvPr/>
            </p:nvSpPr>
            <p:spPr>
              <a:xfrm>
                <a:off x="5881277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48"/>
              <p:cNvSpPr/>
              <p:nvPr/>
            </p:nvSpPr>
            <p:spPr>
              <a:xfrm>
                <a:off x="6691351" y="47620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79" y="2149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48"/>
              <p:cNvSpPr/>
              <p:nvPr/>
            </p:nvSpPr>
            <p:spPr>
              <a:xfrm>
                <a:off x="6460020" y="47620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63" y="2149"/>
                    </a:cubicBezTo>
                    <a:cubicBezTo>
                      <a:pt x="1655" y="2149"/>
                      <a:pt x="2124" y="1655"/>
                      <a:pt x="2124" y="1062"/>
                    </a:cubicBezTo>
                    <a:cubicBezTo>
                      <a:pt x="2124" y="470"/>
                      <a:pt x="1655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48"/>
              <p:cNvSpPr/>
              <p:nvPr/>
            </p:nvSpPr>
            <p:spPr>
              <a:xfrm>
                <a:off x="6227195" y="4762143"/>
                <a:ext cx="28733" cy="26173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137" extrusionOk="0">
                    <a:moveTo>
                      <a:pt x="1173" y="1"/>
                    </a:moveTo>
                    <a:cubicBezTo>
                      <a:pt x="902" y="1"/>
                      <a:pt x="630" y="106"/>
                      <a:pt x="420" y="316"/>
                    </a:cubicBezTo>
                    <a:cubicBezTo>
                      <a:pt x="0" y="735"/>
                      <a:pt x="0" y="1402"/>
                      <a:pt x="420" y="1822"/>
                    </a:cubicBezTo>
                    <a:cubicBezTo>
                      <a:pt x="630" y="2031"/>
                      <a:pt x="902" y="2136"/>
                      <a:pt x="1173" y="2136"/>
                    </a:cubicBezTo>
                    <a:cubicBezTo>
                      <a:pt x="1445" y="2136"/>
                      <a:pt x="1716" y="2031"/>
                      <a:pt x="1926" y="1822"/>
                    </a:cubicBezTo>
                    <a:cubicBezTo>
                      <a:pt x="2346" y="1402"/>
                      <a:pt x="2346" y="735"/>
                      <a:pt x="1926" y="316"/>
                    </a:cubicBezTo>
                    <a:cubicBezTo>
                      <a:pt x="1716" y="106"/>
                      <a:pt x="1445" y="1"/>
                      <a:pt x="11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7" name="Google Shape;4527;p48"/>
              <p:cNvSpPr/>
              <p:nvPr/>
            </p:nvSpPr>
            <p:spPr>
              <a:xfrm>
                <a:off x="5997089" y="4762069"/>
                <a:ext cx="26014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54" y="2149"/>
                      <a:pt x="2123" y="1655"/>
                      <a:pt x="2123" y="1062"/>
                    </a:cubicBezTo>
                    <a:cubicBezTo>
                      <a:pt x="2123" y="470"/>
                      <a:pt x="1654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8" name="Google Shape;4528;p48"/>
              <p:cNvSpPr/>
              <p:nvPr/>
            </p:nvSpPr>
            <p:spPr>
              <a:xfrm>
                <a:off x="6691351" y="4641125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9" name="Google Shape;4529;p48"/>
              <p:cNvSpPr/>
              <p:nvPr/>
            </p:nvSpPr>
            <p:spPr>
              <a:xfrm>
                <a:off x="657553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69"/>
                      <a:pt x="0" y="1062"/>
                    </a:cubicBezTo>
                    <a:cubicBezTo>
                      <a:pt x="0" y="1654"/>
                      <a:pt x="494" y="2148"/>
                      <a:pt x="1086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0" name="Google Shape;4530;p48"/>
              <p:cNvSpPr/>
              <p:nvPr/>
            </p:nvSpPr>
            <p:spPr>
              <a:xfrm>
                <a:off x="6460020" y="4641125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70" y="2148"/>
                      <a:pt x="1063" y="2148"/>
                    </a:cubicBezTo>
                    <a:cubicBezTo>
                      <a:pt x="1655" y="2148"/>
                      <a:pt x="2124" y="1654"/>
                      <a:pt x="2124" y="1062"/>
                    </a:cubicBezTo>
                    <a:cubicBezTo>
                      <a:pt x="2124" y="469"/>
                      <a:pt x="1655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1" name="Google Shape;4531;p48"/>
              <p:cNvSpPr/>
              <p:nvPr/>
            </p:nvSpPr>
            <p:spPr>
              <a:xfrm>
                <a:off x="6344220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2" name="Google Shape;4532;p48"/>
              <p:cNvSpPr/>
              <p:nvPr/>
            </p:nvSpPr>
            <p:spPr>
              <a:xfrm>
                <a:off x="6228408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3" name="Google Shape;4533;p48"/>
              <p:cNvSpPr/>
              <p:nvPr/>
            </p:nvSpPr>
            <p:spPr>
              <a:xfrm>
                <a:off x="6112595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69"/>
                      <a:pt x="0" y="1062"/>
                    </a:cubicBezTo>
                    <a:cubicBezTo>
                      <a:pt x="0" y="1654"/>
                      <a:pt x="494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4" name="Google Shape;4534;p48"/>
              <p:cNvSpPr/>
              <p:nvPr/>
            </p:nvSpPr>
            <p:spPr>
              <a:xfrm>
                <a:off x="599708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5" name="Google Shape;4535;p48"/>
              <p:cNvSpPr/>
              <p:nvPr/>
            </p:nvSpPr>
            <p:spPr>
              <a:xfrm>
                <a:off x="5881277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6" name="Google Shape;4536;p48"/>
              <p:cNvSpPr/>
              <p:nvPr/>
            </p:nvSpPr>
            <p:spPr>
              <a:xfrm>
                <a:off x="6691351" y="45201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7" name="Google Shape;4537;p48"/>
              <p:cNvSpPr/>
              <p:nvPr/>
            </p:nvSpPr>
            <p:spPr>
              <a:xfrm>
                <a:off x="6460020" y="45201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8"/>
                      <a:pt x="1063" y="2148"/>
                    </a:cubicBezTo>
                    <a:cubicBezTo>
                      <a:pt x="1655" y="2148"/>
                      <a:pt x="2124" y="1655"/>
                      <a:pt x="2124" y="1062"/>
                    </a:cubicBezTo>
                    <a:cubicBezTo>
                      <a:pt x="2124" y="470"/>
                      <a:pt x="1655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8" name="Google Shape;4538;p48"/>
              <p:cNvSpPr/>
              <p:nvPr/>
            </p:nvSpPr>
            <p:spPr>
              <a:xfrm>
                <a:off x="6228408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87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9" name="Google Shape;4539;p48"/>
              <p:cNvSpPr/>
              <p:nvPr/>
            </p:nvSpPr>
            <p:spPr>
              <a:xfrm>
                <a:off x="5997089" y="4520169"/>
                <a:ext cx="26014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54" y="2148"/>
                      <a:pt x="2123" y="1655"/>
                      <a:pt x="2123" y="1062"/>
                    </a:cubicBezTo>
                    <a:cubicBezTo>
                      <a:pt x="2123" y="470"/>
                      <a:pt x="1654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0" name="Google Shape;4540;p48"/>
              <p:cNvSpPr/>
              <p:nvPr/>
            </p:nvSpPr>
            <p:spPr>
              <a:xfrm>
                <a:off x="6691351" y="4398918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1" name="Google Shape;4541;p48"/>
              <p:cNvSpPr/>
              <p:nvPr/>
            </p:nvSpPr>
            <p:spPr>
              <a:xfrm>
                <a:off x="657553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679"/>
                      <a:pt x="494" y="2148"/>
                      <a:pt x="1086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2" name="Google Shape;4542;p48"/>
              <p:cNvSpPr/>
              <p:nvPr/>
            </p:nvSpPr>
            <p:spPr>
              <a:xfrm>
                <a:off x="6460020" y="4398918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63" y="2148"/>
                    </a:cubicBezTo>
                    <a:cubicBezTo>
                      <a:pt x="1655" y="2148"/>
                      <a:pt x="2124" y="1679"/>
                      <a:pt x="2124" y="1087"/>
                    </a:cubicBezTo>
                    <a:cubicBezTo>
                      <a:pt x="2124" y="494"/>
                      <a:pt x="1655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3" name="Google Shape;4543;p48"/>
              <p:cNvSpPr/>
              <p:nvPr/>
            </p:nvSpPr>
            <p:spPr>
              <a:xfrm>
                <a:off x="6344220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4" name="Google Shape;4544;p48"/>
              <p:cNvSpPr/>
              <p:nvPr/>
            </p:nvSpPr>
            <p:spPr>
              <a:xfrm>
                <a:off x="6228408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5" name="Google Shape;4545;p48"/>
              <p:cNvSpPr/>
              <p:nvPr/>
            </p:nvSpPr>
            <p:spPr>
              <a:xfrm>
                <a:off x="6112595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6" name="Google Shape;4546;p48"/>
              <p:cNvSpPr/>
              <p:nvPr/>
            </p:nvSpPr>
            <p:spPr>
              <a:xfrm>
                <a:off x="599708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23" y="1679"/>
                      <a:pt x="2123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7" name="Google Shape;4547;p48"/>
              <p:cNvSpPr/>
              <p:nvPr/>
            </p:nvSpPr>
            <p:spPr>
              <a:xfrm>
                <a:off x="5881277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48" name="Google Shape;4548;p48"/>
            <p:cNvSpPr/>
            <p:nvPr/>
          </p:nvSpPr>
          <p:spPr>
            <a:xfrm>
              <a:off x="5207172" y="4267847"/>
              <a:ext cx="704700" cy="704700"/>
            </a:xfrm>
            <a:prstGeom prst="mathPlus">
              <a:avLst>
                <a:gd name="adj1" fmla="val 17232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549" name="Google Shape;4549;p48"/>
          <p:cNvGrpSpPr/>
          <p:nvPr/>
        </p:nvGrpSpPr>
        <p:grpSpPr>
          <a:xfrm>
            <a:off x="8289795" y="146090"/>
            <a:ext cx="628057" cy="536177"/>
            <a:chOff x="4685700" y="3980900"/>
            <a:chExt cx="391850" cy="334525"/>
          </a:xfrm>
          <a:solidFill>
            <a:srgbClr val="188077"/>
          </a:solidFill>
        </p:grpSpPr>
        <p:sp>
          <p:nvSpPr>
            <p:cNvPr id="4550" name="Google Shape;4550;p48"/>
            <p:cNvSpPr/>
            <p:nvPr/>
          </p:nvSpPr>
          <p:spPr>
            <a:xfrm>
              <a:off x="4857225" y="4066150"/>
              <a:ext cx="220325" cy="249275"/>
            </a:xfrm>
            <a:custGeom>
              <a:avLst/>
              <a:gdLst/>
              <a:ahLst/>
              <a:cxnLst/>
              <a:rect l="l" t="t" r="r" b="b"/>
              <a:pathLst>
                <a:path w="8813" h="9971" extrusionOk="0">
                  <a:moveTo>
                    <a:pt x="5737" y="241"/>
                  </a:moveTo>
                  <a:cubicBezTo>
                    <a:pt x="6269" y="241"/>
                    <a:pt x="6772" y="389"/>
                    <a:pt x="7245" y="685"/>
                  </a:cubicBezTo>
                  <a:cubicBezTo>
                    <a:pt x="7837" y="1099"/>
                    <a:pt x="8251" y="1720"/>
                    <a:pt x="8399" y="2430"/>
                  </a:cubicBezTo>
                  <a:cubicBezTo>
                    <a:pt x="8547" y="3140"/>
                    <a:pt x="8399" y="3849"/>
                    <a:pt x="8014" y="4470"/>
                  </a:cubicBezTo>
                  <a:lnTo>
                    <a:pt x="5353" y="8522"/>
                  </a:lnTo>
                  <a:cubicBezTo>
                    <a:pt x="4939" y="9113"/>
                    <a:pt x="4347" y="9527"/>
                    <a:pt x="3638" y="9675"/>
                  </a:cubicBezTo>
                  <a:cubicBezTo>
                    <a:pt x="3455" y="9713"/>
                    <a:pt x="3271" y="9731"/>
                    <a:pt x="3088" y="9731"/>
                  </a:cubicBezTo>
                  <a:cubicBezTo>
                    <a:pt x="2558" y="9731"/>
                    <a:pt x="2037" y="9576"/>
                    <a:pt x="1597" y="9291"/>
                  </a:cubicBezTo>
                  <a:cubicBezTo>
                    <a:pt x="976" y="8877"/>
                    <a:pt x="562" y="8285"/>
                    <a:pt x="414" y="7575"/>
                  </a:cubicBezTo>
                  <a:cubicBezTo>
                    <a:pt x="266" y="6866"/>
                    <a:pt x="414" y="6126"/>
                    <a:pt x="799" y="5535"/>
                  </a:cubicBezTo>
                  <a:lnTo>
                    <a:pt x="3460" y="1483"/>
                  </a:lnTo>
                  <a:cubicBezTo>
                    <a:pt x="3992" y="685"/>
                    <a:pt x="4850" y="241"/>
                    <a:pt x="5737" y="241"/>
                  </a:cubicBezTo>
                  <a:close/>
                  <a:moveTo>
                    <a:pt x="5756" y="0"/>
                  </a:moveTo>
                  <a:cubicBezTo>
                    <a:pt x="4789" y="0"/>
                    <a:pt x="3836" y="471"/>
                    <a:pt x="3253" y="1336"/>
                  </a:cubicBezTo>
                  <a:lnTo>
                    <a:pt x="592" y="5387"/>
                  </a:lnTo>
                  <a:cubicBezTo>
                    <a:pt x="178" y="6038"/>
                    <a:pt x="0" y="6836"/>
                    <a:pt x="178" y="7605"/>
                  </a:cubicBezTo>
                  <a:cubicBezTo>
                    <a:pt x="325" y="8403"/>
                    <a:pt x="799" y="9054"/>
                    <a:pt x="1449" y="9498"/>
                  </a:cubicBezTo>
                  <a:cubicBezTo>
                    <a:pt x="1952" y="9823"/>
                    <a:pt x="2514" y="9971"/>
                    <a:pt x="3076" y="9971"/>
                  </a:cubicBezTo>
                  <a:cubicBezTo>
                    <a:pt x="3283" y="9971"/>
                    <a:pt x="3490" y="9971"/>
                    <a:pt x="3667" y="9912"/>
                  </a:cubicBezTo>
                  <a:cubicBezTo>
                    <a:pt x="4466" y="9764"/>
                    <a:pt x="5116" y="9320"/>
                    <a:pt x="5560" y="8640"/>
                  </a:cubicBezTo>
                  <a:lnTo>
                    <a:pt x="8221" y="4589"/>
                  </a:lnTo>
                  <a:cubicBezTo>
                    <a:pt x="8665" y="3938"/>
                    <a:pt x="8813" y="3140"/>
                    <a:pt x="8635" y="2371"/>
                  </a:cubicBezTo>
                  <a:cubicBezTo>
                    <a:pt x="8487" y="1602"/>
                    <a:pt x="8044" y="922"/>
                    <a:pt x="7364" y="478"/>
                  </a:cubicBezTo>
                  <a:cubicBezTo>
                    <a:pt x="6868" y="155"/>
                    <a:pt x="6310" y="0"/>
                    <a:pt x="57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1" name="Google Shape;4551;p48"/>
            <p:cNvSpPr/>
            <p:nvPr/>
          </p:nvSpPr>
          <p:spPr>
            <a:xfrm>
              <a:off x="4897875" y="4138225"/>
              <a:ext cx="139750" cy="105500"/>
            </a:xfrm>
            <a:custGeom>
              <a:avLst/>
              <a:gdLst/>
              <a:ahLst/>
              <a:cxnLst/>
              <a:rect l="l" t="t" r="r" b="b"/>
              <a:pathLst>
                <a:path w="5590" h="4220" extrusionOk="0">
                  <a:moveTo>
                    <a:pt x="710" y="286"/>
                  </a:moveTo>
                  <a:lnTo>
                    <a:pt x="5264" y="3303"/>
                  </a:lnTo>
                  <a:lnTo>
                    <a:pt x="4850" y="3924"/>
                  </a:lnTo>
                  <a:lnTo>
                    <a:pt x="296" y="937"/>
                  </a:lnTo>
                  <a:lnTo>
                    <a:pt x="710" y="286"/>
                  </a:lnTo>
                  <a:close/>
                  <a:moveTo>
                    <a:pt x="669" y="1"/>
                  </a:moveTo>
                  <a:cubicBezTo>
                    <a:pt x="637" y="1"/>
                    <a:pt x="609" y="15"/>
                    <a:pt x="592" y="50"/>
                  </a:cubicBezTo>
                  <a:lnTo>
                    <a:pt x="30" y="907"/>
                  </a:lnTo>
                  <a:cubicBezTo>
                    <a:pt x="1" y="937"/>
                    <a:pt x="1" y="966"/>
                    <a:pt x="1" y="996"/>
                  </a:cubicBezTo>
                  <a:cubicBezTo>
                    <a:pt x="30" y="1025"/>
                    <a:pt x="30" y="1055"/>
                    <a:pt x="60" y="1055"/>
                  </a:cubicBezTo>
                  <a:lnTo>
                    <a:pt x="4821" y="4190"/>
                  </a:lnTo>
                  <a:cubicBezTo>
                    <a:pt x="4850" y="4219"/>
                    <a:pt x="4850" y="4219"/>
                    <a:pt x="4880" y="4219"/>
                  </a:cubicBezTo>
                  <a:lnTo>
                    <a:pt x="4910" y="4219"/>
                  </a:lnTo>
                  <a:cubicBezTo>
                    <a:pt x="4939" y="4219"/>
                    <a:pt x="4969" y="4190"/>
                    <a:pt x="4998" y="4160"/>
                  </a:cubicBezTo>
                  <a:lnTo>
                    <a:pt x="5531" y="3332"/>
                  </a:lnTo>
                  <a:cubicBezTo>
                    <a:pt x="5590" y="3273"/>
                    <a:pt x="5560" y="3184"/>
                    <a:pt x="5501" y="3155"/>
                  </a:cubicBezTo>
                  <a:lnTo>
                    <a:pt x="740" y="20"/>
                  </a:lnTo>
                  <a:cubicBezTo>
                    <a:pt x="715" y="8"/>
                    <a:pt x="691" y="1"/>
                    <a:pt x="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2" name="Google Shape;4552;p48"/>
            <p:cNvSpPr/>
            <p:nvPr/>
          </p:nvSpPr>
          <p:spPr>
            <a:xfrm>
              <a:off x="4951100" y="4082200"/>
              <a:ext cx="71750" cy="31400"/>
            </a:xfrm>
            <a:custGeom>
              <a:avLst/>
              <a:gdLst/>
              <a:ahLst/>
              <a:cxnLst/>
              <a:rect l="l" t="t" r="r" b="b"/>
              <a:pathLst>
                <a:path w="2870" h="1256" extrusionOk="0">
                  <a:moveTo>
                    <a:pt x="1997" y="1"/>
                  </a:moveTo>
                  <a:cubicBezTo>
                    <a:pt x="1217" y="1"/>
                    <a:pt x="474" y="383"/>
                    <a:pt x="30" y="1049"/>
                  </a:cubicBezTo>
                  <a:cubicBezTo>
                    <a:pt x="1" y="1108"/>
                    <a:pt x="30" y="1196"/>
                    <a:pt x="90" y="1226"/>
                  </a:cubicBezTo>
                  <a:cubicBezTo>
                    <a:pt x="90" y="1226"/>
                    <a:pt x="119" y="1256"/>
                    <a:pt x="149" y="1256"/>
                  </a:cubicBezTo>
                  <a:cubicBezTo>
                    <a:pt x="178" y="1256"/>
                    <a:pt x="237" y="1226"/>
                    <a:pt x="237" y="1196"/>
                  </a:cubicBezTo>
                  <a:cubicBezTo>
                    <a:pt x="633" y="582"/>
                    <a:pt x="1289" y="244"/>
                    <a:pt x="1976" y="244"/>
                  </a:cubicBezTo>
                  <a:cubicBezTo>
                    <a:pt x="2214" y="244"/>
                    <a:pt x="2456" y="285"/>
                    <a:pt x="2692" y="368"/>
                  </a:cubicBezTo>
                  <a:cubicBezTo>
                    <a:pt x="2708" y="376"/>
                    <a:pt x="2724" y="380"/>
                    <a:pt x="2739" y="380"/>
                  </a:cubicBezTo>
                  <a:cubicBezTo>
                    <a:pt x="2781" y="380"/>
                    <a:pt x="2818" y="352"/>
                    <a:pt x="2840" y="309"/>
                  </a:cubicBezTo>
                  <a:cubicBezTo>
                    <a:pt x="2869" y="220"/>
                    <a:pt x="2840" y="161"/>
                    <a:pt x="2781" y="132"/>
                  </a:cubicBezTo>
                  <a:cubicBezTo>
                    <a:pt x="2522" y="43"/>
                    <a:pt x="2258" y="1"/>
                    <a:pt x="19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3" name="Google Shape;4553;p48"/>
            <p:cNvSpPr/>
            <p:nvPr/>
          </p:nvSpPr>
          <p:spPr>
            <a:xfrm>
              <a:off x="4939275" y="4116250"/>
              <a:ext cx="12600" cy="15825"/>
            </a:xfrm>
            <a:custGeom>
              <a:avLst/>
              <a:gdLst/>
              <a:ahLst/>
              <a:cxnLst/>
              <a:rect l="l" t="t" r="r" b="b"/>
              <a:pathLst>
                <a:path w="504" h="633" extrusionOk="0">
                  <a:moveTo>
                    <a:pt x="392" y="0"/>
                  </a:moveTo>
                  <a:cubicBezTo>
                    <a:pt x="342" y="0"/>
                    <a:pt x="288" y="28"/>
                    <a:pt x="267" y="71"/>
                  </a:cubicBezTo>
                  <a:lnTo>
                    <a:pt x="30" y="426"/>
                  </a:lnTo>
                  <a:cubicBezTo>
                    <a:pt x="1" y="485"/>
                    <a:pt x="1" y="574"/>
                    <a:pt x="60" y="603"/>
                  </a:cubicBezTo>
                  <a:cubicBezTo>
                    <a:pt x="89" y="603"/>
                    <a:pt x="119" y="633"/>
                    <a:pt x="148" y="633"/>
                  </a:cubicBezTo>
                  <a:cubicBezTo>
                    <a:pt x="178" y="633"/>
                    <a:pt x="208" y="603"/>
                    <a:pt x="237" y="574"/>
                  </a:cubicBezTo>
                  <a:lnTo>
                    <a:pt x="474" y="189"/>
                  </a:lnTo>
                  <a:cubicBezTo>
                    <a:pt x="503" y="130"/>
                    <a:pt x="503" y="71"/>
                    <a:pt x="444" y="12"/>
                  </a:cubicBezTo>
                  <a:cubicBezTo>
                    <a:pt x="428" y="4"/>
                    <a:pt x="410" y="0"/>
                    <a:pt x="3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4" name="Google Shape;4554;p48"/>
            <p:cNvSpPr/>
            <p:nvPr/>
          </p:nvSpPr>
          <p:spPr>
            <a:xfrm>
              <a:off x="4685700" y="3980900"/>
              <a:ext cx="200375" cy="264300"/>
            </a:xfrm>
            <a:custGeom>
              <a:avLst/>
              <a:gdLst/>
              <a:ahLst/>
              <a:cxnLst/>
              <a:rect l="l" t="t" r="r" b="b"/>
              <a:pathLst>
                <a:path w="8015" h="10572" extrusionOk="0">
                  <a:moveTo>
                    <a:pt x="4702" y="251"/>
                  </a:moveTo>
                  <a:cubicBezTo>
                    <a:pt x="4968" y="251"/>
                    <a:pt x="5235" y="280"/>
                    <a:pt x="5471" y="369"/>
                  </a:cubicBezTo>
                  <a:cubicBezTo>
                    <a:pt x="6920" y="783"/>
                    <a:pt x="7748" y="2321"/>
                    <a:pt x="7305" y="3740"/>
                  </a:cubicBezTo>
                  <a:lnTo>
                    <a:pt x="5915" y="8383"/>
                  </a:lnTo>
                  <a:cubicBezTo>
                    <a:pt x="5708" y="9093"/>
                    <a:pt x="5235" y="9655"/>
                    <a:pt x="4614" y="10010"/>
                  </a:cubicBezTo>
                  <a:cubicBezTo>
                    <a:pt x="4199" y="10217"/>
                    <a:pt x="3749" y="10328"/>
                    <a:pt x="3301" y="10328"/>
                  </a:cubicBezTo>
                  <a:cubicBezTo>
                    <a:pt x="3045" y="10328"/>
                    <a:pt x="2791" y="10292"/>
                    <a:pt x="2544" y="10217"/>
                  </a:cubicBezTo>
                  <a:cubicBezTo>
                    <a:pt x="1095" y="9773"/>
                    <a:pt x="267" y="8265"/>
                    <a:pt x="710" y="6816"/>
                  </a:cubicBezTo>
                  <a:lnTo>
                    <a:pt x="2100" y="2173"/>
                  </a:lnTo>
                  <a:cubicBezTo>
                    <a:pt x="2307" y="1493"/>
                    <a:pt x="2780" y="931"/>
                    <a:pt x="3401" y="576"/>
                  </a:cubicBezTo>
                  <a:cubicBezTo>
                    <a:pt x="3815" y="369"/>
                    <a:pt x="4259" y="251"/>
                    <a:pt x="4702" y="251"/>
                  </a:cubicBezTo>
                  <a:close/>
                  <a:moveTo>
                    <a:pt x="4685" y="0"/>
                  </a:moveTo>
                  <a:cubicBezTo>
                    <a:pt x="4202" y="0"/>
                    <a:pt x="3725" y="118"/>
                    <a:pt x="3283" y="339"/>
                  </a:cubicBezTo>
                  <a:cubicBezTo>
                    <a:pt x="2603" y="724"/>
                    <a:pt x="2100" y="1345"/>
                    <a:pt x="1863" y="2114"/>
                  </a:cubicBezTo>
                  <a:lnTo>
                    <a:pt x="474" y="6757"/>
                  </a:lnTo>
                  <a:cubicBezTo>
                    <a:pt x="0" y="8324"/>
                    <a:pt x="888" y="9980"/>
                    <a:pt x="2455" y="10453"/>
                  </a:cubicBezTo>
                  <a:cubicBezTo>
                    <a:pt x="2751" y="10542"/>
                    <a:pt x="3017" y="10571"/>
                    <a:pt x="3312" y="10571"/>
                  </a:cubicBezTo>
                  <a:cubicBezTo>
                    <a:pt x="3786" y="10571"/>
                    <a:pt x="4288" y="10453"/>
                    <a:pt x="4732" y="10217"/>
                  </a:cubicBezTo>
                  <a:cubicBezTo>
                    <a:pt x="5412" y="9832"/>
                    <a:pt x="5915" y="9211"/>
                    <a:pt x="6151" y="8442"/>
                  </a:cubicBezTo>
                  <a:lnTo>
                    <a:pt x="7541" y="3829"/>
                  </a:lnTo>
                  <a:cubicBezTo>
                    <a:pt x="8014" y="2262"/>
                    <a:pt x="7127" y="605"/>
                    <a:pt x="5560" y="132"/>
                  </a:cubicBezTo>
                  <a:cubicBezTo>
                    <a:pt x="5270" y="43"/>
                    <a:pt x="4977" y="0"/>
                    <a:pt x="46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5" name="Google Shape;4555;p48"/>
            <p:cNvSpPr/>
            <p:nvPr/>
          </p:nvSpPr>
          <p:spPr>
            <a:xfrm>
              <a:off x="4710825" y="4077350"/>
              <a:ext cx="150100" cy="71000"/>
            </a:xfrm>
            <a:custGeom>
              <a:avLst/>
              <a:gdLst/>
              <a:ahLst/>
              <a:cxnLst/>
              <a:rect l="l" t="t" r="r" b="b"/>
              <a:pathLst>
                <a:path w="6004" h="2840" extrusionOk="0">
                  <a:moveTo>
                    <a:pt x="504" y="296"/>
                  </a:moveTo>
                  <a:lnTo>
                    <a:pt x="5708" y="1834"/>
                  </a:lnTo>
                  <a:lnTo>
                    <a:pt x="5501" y="2573"/>
                  </a:lnTo>
                  <a:lnTo>
                    <a:pt x="297" y="1006"/>
                  </a:lnTo>
                  <a:lnTo>
                    <a:pt x="504" y="296"/>
                  </a:lnTo>
                  <a:close/>
                  <a:moveTo>
                    <a:pt x="444" y="0"/>
                  </a:moveTo>
                  <a:cubicBezTo>
                    <a:pt x="415" y="0"/>
                    <a:pt x="385" y="0"/>
                    <a:pt x="356" y="30"/>
                  </a:cubicBezTo>
                  <a:cubicBezTo>
                    <a:pt x="326" y="30"/>
                    <a:pt x="326" y="60"/>
                    <a:pt x="297" y="89"/>
                  </a:cubicBezTo>
                  <a:lnTo>
                    <a:pt x="30" y="1065"/>
                  </a:lnTo>
                  <a:cubicBezTo>
                    <a:pt x="1" y="1124"/>
                    <a:pt x="30" y="1183"/>
                    <a:pt x="90" y="1213"/>
                  </a:cubicBezTo>
                  <a:lnTo>
                    <a:pt x="5560" y="2839"/>
                  </a:lnTo>
                  <a:lnTo>
                    <a:pt x="5649" y="2839"/>
                  </a:lnTo>
                  <a:cubicBezTo>
                    <a:pt x="5679" y="2810"/>
                    <a:pt x="5679" y="2780"/>
                    <a:pt x="5708" y="2751"/>
                  </a:cubicBezTo>
                  <a:lnTo>
                    <a:pt x="5974" y="1804"/>
                  </a:lnTo>
                  <a:cubicBezTo>
                    <a:pt x="6004" y="1745"/>
                    <a:pt x="5974" y="1657"/>
                    <a:pt x="5915" y="1657"/>
                  </a:cubicBezTo>
                  <a:lnTo>
                    <a:pt x="4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6" name="Google Shape;4556;p48"/>
            <p:cNvSpPr/>
            <p:nvPr/>
          </p:nvSpPr>
          <p:spPr>
            <a:xfrm>
              <a:off x="4747050" y="3996675"/>
              <a:ext cx="62125" cy="45950"/>
            </a:xfrm>
            <a:custGeom>
              <a:avLst/>
              <a:gdLst/>
              <a:ahLst/>
              <a:cxnLst/>
              <a:rect l="l" t="t" r="r" b="b"/>
              <a:pathLst>
                <a:path w="2485" h="1838" extrusionOk="0">
                  <a:moveTo>
                    <a:pt x="2238" y="0"/>
                  </a:moveTo>
                  <a:cubicBezTo>
                    <a:pt x="1224" y="0"/>
                    <a:pt x="314" y="667"/>
                    <a:pt x="30" y="1660"/>
                  </a:cubicBezTo>
                  <a:cubicBezTo>
                    <a:pt x="1" y="1719"/>
                    <a:pt x="30" y="1808"/>
                    <a:pt x="90" y="1808"/>
                  </a:cubicBezTo>
                  <a:cubicBezTo>
                    <a:pt x="119" y="1838"/>
                    <a:pt x="119" y="1838"/>
                    <a:pt x="149" y="1838"/>
                  </a:cubicBezTo>
                  <a:cubicBezTo>
                    <a:pt x="178" y="1838"/>
                    <a:pt x="237" y="1778"/>
                    <a:pt x="267" y="1749"/>
                  </a:cubicBezTo>
                  <a:cubicBezTo>
                    <a:pt x="521" y="846"/>
                    <a:pt x="1313" y="266"/>
                    <a:pt x="2233" y="266"/>
                  </a:cubicBezTo>
                  <a:cubicBezTo>
                    <a:pt x="2277" y="266"/>
                    <a:pt x="2322" y="268"/>
                    <a:pt x="2367" y="270"/>
                  </a:cubicBezTo>
                  <a:cubicBezTo>
                    <a:pt x="2426" y="270"/>
                    <a:pt x="2485" y="211"/>
                    <a:pt x="2485" y="152"/>
                  </a:cubicBezTo>
                  <a:cubicBezTo>
                    <a:pt x="2485" y="63"/>
                    <a:pt x="2455" y="4"/>
                    <a:pt x="2367" y="4"/>
                  </a:cubicBezTo>
                  <a:cubicBezTo>
                    <a:pt x="2324" y="2"/>
                    <a:pt x="2281" y="0"/>
                    <a:pt x="22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7" name="Google Shape;4557;p48"/>
            <p:cNvSpPr/>
            <p:nvPr/>
          </p:nvSpPr>
          <p:spPr>
            <a:xfrm>
              <a:off x="4740400" y="4046750"/>
              <a:ext cx="10375" cy="16575"/>
            </a:xfrm>
            <a:custGeom>
              <a:avLst/>
              <a:gdLst/>
              <a:ahLst/>
              <a:cxnLst/>
              <a:rect l="l" t="t" r="r" b="b"/>
              <a:pathLst>
                <a:path w="415" h="663" extrusionOk="0">
                  <a:moveTo>
                    <a:pt x="265" y="1"/>
                  </a:moveTo>
                  <a:cubicBezTo>
                    <a:pt x="210" y="1"/>
                    <a:pt x="171" y="34"/>
                    <a:pt x="149" y="101"/>
                  </a:cubicBezTo>
                  <a:lnTo>
                    <a:pt x="30" y="515"/>
                  </a:lnTo>
                  <a:cubicBezTo>
                    <a:pt x="1" y="574"/>
                    <a:pt x="60" y="633"/>
                    <a:pt x="119" y="663"/>
                  </a:cubicBezTo>
                  <a:lnTo>
                    <a:pt x="149" y="663"/>
                  </a:lnTo>
                  <a:cubicBezTo>
                    <a:pt x="208" y="663"/>
                    <a:pt x="267" y="633"/>
                    <a:pt x="267" y="574"/>
                  </a:cubicBezTo>
                  <a:lnTo>
                    <a:pt x="385" y="160"/>
                  </a:lnTo>
                  <a:cubicBezTo>
                    <a:pt x="415" y="101"/>
                    <a:pt x="385" y="42"/>
                    <a:pt x="326" y="12"/>
                  </a:cubicBezTo>
                  <a:cubicBezTo>
                    <a:pt x="304" y="5"/>
                    <a:pt x="283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3" name="Picture 2" descr="WhatsApp Image 2026-01-07 at 6.32.42 PM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3475" y="204470"/>
            <a:ext cx="3450590" cy="4761865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4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1000"/>
                                        <p:tgtEl>
                                          <p:spTgt spid="4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1000"/>
                                        <p:tgtEl>
                                          <p:spTgt spid="4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7" grpId="0"/>
      <p:bldP spid="4458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3"/>
        </a:solidFill>
        <a:effectLst/>
      </p:bgPr>
    </p:bg>
    <p:spTree>
      <p:nvGrpSpPr>
        <p:cNvPr id="1" name="Shape 4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7" name="Google Shape;4457;p48"/>
          <p:cNvSpPr txBox="1">
            <a:spLocks noGrp="1"/>
          </p:cNvSpPr>
          <p:nvPr>
            <p:ph type="title"/>
          </p:nvPr>
        </p:nvSpPr>
        <p:spPr>
          <a:xfrm>
            <a:off x="1141730" y="400050"/>
            <a:ext cx="3883025" cy="5765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5. Doctor Profile Page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58" name="Google Shape;4458;p48"/>
          <p:cNvSpPr txBox="1">
            <a:spLocks noGrp="1"/>
          </p:cNvSpPr>
          <p:nvPr>
            <p:ph type="subTitle" idx="1"/>
          </p:nvPr>
        </p:nvSpPr>
        <p:spPr>
          <a:xfrm>
            <a:off x="1029335" y="976630"/>
            <a:ext cx="3995420" cy="4092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Complete doctor information including name, photo, qualifications 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Rating system with patient reviews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Verification from Pakistan Medical Commission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Multiple consultation modes: Video, Audio, Chat, and In-Person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Educational background and professional certifications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Areas of expertise 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Hospital affiliation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Clinic details with full address, contact number, and weekly schedule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Available facilities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Two action buttons: "Message Dr." and "Book Appointment" for patient engagement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61" name="Google Shape;4461;p48"/>
          <p:cNvSpPr/>
          <p:nvPr/>
        </p:nvSpPr>
        <p:spPr>
          <a:xfrm>
            <a:off x="8262479" y="3373259"/>
            <a:ext cx="691200" cy="6912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462" name="Google Shape;4462;p48"/>
          <p:cNvGrpSpPr/>
          <p:nvPr/>
        </p:nvGrpSpPr>
        <p:grpSpPr>
          <a:xfrm>
            <a:off x="7878332" y="-161278"/>
            <a:ext cx="2005465" cy="972949"/>
            <a:chOff x="3906407" y="4267847"/>
            <a:chExt cx="2005465" cy="972949"/>
          </a:xfrm>
          <a:solidFill>
            <a:srgbClr val="188077"/>
          </a:solidFill>
        </p:grpSpPr>
        <p:grpSp>
          <p:nvGrpSpPr>
            <p:cNvPr id="4463" name="Google Shape;4463;p48"/>
            <p:cNvGrpSpPr/>
            <p:nvPr/>
          </p:nvGrpSpPr>
          <p:grpSpPr>
            <a:xfrm>
              <a:off x="3906407" y="4486056"/>
              <a:ext cx="1646456" cy="754740"/>
              <a:chOff x="5071203" y="4398918"/>
              <a:chExt cx="1646456" cy="754740"/>
            </a:xfrm>
            <a:grpFill/>
          </p:grpSpPr>
          <p:sp>
            <p:nvSpPr>
              <p:cNvPr id="4464" name="Google Shape;4464;p48"/>
              <p:cNvSpPr/>
              <p:nvPr/>
            </p:nvSpPr>
            <p:spPr>
              <a:xfrm>
                <a:off x="5071203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62" y="2148"/>
                    </a:cubicBezTo>
                    <a:cubicBezTo>
                      <a:pt x="1655" y="2148"/>
                      <a:pt x="2149" y="1679"/>
                      <a:pt x="2149" y="1087"/>
                    </a:cubicBezTo>
                    <a:cubicBezTo>
                      <a:pt x="2149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5" name="Google Shape;4465;p48"/>
              <p:cNvSpPr/>
              <p:nvPr/>
            </p:nvSpPr>
            <p:spPr>
              <a:xfrm>
                <a:off x="518670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94"/>
                      <a:pt x="1" y="1087"/>
                    </a:cubicBezTo>
                    <a:cubicBezTo>
                      <a:pt x="1" y="1679"/>
                      <a:pt x="495" y="2148"/>
                      <a:pt x="1087" y="2148"/>
                    </a:cubicBezTo>
                    <a:cubicBezTo>
                      <a:pt x="1680" y="2148"/>
                      <a:pt x="2149" y="1679"/>
                      <a:pt x="2149" y="1087"/>
                    </a:cubicBezTo>
                    <a:cubicBezTo>
                      <a:pt x="2149" y="494"/>
                      <a:pt x="1680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6" name="Google Shape;4466;p48"/>
              <p:cNvSpPr/>
              <p:nvPr/>
            </p:nvSpPr>
            <p:spPr>
              <a:xfrm>
                <a:off x="5302521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87" y="2148"/>
                    </a:cubicBezTo>
                    <a:cubicBezTo>
                      <a:pt x="1679" y="2148"/>
                      <a:pt x="2149" y="1679"/>
                      <a:pt x="2149" y="1087"/>
                    </a:cubicBezTo>
                    <a:cubicBezTo>
                      <a:pt x="2149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7" name="Google Shape;4467;p48"/>
              <p:cNvSpPr/>
              <p:nvPr/>
            </p:nvSpPr>
            <p:spPr>
              <a:xfrm>
                <a:off x="5418334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679"/>
                      <a:pt x="470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8" name="Google Shape;4468;p48"/>
              <p:cNvSpPr/>
              <p:nvPr/>
            </p:nvSpPr>
            <p:spPr>
              <a:xfrm>
                <a:off x="5534146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9" name="Google Shape;4469;p48"/>
              <p:cNvSpPr/>
              <p:nvPr/>
            </p:nvSpPr>
            <p:spPr>
              <a:xfrm>
                <a:off x="5649652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94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0" name="Google Shape;4470;p48"/>
              <p:cNvSpPr/>
              <p:nvPr/>
            </p:nvSpPr>
            <p:spPr>
              <a:xfrm>
                <a:off x="5765465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679"/>
                      <a:pt x="470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1" name="Google Shape;4471;p48"/>
              <p:cNvSpPr/>
              <p:nvPr/>
            </p:nvSpPr>
            <p:spPr>
              <a:xfrm>
                <a:off x="5071203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8"/>
                      <a:pt x="1062" y="2148"/>
                    </a:cubicBezTo>
                    <a:cubicBezTo>
                      <a:pt x="1655" y="2148"/>
                      <a:pt x="2149" y="1655"/>
                      <a:pt x="2149" y="1062"/>
                    </a:cubicBezTo>
                    <a:cubicBezTo>
                      <a:pt x="2149" y="470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2" name="Google Shape;4472;p48"/>
              <p:cNvSpPr/>
              <p:nvPr/>
            </p:nvSpPr>
            <p:spPr>
              <a:xfrm>
                <a:off x="5302521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94" y="2148"/>
                      <a:pt x="1087" y="2148"/>
                    </a:cubicBezTo>
                    <a:cubicBezTo>
                      <a:pt x="1679" y="2148"/>
                      <a:pt x="2149" y="1655"/>
                      <a:pt x="2149" y="1062"/>
                    </a:cubicBezTo>
                    <a:cubicBezTo>
                      <a:pt x="2149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3" name="Google Shape;4473;p48"/>
              <p:cNvSpPr/>
              <p:nvPr/>
            </p:nvSpPr>
            <p:spPr>
              <a:xfrm>
                <a:off x="5534146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55" y="2148"/>
                      <a:pt x="2148" y="1655"/>
                      <a:pt x="2148" y="1062"/>
                    </a:cubicBezTo>
                    <a:cubicBezTo>
                      <a:pt x="2148" y="470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4" name="Google Shape;4474;p48"/>
              <p:cNvSpPr/>
              <p:nvPr/>
            </p:nvSpPr>
            <p:spPr>
              <a:xfrm>
                <a:off x="5765465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70"/>
                      <a:pt x="0" y="1062"/>
                    </a:cubicBezTo>
                    <a:cubicBezTo>
                      <a:pt x="0" y="1655"/>
                      <a:pt x="470" y="2148"/>
                      <a:pt x="1087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5" name="Google Shape;4475;p48"/>
              <p:cNvSpPr/>
              <p:nvPr/>
            </p:nvSpPr>
            <p:spPr>
              <a:xfrm>
                <a:off x="5071203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70" y="2148"/>
                      <a:pt x="1062" y="2148"/>
                    </a:cubicBezTo>
                    <a:cubicBezTo>
                      <a:pt x="1655" y="2148"/>
                      <a:pt x="2149" y="1654"/>
                      <a:pt x="2149" y="1062"/>
                    </a:cubicBezTo>
                    <a:cubicBezTo>
                      <a:pt x="2149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6" name="Google Shape;4476;p48"/>
              <p:cNvSpPr/>
              <p:nvPr/>
            </p:nvSpPr>
            <p:spPr>
              <a:xfrm>
                <a:off x="518670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69"/>
                      <a:pt x="1" y="1062"/>
                    </a:cubicBezTo>
                    <a:cubicBezTo>
                      <a:pt x="1" y="1654"/>
                      <a:pt x="495" y="2148"/>
                      <a:pt x="1087" y="2148"/>
                    </a:cubicBezTo>
                    <a:cubicBezTo>
                      <a:pt x="1680" y="2148"/>
                      <a:pt x="2149" y="1654"/>
                      <a:pt x="2149" y="1062"/>
                    </a:cubicBezTo>
                    <a:cubicBezTo>
                      <a:pt x="2149" y="469"/>
                      <a:pt x="1680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7" name="Google Shape;4477;p48"/>
              <p:cNvSpPr/>
              <p:nvPr/>
            </p:nvSpPr>
            <p:spPr>
              <a:xfrm>
                <a:off x="5302521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94" y="2148"/>
                      <a:pt x="1087" y="2148"/>
                    </a:cubicBezTo>
                    <a:cubicBezTo>
                      <a:pt x="1679" y="2148"/>
                      <a:pt x="2149" y="1654"/>
                      <a:pt x="2149" y="1062"/>
                    </a:cubicBezTo>
                    <a:cubicBezTo>
                      <a:pt x="2149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8" name="Google Shape;4478;p48"/>
              <p:cNvSpPr/>
              <p:nvPr/>
            </p:nvSpPr>
            <p:spPr>
              <a:xfrm>
                <a:off x="5418334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69"/>
                      <a:pt x="0" y="1062"/>
                    </a:cubicBezTo>
                    <a:cubicBezTo>
                      <a:pt x="0" y="1654"/>
                      <a:pt x="470" y="2148"/>
                      <a:pt x="1062" y="2148"/>
                    </a:cubicBezTo>
                    <a:cubicBezTo>
                      <a:pt x="1655" y="2148"/>
                      <a:pt x="2148" y="1654"/>
                      <a:pt x="2148" y="1062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9" name="Google Shape;4479;p48"/>
              <p:cNvSpPr/>
              <p:nvPr/>
            </p:nvSpPr>
            <p:spPr>
              <a:xfrm>
                <a:off x="5534146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5" y="2148"/>
                      <a:pt x="2148" y="1654"/>
                      <a:pt x="2148" y="1062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0" name="Google Shape;4480;p48"/>
              <p:cNvSpPr/>
              <p:nvPr/>
            </p:nvSpPr>
            <p:spPr>
              <a:xfrm>
                <a:off x="5649652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69"/>
                      <a:pt x="1" y="1062"/>
                    </a:cubicBezTo>
                    <a:cubicBezTo>
                      <a:pt x="1" y="1654"/>
                      <a:pt x="494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1" name="Google Shape;4481;p48"/>
              <p:cNvSpPr/>
              <p:nvPr/>
            </p:nvSpPr>
            <p:spPr>
              <a:xfrm>
                <a:off x="5765465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69"/>
                      <a:pt x="0" y="1062"/>
                    </a:cubicBezTo>
                    <a:cubicBezTo>
                      <a:pt x="0" y="1654"/>
                      <a:pt x="470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2" name="Google Shape;4482;p48"/>
              <p:cNvSpPr/>
              <p:nvPr/>
            </p:nvSpPr>
            <p:spPr>
              <a:xfrm>
                <a:off x="5071203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62" y="2149"/>
                    </a:cubicBezTo>
                    <a:cubicBezTo>
                      <a:pt x="1655" y="2149"/>
                      <a:pt x="2149" y="1655"/>
                      <a:pt x="2149" y="1062"/>
                    </a:cubicBezTo>
                    <a:cubicBezTo>
                      <a:pt x="2149" y="470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3" name="Google Shape;4483;p48"/>
              <p:cNvSpPr/>
              <p:nvPr/>
            </p:nvSpPr>
            <p:spPr>
              <a:xfrm>
                <a:off x="5302521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87" y="2149"/>
                    </a:cubicBezTo>
                    <a:cubicBezTo>
                      <a:pt x="1679" y="2149"/>
                      <a:pt x="2149" y="1655"/>
                      <a:pt x="2149" y="1062"/>
                    </a:cubicBezTo>
                    <a:cubicBezTo>
                      <a:pt x="2149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4" name="Google Shape;4484;p48"/>
              <p:cNvSpPr/>
              <p:nvPr/>
            </p:nvSpPr>
            <p:spPr>
              <a:xfrm>
                <a:off x="5534146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55" y="2149"/>
                      <a:pt x="2148" y="1655"/>
                      <a:pt x="2148" y="1062"/>
                    </a:cubicBezTo>
                    <a:cubicBezTo>
                      <a:pt x="2148" y="470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5" name="Google Shape;4485;p48"/>
              <p:cNvSpPr/>
              <p:nvPr/>
            </p:nvSpPr>
            <p:spPr>
              <a:xfrm>
                <a:off x="5765465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70"/>
                      <a:pt x="0" y="1062"/>
                    </a:cubicBezTo>
                    <a:cubicBezTo>
                      <a:pt x="0" y="1655"/>
                      <a:pt x="470" y="2149"/>
                      <a:pt x="1087" y="2149"/>
                    </a:cubicBezTo>
                    <a:cubicBezTo>
                      <a:pt x="1679" y="2149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6" name="Google Shape;4486;p48"/>
              <p:cNvSpPr/>
              <p:nvPr/>
            </p:nvSpPr>
            <p:spPr>
              <a:xfrm>
                <a:off x="5071203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70" y="2148"/>
                      <a:pt x="1062" y="2148"/>
                    </a:cubicBezTo>
                    <a:cubicBezTo>
                      <a:pt x="1655" y="2148"/>
                      <a:pt x="2149" y="1679"/>
                      <a:pt x="2149" y="1087"/>
                    </a:cubicBezTo>
                    <a:cubicBezTo>
                      <a:pt x="2149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7" name="Google Shape;4487;p48"/>
              <p:cNvSpPr/>
              <p:nvPr/>
            </p:nvSpPr>
            <p:spPr>
              <a:xfrm>
                <a:off x="518670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69"/>
                      <a:pt x="1" y="1087"/>
                    </a:cubicBezTo>
                    <a:cubicBezTo>
                      <a:pt x="1" y="1679"/>
                      <a:pt x="495" y="2148"/>
                      <a:pt x="1087" y="2148"/>
                    </a:cubicBezTo>
                    <a:cubicBezTo>
                      <a:pt x="1680" y="2148"/>
                      <a:pt x="2149" y="1679"/>
                      <a:pt x="2149" y="1087"/>
                    </a:cubicBezTo>
                    <a:cubicBezTo>
                      <a:pt x="2149" y="469"/>
                      <a:pt x="1680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8" name="Google Shape;4488;p48"/>
              <p:cNvSpPr/>
              <p:nvPr/>
            </p:nvSpPr>
            <p:spPr>
              <a:xfrm>
                <a:off x="5302521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9" y="1679"/>
                      <a:pt x="2149" y="1087"/>
                    </a:cubicBezTo>
                    <a:cubicBezTo>
                      <a:pt x="2149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9" name="Google Shape;4489;p48"/>
              <p:cNvSpPr/>
              <p:nvPr/>
            </p:nvSpPr>
            <p:spPr>
              <a:xfrm>
                <a:off x="5418334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69"/>
                      <a:pt x="0" y="1087"/>
                    </a:cubicBezTo>
                    <a:cubicBezTo>
                      <a:pt x="0" y="1679"/>
                      <a:pt x="470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0" name="Google Shape;4490;p48"/>
              <p:cNvSpPr/>
              <p:nvPr/>
            </p:nvSpPr>
            <p:spPr>
              <a:xfrm>
                <a:off x="5534146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1" name="Google Shape;4491;p48"/>
              <p:cNvSpPr/>
              <p:nvPr/>
            </p:nvSpPr>
            <p:spPr>
              <a:xfrm>
                <a:off x="5649652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69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2" name="Google Shape;4492;p48"/>
              <p:cNvSpPr/>
              <p:nvPr/>
            </p:nvSpPr>
            <p:spPr>
              <a:xfrm>
                <a:off x="5765465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69"/>
                      <a:pt x="0" y="1087"/>
                    </a:cubicBezTo>
                    <a:cubicBezTo>
                      <a:pt x="0" y="1679"/>
                      <a:pt x="470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3" name="Google Shape;4493;p48"/>
              <p:cNvSpPr/>
              <p:nvPr/>
            </p:nvSpPr>
            <p:spPr>
              <a:xfrm>
                <a:off x="5071203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70" y="2149"/>
                      <a:pt x="1062" y="2149"/>
                    </a:cubicBezTo>
                    <a:cubicBezTo>
                      <a:pt x="1655" y="2149"/>
                      <a:pt x="2149" y="1680"/>
                      <a:pt x="2149" y="1087"/>
                    </a:cubicBezTo>
                    <a:cubicBezTo>
                      <a:pt x="2149" y="495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4" name="Google Shape;4494;p48"/>
              <p:cNvSpPr/>
              <p:nvPr/>
            </p:nvSpPr>
            <p:spPr>
              <a:xfrm>
                <a:off x="5302521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94" y="2149"/>
                      <a:pt x="1087" y="2149"/>
                    </a:cubicBezTo>
                    <a:cubicBezTo>
                      <a:pt x="1679" y="2149"/>
                      <a:pt x="2149" y="1680"/>
                      <a:pt x="2149" y="1087"/>
                    </a:cubicBezTo>
                    <a:cubicBezTo>
                      <a:pt x="2149" y="495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5" name="Google Shape;4495;p48"/>
              <p:cNvSpPr/>
              <p:nvPr/>
            </p:nvSpPr>
            <p:spPr>
              <a:xfrm>
                <a:off x="5534146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55" y="2149"/>
                      <a:pt x="2148" y="1680"/>
                      <a:pt x="2148" y="1087"/>
                    </a:cubicBezTo>
                    <a:cubicBezTo>
                      <a:pt x="2148" y="495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6" name="Google Shape;4496;p48"/>
              <p:cNvSpPr/>
              <p:nvPr/>
            </p:nvSpPr>
            <p:spPr>
              <a:xfrm>
                <a:off x="5765465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95"/>
                      <a:pt x="0" y="1087"/>
                    </a:cubicBezTo>
                    <a:cubicBezTo>
                      <a:pt x="0" y="1680"/>
                      <a:pt x="470" y="2149"/>
                      <a:pt x="1087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7" name="Google Shape;4497;p48"/>
              <p:cNvSpPr/>
              <p:nvPr/>
            </p:nvSpPr>
            <p:spPr>
              <a:xfrm>
                <a:off x="5071203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62" y="2346"/>
                    </a:cubicBezTo>
                    <a:cubicBezTo>
                      <a:pt x="1655" y="2346"/>
                      <a:pt x="2149" y="1852"/>
                      <a:pt x="2149" y="1259"/>
                    </a:cubicBezTo>
                    <a:cubicBezTo>
                      <a:pt x="2149" y="1235"/>
                      <a:pt x="2124" y="1210"/>
                      <a:pt x="2124" y="1161"/>
                    </a:cubicBezTo>
                    <a:cubicBezTo>
                      <a:pt x="2124" y="1136"/>
                      <a:pt x="2149" y="1111"/>
                      <a:pt x="2149" y="1087"/>
                    </a:cubicBezTo>
                    <a:cubicBezTo>
                      <a:pt x="2149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8" name="Google Shape;4498;p48"/>
              <p:cNvSpPr/>
              <p:nvPr/>
            </p:nvSpPr>
            <p:spPr>
              <a:xfrm>
                <a:off x="518670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5" y="0"/>
                      <a:pt x="1" y="494"/>
                      <a:pt x="1" y="1087"/>
                    </a:cubicBezTo>
                    <a:cubicBezTo>
                      <a:pt x="1" y="1111"/>
                      <a:pt x="25" y="1136"/>
                      <a:pt x="25" y="1161"/>
                    </a:cubicBezTo>
                    <a:cubicBezTo>
                      <a:pt x="25" y="1210"/>
                      <a:pt x="1" y="1235"/>
                      <a:pt x="1" y="1259"/>
                    </a:cubicBezTo>
                    <a:cubicBezTo>
                      <a:pt x="1" y="1852"/>
                      <a:pt x="495" y="2346"/>
                      <a:pt x="1087" y="2346"/>
                    </a:cubicBezTo>
                    <a:cubicBezTo>
                      <a:pt x="1680" y="2346"/>
                      <a:pt x="2149" y="1852"/>
                      <a:pt x="2149" y="1259"/>
                    </a:cubicBezTo>
                    <a:cubicBezTo>
                      <a:pt x="2149" y="1235"/>
                      <a:pt x="2149" y="1210"/>
                      <a:pt x="2149" y="1161"/>
                    </a:cubicBezTo>
                    <a:cubicBezTo>
                      <a:pt x="2149" y="1136"/>
                      <a:pt x="2149" y="1111"/>
                      <a:pt x="2149" y="1087"/>
                    </a:cubicBezTo>
                    <a:cubicBezTo>
                      <a:pt x="2149" y="494"/>
                      <a:pt x="1680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9" name="Google Shape;4499;p48"/>
              <p:cNvSpPr/>
              <p:nvPr/>
            </p:nvSpPr>
            <p:spPr>
              <a:xfrm>
                <a:off x="5302521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87" y="2346"/>
                    </a:cubicBezTo>
                    <a:cubicBezTo>
                      <a:pt x="1679" y="2346"/>
                      <a:pt x="2149" y="1852"/>
                      <a:pt x="2149" y="1259"/>
                    </a:cubicBezTo>
                    <a:cubicBezTo>
                      <a:pt x="2149" y="1235"/>
                      <a:pt x="2149" y="1210"/>
                      <a:pt x="2149" y="1161"/>
                    </a:cubicBezTo>
                    <a:cubicBezTo>
                      <a:pt x="2149" y="1136"/>
                      <a:pt x="2149" y="1111"/>
                      <a:pt x="2149" y="1087"/>
                    </a:cubicBezTo>
                    <a:cubicBezTo>
                      <a:pt x="2149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0" name="Google Shape;4500;p48"/>
              <p:cNvSpPr/>
              <p:nvPr/>
            </p:nvSpPr>
            <p:spPr>
              <a:xfrm>
                <a:off x="5418334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70" y="2346"/>
                      <a:pt x="1062" y="2346"/>
                    </a:cubicBezTo>
                    <a:cubicBezTo>
                      <a:pt x="1655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1" name="Google Shape;4501;p48"/>
              <p:cNvSpPr/>
              <p:nvPr/>
            </p:nvSpPr>
            <p:spPr>
              <a:xfrm>
                <a:off x="5534146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5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2" name="Google Shape;4502;p48"/>
              <p:cNvSpPr/>
              <p:nvPr/>
            </p:nvSpPr>
            <p:spPr>
              <a:xfrm>
                <a:off x="5649652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4" y="0"/>
                      <a:pt x="1" y="494"/>
                      <a:pt x="1" y="1087"/>
                    </a:cubicBezTo>
                    <a:cubicBezTo>
                      <a:pt x="1" y="1111"/>
                      <a:pt x="25" y="1136"/>
                      <a:pt x="25" y="1161"/>
                    </a:cubicBezTo>
                    <a:cubicBezTo>
                      <a:pt x="25" y="1210"/>
                      <a:pt x="1" y="1235"/>
                      <a:pt x="1" y="1259"/>
                    </a:cubicBezTo>
                    <a:cubicBezTo>
                      <a:pt x="1" y="1852"/>
                      <a:pt x="494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3" name="Google Shape;4503;p48"/>
              <p:cNvSpPr/>
              <p:nvPr/>
            </p:nvSpPr>
            <p:spPr>
              <a:xfrm>
                <a:off x="5765465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70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4" name="Google Shape;4504;p48"/>
              <p:cNvSpPr/>
              <p:nvPr/>
            </p:nvSpPr>
            <p:spPr>
              <a:xfrm>
                <a:off x="6691351" y="5124926"/>
                <a:ext cx="26308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5" name="Google Shape;4505;p48"/>
              <p:cNvSpPr/>
              <p:nvPr/>
            </p:nvSpPr>
            <p:spPr>
              <a:xfrm>
                <a:off x="657553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6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111"/>
                      <a:pt x="25" y="1136"/>
                      <a:pt x="25" y="1161"/>
                    </a:cubicBezTo>
                    <a:cubicBezTo>
                      <a:pt x="25" y="1210"/>
                      <a:pt x="0" y="1235"/>
                      <a:pt x="0" y="1259"/>
                    </a:cubicBezTo>
                    <a:cubicBezTo>
                      <a:pt x="0" y="1852"/>
                      <a:pt x="494" y="2346"/>
                      <a:pt x="1086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6" name="Google Shape;4506;p48"/>
              <p:cNvSpPr/>
              <p:nvPr/>
            </p:nvSpPr>
            <p:spPr>
              <a:xfrm>
                <a:off x="6460020" y="5124926"/>
                <a:ext cx="26026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346" extrusionOk="0">
                    <a:moveTo>
                      <a:pt x="1063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63" y="2346"/>
                    </a:cubicBezTo>
                    <a:cubicBezTo>
                      <a:pt x="1655" y="2346"/>
                      <a:pt x="2124" y="1852"/>
                      <a:pt x="2124" y="1259"/>
                    </a:cubicBezTo>
                    <a:cubicBezTo>
                      <a:pt x="2124" y="1235"/>
                      <a:pt x="2124" y="1210"/>
                      <a:pt x="2124" y="1161"/>
                    </a:cubicBezTo>
                    <a:cubicBezTo>
                      <a:pt x="2124" y="1136"/>
                      <a:pt x="2124" y="1111"/>
                      <a:pt x="2124" y="1087"/>
                    </a:cubicBezTo>
                    <a:cubicBezTo>
                      <a:pt x="2124" y="494"/>
                      <a:pt x="1655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7" name="Google Shape;4507;p48"/>
              <p:cNvSpPr/>
              <p:nvPr/>
            </p:nvSpPr>
            <p:spPr>
              <a:xfrm>
                <a:off x="6344220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48" y="1852"/>
                      <a:pt x="2148" y="1259"/>
                    </a:cubicBezTo>
                    <a:cubicBezTo>
                      <a:pt x="2148" y="1235"/>
                      <a:pt x="2123" y="1210"/>
                      <a:pt x="2123" y="1161"/>
                    </a:cubicBezTo>
                    <a:cubicBezTo>
                      <a:pt x="2123" y="1136"/>
                      <a:pt x="2148" y="1111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8" name="Google Shape;4508;p48"/>
              <p:cNvSpPr/>
              <p:nvPr/>
            </p:nvSpPr>
            <p:spPr>
              <a:xfrm>
                <a:off x="6228408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9" name="Google Shape;4509;p48"/>
              <p:cNvSpPr/>
              <p:nvPr/>
            </p:nvSpPr>
            <p:spPr>
              <a:xfrm>
                <a:off x="6112595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111"/>
                      <a:pt x="25" y="1136"/>
                      <a:pt x="25" y="1161"/>
                    </a:cubicBezTo>
                    <a:cubicBezTo>
                      <a:pt x="25" y="1210"/>
                      <a:pt x="0" y="1235"/>
                      <a:pt x="0" y="1259"/>
                    </a:cubicBezTo>
                    <a:cubicBezTo>
                      <a:pt x="0" y="1852"/>
                      <a:pt x="494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0" name="Google Shape;4510;p48"/>
              <p:cNvSpPr/>
              <p:nvPr/>
            </p:nvSpPr>
            <p:spPr>
              <a:xfrm>
                <a:off x="599708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23" y="1852"/>
                      <a:pt x="2123" y="1259"/>
                    </a:cubicBezTo>
                    <a:cubicBezTo>
                      <a:pt x="2123" y="1235"/>
                      <a:pt x="2123" y="1210"/>
                      <a:pt x="2123" y="1161"/>
                    </a:cubicBezTo>
                    <a:cubicBezTo>
                      <a:pt x="2123" y="1136"/>
                      <a:pt x="2123" y="1111"/>
                      <a:pt x="2123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1" name="Google Shape;4511;p48"/>
              <p:cNvSpPr/>
              <p:nvPr/>
            </p:nvSpPr>
            <p:spPr>
              <a:xfrm>
                <a:off x="5881277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2" name="Google Shape;4512;p48"/>
              <p:cNvSpPr/>
              <p:nvPr/>
            </p:nvSpPr>
            <p:spPr>
              <a:xfrm>
                <a:off x="6691351" y="50039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3" name="Google Shape;4513;p48"/>
              <p:cNvSpPr/>
              <p:nvPr/>
            </p:nvSpPr>
            <p:spPr>
              <a:xfrm>
                <a:off x="6460020" y="50039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70" y="2149"/>
                      <a:pt x="1063" y="2149"/>
                    </a:cubicBezTo>
                    <a:cubicBezTo>
                      <a:pt x="1655" y="2149"/>
                      <a:pt x="2124" y="1680"/>
                      <a:pt x="2124" y="1087"/>
                    </a:cubicBezTo>
                    <a:cubicBezTo>
                      <a:pt x="2124" y="495"/>
                      <a:pt x="1655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4" name="Google Shape;4514;p48"/>
              <p:cNvSpPr/>
              <p:nvPr/>
            </p:nvSpPr>
            <p:spPr>
              <a:xfrm>
                <a:off x="6228408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87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5" name="Google Shape;4515;p48"/>
              <p:cNvSpPr/>
              <p:nvPr/>
            </p:nvSpPr>
            <p:spPr>
              <a:xfrm>
                <a:off x="5997089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54" y="2149"/>
                      <a:pt x="2148" y="1680"/>
                      <a:pt x="2148" y="1087"/>
                    </a:cubicBezTo>
                    <a:cubicBezTo>
                      <a:pt x="2148" y="495"/>
                      <a:pt x="1654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6" name="Google Shape;4516;p48"/>
              <p:cNvSpPr/>
              <p:nvPr/>
            </p:nvSpPr>
            <p:spPr>
              <a:xfrm>
                <a:off x="6691351" y="4883025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7" name="Google Shape;4517;p48"/>
              <p:cNvSpPr/>
              <p:nvPr/>
            </p:nvSpPr>
            <p:spPr>
              <a:xfrm>
                <a:off x="657553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69"/>
                      <a:pt x="0" y="1087"/>
                    </a:cubicBezTo>
                    <a:cubicBezTo>
                      <a:pt x="0" y="1679"/>
                      <a:pt x="494" y="2148"/>
                      <a:pt x="1086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8" name="Google Shape;4518;p48"/>
              <p:cNvSpPr/>
              <p:nvPr/>
            </p:nvSpPr>
            <p:spPr>
              <a:xfrm>
                <a:off x="6460020" y="4883025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70" y="2148"/>
                      <a:pt x="1063" y="2148"/>
                    </a:cubicBezTo>
                    <a:cubicBezTo>
                      <a:pt x="1655" y="2148"/>
                      <a:pt x="2124" y="1679"/>
                      <a:pt x="2124" y="1087"/>
                    </a:cubicBezTo>
                    <a:cubicBezTo>
                      <a:pt x="2124" y="469"/>
                      <a:pt x="1655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9" name="Google Shape;4519;p48"/>
              <p:cNvSpPr/>
              <p:nvPr/>
            </p:nvSpPr>
            <p:spPr>
              <a:xfrm>
                <a:off x="6344220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0" name="Google Shape;4520;p48"/>
              <p:cNvSpPr/>
              <p:nvPr/>
            </p:nvSpPr>
            <p:spPr>
              <a:xfrm>
                <a:off x="6228408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1" name="Google Shape;4521;p48"/>
              <p:cNvSpPr/>
              <p:nvPr/>
            </p:nvSpPr>
            <p:spPr>
              <a:xfrm>
                <a:off x="6112595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69"/>
                      <a:pt x="0" y="1087"/>
                    </a:cubicBezTo>
                    <a:cubicBezTo>
                      <a:pt x="0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2" name="Google Shape;4522;p48"/>
              <p:cNvSpPr/>
              <p:nvPr/>
            </p:nvSpPr>
            <p:spPr>
              <a:xfrm>
                <a:off x="599708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23" y="1679"/>
                      <a:pt x="2123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3" name="Google Shape;4523;p48"/>
              <p:cNvSpPr/>
              <p:nvPr/>
            </p:nvSpPr>
            <p:spPr>
              <a:xfrm>
                <a:off x="5881277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48"/>
              <p:cNvSpPr/>
              <p:nvPr/>
            </p:nvSpPr>
            <p:spPr>
              <a:xfrm>
                <a:off x="6691351" y="47620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79" y="2149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48"/>
              <p:cNvSpPr/>
              <p:nvPr/>
            </p:nvSpPr>
            <p:spPr>
              <a:xfrm>
                <a:off x="6460020" y="47620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63" y="2149"/>
                    </a:cubicBezTo>
                    <a:cubicBezTo>
                      <a:pt x="1655" y="2149"/>
                      <a:pt x="2124" y="1655"/>
                      <a:pt x="2124" y="1062"/>
                    </a:cubicBezTo>
                    <a:cubicBezTo>
                      <a:pt x="2124" y="470"/>
                      <a:pt x="1655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48"/>
              <p:cNvSpPr/>
              <p:nvPr/>
            </p:nvSpPr>
            <p:spPr>
              <a:xfrm>
                <a:off x="6227195" y="4762143"/>
                <a:ext cx="28733" cy="26173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137" extrusionOk="0">
                    <a:moveTo>
                      <a:pt x="1173" y="1"/>
                    </a:moveTo>
                    <a:cubicBezTo>
                      <a:pt x="902" y="1"/>
                      <a:pt x="630" y="106"/>
                      <a:pt x="420" y="316"/>
                    </a:cubicBezTo>
                    <a:cubicBezTo>
                      <a:pt x="0" y="735"/>
                      <a:pt x="0" y="1402"/>
                      <a:pt x="420" y="1822"/>
                    </a:cubicBezTo>
                    <a:cubicBezTo>
                      <a:pt x="630" y="2031"/>
                      <a:pt x="902" y="2136"/>
                      <a:pt x="1173" y="2136"/>
                    </a:cubicBezTo>
                    <a:cubicBezTo>
                      <a:pt x="1445" y="2136"/>
                      <a:pt x="1716" y="2031"/>
                      <a:pt x="1926" y="1822"/>
                    </a:cubicBezTo>
                    <a:cubicBezTo>
                      <a:pt x="2346" y="1402"/>
                      <a:pt x="2346" y="735"/>
                      <a:pt x="1926" y="316"/>
                    </a:cubicBezTo>
                    <a:cubicBezTo>
                      <a:pt x="1716" y="106"/>
                      <a:pt x="1445" y="1"/>
                      <a:pt x="11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7" name="Google Shape;4527;p48"/>
              <p:cNvSpPr/>
              <p:nvPr/>
            </p:nvSpPr>
            <p:spPr>
              <a:xfrm>
                <a:off x="5997089" y="4762069"/>
                <a:ext cx="26014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54" y="2149"/>
                      <a:pt x="2123" y="1655"/>
                      <a:pt x="2123" y="1062"/>
                    </a:cubicBezTo>
                    <a:cubicBezTo>
                      <a:pt x="2123" y="470"/>
                      <a:pt x="1654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8" name="Google Shape;4528;p48"/>
              <p:cNvSpPr/>
              <p:nvPr/>
            </p:nvSpPr>
            <p:spPr>
              <a:xfrm>
                <a:off x="6691351" y="4641125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9" name="Google Shape;4529;p48"/>
              <p:cNvSpPr/>
              <p:nvPr/>
            </p:nvSpPr>
            <p:spPr>
              <a:xfrm>
                <a:off x="657553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69"/>
                      <a:pt x="0" y="1062"/>
                    </a:cubicBezTo>
                    <a:cubicBezTo>
                      <a:pt x="0" y="1654"/>
                      <a:pt x="494" y="2148"/>
                      <a:pt x="1086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0" name="Google Shape;4530;p48"/>
              <p:cNvSpPr/>
              <p:nvPr/>
            </p:nvSpPr>
            <p:spPr>
              <a:xfrm>
                <a:off x="6460020" y="4641125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70" y="2148"/>
                      <a:pt x="1063" y="2148"/>
                    </a:cubicBezTo>
                    <a:cubicBezTo>
                      <a:pt x="1655" y="2148"/>
                      <a:pt x="2124" y="1654"/>
                      <a:pt x="2124" y="1062"/>
                    </a:cubicBezTo>
                    <a:cubicBezTo>
                      <a:pt x="2124" y="469"/>
                      <a:pt x="1655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1" name="Google Shape;4531;p48"/>
              <p:cNvSpPr/>
              <p:nvPr/>
            </p:nvSpPr>
            <p:spPr>
              <a:xfrm>
                <a:off x="6344220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2" name="Google Shape;4532;p48"/>
              <p:cNvSpPr/>
              <p:nvPr/>
            </p:nvSpPr>
            <p:spPr>
              <a:xfrm>
                <a:off x="6228408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3" name="Google Shape;4533;p48"/>
              <p:cNvSpPr/>
              <p:nvPr/>
            </p:nvSpPr>
            <p:spPr>
              <a:xfrm>
                <a:off x="6112595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69"/>
                      <a:pt x="0" y="1062"/>
                    </a:cubicBezTo>
                    <a:cubicBezTo>
                      <a:pt x="0" y="1654"/>
                      <a:pt x="494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4" name="Google Shape;4534;p48"/>
              <p:cNvSpPr/>
              <p:nvPr/>
            </p:nvSpPr>
            <p:spPr>
              <a:xfrm>
                <a:off x="599708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5" name="Google Shape;4535;p48"/>
              <p:cNvSpPr/>
              <p:nvPr/>
            </p:nvSpPr>
            <p:spPr>
              <a:xfrm>
                <a:off x="5881277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6" name="Google Shape;4536;p48"/>
              <p:cNvSpPr/>
              <p:nvPr/>
            </p:nvSpPr>
            <p:spPr>
              <a:xfrm>
                <a:off x="6691351" y="45201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7" name="Google Shape;4537;p48"/>
              <p:cNvSpPr/>
              <p:nvPr/>
            </p:nvSpPr>
            <p:spPr>
              <a:xfrm>
                <a:off x="6460020" y="45201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8"/>
                      <a:pt x="1063" y="2148"/>
                    </a:cubicBezTo>
                    <a:cubicBezTo>
                      <a:pt x="1655" y="2148"/>
                      <a:pt x="2124" y="1655"/>
                      <a:pt x="2124" y="1062"/>
                    </a:cubicBezTo>
                    <a:cubicBezTo>
                      <a:pt x="2124" y="470"/>
                      <a:pt x="1655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8" name="Google Shape;4538;p48"/>
              <p:cNvSpPr/>
              <p:nvPr/>
            </p:nvSpPr>
            <p:spPr>
              <a:xfrm>
                <a:off x="6228408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87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9" name="Google Shape;4539;p48"/>
              <p:cNvSpPr/>
              <p:nvPr/>
            </p:nvSpPr>
            <p:spPr>
              <a:xfrm>
                <a:off x="5997089" y="4520169"/>
                <a:ext cx="26014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54" y="2148"/>
                      <a:pt x="2123" y="1655"/>
                      <a:pt x="2123" y="1062"/>
                    </a:cubicBezTo>
                    <a:cubicBezTo>
                      <a:pt x="2123" y="470"/>
                      <a:pt x="1654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0" name="Google Shape;4540;p48"/>
              <p:cNvSpPr/>
              <p:nvPr/>
            </p:nvSpPr>
            <p:spPr>
              <a:xfrm>
                <a:off x="6691351" y="4398918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1" name="Google Shape;4541;p48"/>
              <p:cNvSpPr/>
              <p:nvPr/>
            </p:nvSpPr>
            <p:spPr>
              <a:xfrm>
                <a:off x="657553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679"/>
                      <a:pt x="494" y="2148"/>
                      <a:pt x="1086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2" name="Google Shape;4542;p48"/>
              <p:cNvSpPr/>
              <p:nvPr/>
            </p:nvSpPr>
            <p:spPr>
              <a:xfrm>
                <a:off x="6460020" y="4398918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63" y="2148"/>
                    </a:cubicBezTo>
                    <a:cubicBezTo>
                      <a:pt x="1655" y="2148"/>
                      <a:pt x="2124" y="1679"/>
                      <a:pt x="2124" y="1087"/>
                    </a:cubicBezTo>
                    <a:cubicBezTo>
                      <a:pt x="2124" y="494"/>
                      <a:pt x="1655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3" name="Google Shape;4543;p48"/>
              <p:cNvSpPr/>
              <p:nvPr/>
            </p:nvSpPr>
            <p:spPr>
              <a:xfrm>
                <a:off x="6344220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4" name="Google Shape;4544;p48"/>
              <p:cNvSpPr/>
              <p:nvPr/>
            </p:nvSpPr>
            <p:spPr>
              <a:xfrm>
                <a:off x="6228408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5" name="Google Shape;4545;p48"/>
              <p:cNvSpPr/>
              <p:nvPr/>
            </p:nvSpPr>
            <p:spPr>
              <a:xfrm>
                <a:off x="6112595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6" name="Google Shape;4546;p48"/>
              <p:cNvSpPr/>
              <p:nvPr/>
            </p:nvSpPr>
            <p:spPr>
              <a:xfrm>
                <a:off x="599708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23" y="1679"/>
                      <a:pt x="2123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7" name="Google Shape;4547;p48"/>
              <p:cNvSpPr/>
              <p:nvPr/>
            </p:nvSpPr>
            <p:spPr>
              <a:xfrm>
                <a:off x="5881277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48" name="Google Shape;4548;p48"/>
            <p:cNvSpPr/>
            <p:nvPr/>
          </p:nvSpPr>
          <p:spPr>
            <a:xfrm>
              <a:off x="5207172" y="4267847"/>
              <a:ext cx="704700" cy="704700"/>
            </a:xfrm>
            <a:prstGeom prst="mathPlus">
              <a:avLst>
                <a:gd name="adj1" fmla="val 17232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549" name="Google Shape;4549;p48"/>
          <p:cNvGrpSpPr/>
          <p:nvPr/>
        </p:nvGrpSpPr>
        <p:grpSpPr>
          <a:xfrm>
            <a:off x="8289795" y="146090"/>
            <a:ext cx="628057" cy="536177"/>
            <a:chOff x="4685700" y="3980900"/>
            <a:chExt cx="391850" cy="334525"/>
          </a:xfrm>
          <a:solidFill>
            <a:srgbClr val="188077"/>
          </a:solidFill>
        </p:grpSpPr>
        <p:sp>
          <p:nvSpPr>
            <p:cNvPr id="4550" name="Google Shape;4550;p48"/>
            <p:cNvSpPr/>
            <p:nvPr/>
          </p:nvSpPr>
          <p:spPr>
            <a:xfrm>
              <a:off x="4857225" y="4066150"/>
              <a:ext cx="220325" cy="249275"/>
            </a:xfrm>
            <a:custGeom>
              <a:avLst/>
              <a:gdLst/>
              <a:ahLst/>
              <a:cxnLst/>
              <a:rect l="l" t="t" r="r" b="b"/>
              <a:pathLst>
                <a:path w="8813" h="9971" extrusionOk="0">
                  <a:moveTo>
                    <a:pt x="5737" y="241"/>
                  </a:moveTo>
                  <a:cubicBezTo>
                    <a:pt x="6269" y="241"/>
                    <a:pt x="6772" y="389"/>
                    <a:pt x="7245" y="685"/>
                  </a:cubicBezTo>
                  <a:cubicBezTo>
                    <a:pt x="7837" y="1099"/>
                    <a:pt x="8251" y="1720"/>
                    <a:pt x="8399" y="2430"/>
                  </a:cubicBezTo>
                  <a:cubicBezTo>
                    <a:pt x="8547" y="3140"/>
                    <a:pt x="8399" y="3849"/>
                    <a:pt x="8014" y="4470"/>
                  </a:cubicBezTo>
                  <a:lnTo>
                    <a:pt x="5353" y="8522"/>
                  </a:lnTo>
                  <a:cubicBezTo>
                    <a:pt x="4939" y="9113"/>
                    <a:pt x="4347" y="9527"/>
                    <a:pt x="3638" y="9675"/>
                  </a:cubicBezTo>
                  <a:cubicBezTo>
                    <a:pt x="3455" y="9713"/>
                    <a:pt x="3271" y="9731"/>
                    <a:pt x="3088" y="9731"/>
                  </a:cubicBezTo>
                  <a:cubicBezTo>
                    <a:pt x="2558" y="9731"/>
                    <a:pt x="2037" y="9576"/>
                    <a:pt x="1597" y="9291"/>
                  </a:cubicBezTo>
                  <a:cubicBezTo>
                    <a:pt x="976" y="8877"/>
                    <a:pt x="562" y="8285"/>
                    <a:pt x="414" y="7575"/>
                  </a:cubicBezTo>
                  <a:cubicBezTo>
                    <a:pt x="266" y="6866"/>
                    <a:pt x="414" y="6126"/>
                    <a:pt x="799" y="5535"/>
                  </a:cubicBezTo>
                  <a:lnTo>
                    <a:pt x="3460" y="1483"/>
                  </a:lnTo>
                  <a:cubicBezTo>
                    <a:pt x="3992" y="685"/>
                    <a:pt x="4850" y="241"/>
                    <a:pt x="5737" y="241"/>
                  </a:cubicBezTo>
                  <a:close/>
                  <a:moveTo>
                    <a:pt x="5756" y="0"/>
                  </a:moveTo>
                  <a:cubicBezTo>
                    <a:pt x="4789" y="0"/>
                    <a:pt x="3836" y="471"/>
                    <a:pt x="3253" y="1336"/>
                  </a:cubicBezTo>
                  <a:lnTo>
                    <a:pt x="592" y="5387"/>
                  </a:lnTo>
                  <a:cubicBezTo>
                    <a:pt x="178" y="6038"/>
                    <a:pt x="0" y="6836"/>
                    <a:pt x="178" y="7605"/>
                  </a:cubicBezTo>
                  <a:cubicBezTo>
                    <a:pt x="325" y="8403"/>
                    <a:pt x="799" y="9054"/>
                    <a:pt x="1449" y="9498"/>
                  </a:cubicBezTo>
                  <a:cubicBezTo>
                    <a:pt x="1952" y="9823"/>
                    <a:pt x="2514" y="9971"/>
                    <a:pt x="3076" y="9971"/>
                  </a:cubicBezTo>
                  <a:cubicBezTo>
                    <a:pt x="3283" y="9971"/>
                    <a:pt x="3490" y="9971"/>
                    <a:pt x="3667" y="9912"/>
                  </a:cubicBezTo>
                  <a:cubicBezTo>
                    <a:pt x="4466" y="9764"/>
                    <a:pt x="5116" y="9320"/>
                    <a:pt x="5560" y="8640"/>
                  </a:cubicBezTo>
                  <a:lnTo>
                    <a:pt x="8221" y="4589"/>
                  </a:lnTo>
                  <a:cubicBezTo>
                    <a:pt x="8665" y="3938"/>
                    <a:pt x="8813" y="3140"/>
                    <a:pt x="8635" y="2371"/>
                  </a:cubicBezTo>
                  <a:cubicBezTo>
                    <a:pt x="8487" y="1602"/>
                    <a:pt x="8044" y="922"/>
                    <a:pt x="7364" y="478"/>
                  </a:cubicBezTo>
                  <a:cubicBezTo>
                    <a:pt x="6868" y="155"/>
                    <a:pt x="6310" y="0"/>
                    <a:pt x="57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1" name="Google Shape;4551;p48"/>
            <p:cNvSpPr/>
            <p:nvPr/>
          </p:nvSpPr>
          <p:spPr>
            <a:xfrm>
              <a:off x="4897875" y="4138225"/>
              <a:ext cx="139750" cy="105500"/>
            </a:xfrm>
            <a:custGeom>
              <a:avLst/>
              <a:gdLst/>
              <a:ahLst/>
              <a:cxnLst/>
              <a:rect l="l" t="t" r="r" b="b"/>
              <a:pathLst>
                <a:path w="5590" h="4220" extrusionOk="0">
                  <a:moveTo>
                    <a:pt x="710" y="286"/>
                  </a:moveTo>
                  <a:lnTo>
                    <a:pt x="5264" y="3303"/>
                  </a:lnTo>
                  <a:lnTo>
                    <a:pt x="4850" y="3924"/>
                  </a:lnTo>
                  <a:lnTo>
                    <a:pt x="296" y="937"/>
                  </a:lnTo>
                  <a:lnTo>
                    <a:pt x="710" y="286"/>
                  </a:lnTo>
                  <a:close/>
                  <a:moveTo>
                    <a:pt x="669" y="1"/>
                  </a:moveTo>
                  <a:cubicBezTo>
                    <a:pt x="637" y="1"/>
                    <a:pt x="609" y="15"/>
                    <a:pt x="592" y="50"/>
                  </a:cubicBezTo>
                  <a:lnTo>
                    <a:pt x="30" y="907"/>
                  </a:lnTo>
                  <a:cubicBezTo>
                    <a:pt x="1" y="937"/>
                    <a:pt x="1" y="966"/>
                    <a:pt x="1" y="996"/>
                  </a:cubicBezTo>
                  <a:cubicBezTo>
                    <a:pt x="30" y="1025"/>
                    <a:pt x="30" y="1055"/>
                    <a:pt x="60" y="1055"/>
                  </a:cubicBezTo>
                  <a:lnTo>
                    <a:pt x="4821" y="4190"/>
                  </a:lnTo>
                  <a:cubicBezTo>
                    <a:pt x="4850" y="4219"/>
                    <a:pt x="4850" y="4219"/>
                    <a:pt x="4880" y="4219"/>
                  </a:cubicBezTo>
                  <a:lnTo>
                    <a:pt x="4910" y="4219"/>
                  </a:lnTo>
                  <a:cubicBezTo>
                    <a:pt x="4939" y="4219"/>
                    <a:pt x="4969" y="4190"/>
                    <a:pt x="4998" y="4160"/>
                  </a:cubicBezTo>
                  <a:lnTo>
                    <a:pt x="5531" y="3332"/>
                  </a:lnTo>
                  <a:cubicBezTo>
                    <a:pt x="5590" y="3273"/>
                    <a:pt x="5560" y="3184"/>
                    <a:pt x="5501" y="3155"/>
                  </a:cubicBezTo>
                  <a:lnTo>
                    <a:pt x="740" y="20"/>
                  </a:lnTo>
                  <a:cubicBezTo>
                    <a:pt x="715" y="8"/>
                    <a:pt x="691" y="1"/>
                    <a:pt x="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2" name="Google Shape;4552;p48"/>
            <p:cNvSpPr/>
            <p:nvPr/>
          </p:nvSpPr>
          <p:spPr>
            <a:xfrm>
              <a:off x="4951100" y="4082200"/>
              <a:ext cx="71750" cy="31400"/>
            </a:xfrm>
            <a:custGeom>
              <a:avLst/>
              <a:gdLst/>
              <a:ahLst/>
              <a:cxnLst/>
              <a:rect l="l" t="t" r="r" b="b"/>
              <a:pathLst>
                <a:path w="2870" h="1256" extrusionOk="0">
                  <a:moveTo>
                    <a:pt x="1997" y="1"/>
                  </a:moveTo>
                  <a:cubicBezTo>
                    <a:pt x="1217" y="1"/>
                    <a:pt x="474" y="383"/>
                    <a:pt x="30" y="1049"/>
                  </a:cubicBezTo>
                  <a:cubicBezTo>
                    <a:pt x="1" y="1108"/>
                    <a:pt x="30" y="1196"/>
                    <a:pt x="90" y="1226"/>
                  </a:cubicBezTo>
                  <a:cubicBezTo>
                    <a:pt x="90" y="1226"/>
                    <a:pt x="119" y="1256"/>
                    <a:pt x="149" y="1256"/>
                  </a:cubicBezTo>
                  <a:cubicBezTo>
                    <a:pt x="178" y="1256"/>
                    <a:pt x="237" y="1226"/>
                    <a:pt x="237" y="1196"/>
                  </a:cubicBezTo>
                  <a:cubicBezTo>
                    <a:pt x="633" y="582"/>
                    <a:pt x="1289" y="244"/>
                    <a:pt x="1976" y="244"/>
                  </a:cubicBezTo>
                  <a:cubicBezTo>
                    <a:pt x="2214" y="244"/>
                    <a:pt x="2456" y="285"/>
                    <a:pt x="2692" y="368"/>
                  </a:cubicBezTo>
                  <a:cubicBezTo>
                    <a:pt x="2708" y="376"/>
                    <a:pt x="2724" y="380"/>
                    <a:pt x="2739" y="380"/>
                  </a:cubicBezTo>
                  <a:cubicBezTo>
                    <a:pt x="2781" y="380"/>
                    <a:pt x="2818" y="352"/>
                    <a:pt x="2840" y="309"/>
                  </a:cubicBezTo>
                  <a:cubicBezTo>
                    <a:pt x="2869" y="220"/>
                    <a:pt x="2840" y="161"/>
                    <a:pt x="2781" y="132"/>
                  </a:cubicBezTo>
                  <a:cubicBezTo>
                    <a:pt x="2522" y="43"/>
                    <a:pt x="2258" y="1"/>
                    <a:pt x="19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3" name="Google Shape;4553;p48"/>
            <p:cNvSpPr/>
            <p:nvPr/>
          </p:nvSpPr>
          <p:spPr>
            <a:xfrm>
              <a:off x="4939275" y="4116250"/>
              <a:ext cx="12600" cy="15825"/>
            </a:xfrm>
            <a:custGeom>
              <a:avLst/>
              <a:gdLst/>
              <a:ahLst/>
              <a:cxnLst/>
              <a:rect l="l" t="t" r="r" b="b"/>
              <a:pathLst>
                <a:path w="504" h="633" extrusionOk="0">
                  <a:moveTo>
                    <a:pt x="392" y="0"/>
                  </a:moveTo>
                  <a:cubicBezTo>
                    <a:pt x="342" y="0"/>
                    <a:pt x="288" y="28"/>
                    <a:pt x="267" y="71"/>
                  </a:cubicBezTo>
                  <a:lnTo>
                    <a:pt x="30" y="426"/>
                  </a:lnTo>
                  <a:cubicBezTo>
                    <a:pt x="1" y="485"/>
                    <a:pt x="1" y="574"/>
                    <a:pt x="60" y="603"/>
                  </a:cubicBezTo>
                  <a:cubicBezTo>
                    <a:pt x="89" y="603"/>
                    <a:pt x="119" y="633"/>
                    <a:pt x="148" y="633"/>
                  </a:cubicBezTo>
                  <a:cubicBezTo>
                    <a:pt x="178" y="633"/>
                    <a:pt x="208" y="603"/>
                    <a:pt x="237" y="574"/>
                  </a:cubicBezTo>
                  <a:lnTo>
                    <a:pt x="474" y="189"/>
                  </a:lnTo>
                  <a:cubicBezTo>
                    <a:pt x="503" y="130"/>
                    <a:pt x="503" y="71"/>
                    <a:pt x="444" y="12"/>
                  </a:cubicBezTo>
                  <a:cubicBezTo>
                    <a:pt x="428" y="4"/>
                    <a:pt x="410" y="0"/>
                    <a:pt x="3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4" name="Google Shape;4554;p48"/>
            <p:cNvSpPr/>
            <p:nvPr/>
          </p:nvSpPr>
          <p:spPr>
            <a:xfrm>
              <a:off x="4685700" y="3980900"/>
              <a:ext cx="200375" cy="264300"/>
            </a:xfrm>
            <a:custGeom>
              <a:avLst/>
              <a:gdLst/>
              <a:ahLst/>
              <a:cxnLst/>
              <a:rect l="l" t="t" r="r" b="b"/>
              <a:pathLst>
                <a:path w="8015" h="10572" extrusionOk="0">
                  <a:moveTo>
                    <a:pt x="4702" y="251"/>
                  </a:moveTo>
                  <a:cubicBezTo>
                    <a:pt x="4968" y="251"/>
                    <a:pt x="5235" y="280"/>
                    <a:pt x="5471" y="369"/>
                  </a:cubicBezTo>
                  <a:cubicBezTo>
                    <a:pt x="6920" y="783"/>
                    <a:pt x="7748" y="2321"/>
                    <a:pt x="7305" y="3740"/>
                  </a:cubicBezTo>
                  <a:lnTo>
                    <a:pt x="5915" y="8383"/>
                  </a:lnTo>
                  <a:cubicBezTo>
                    <a:pt x="5708" y="9093"/>
                    <a:pt x="5235" y="9655"/>
                    <a:pt x="4614" y="10010"/>
                  </a:cubicBezTo>
                  <a:cubicBezTo>
                    <a:pt x="4199" y="10217"/>
                    <a:pt x="3749" y="10328"/>
                    <a:pt x="3301" y="10328"/>
                  </a:cubicBezTo>
                  <a:cubicBezTo>
                    <a:pt x="3045" y="10328"/>
                    <a:pt x="2791" y="10292"/>
                    <a:pt x="2544" y="10217"/>
                  </a:cubicBezTo>
                  <a:cubicBezTo>
                    <a:pt x="1095" y="9773"/>
                    <a:pt x="267" y="8265"/>
                    <a:pt x="710" y="6816"/>
                  </a:cubicBezTo>
                  <a:lnTo>
                    <a:pt x="2100" y="2173"/>
                  </a:lnTo>
                  <a:cubicBezTo>
                    <a:pt x="2307" y="1493"/>
                    <a:pt x="2780" y="931"/>
                    <a:pt x="3401" y="576"/>
                  </a:cubicBezTo>
                  <a:cubicBezTo>
                    <a:pt x="3815" y="369"/>
                    <a:pt x="4259" y="251"/>
                    <a:pt x="4702" y="251"/>
                  </a:cubicBezTo>
                  <a:close/>
                  <a:moveTo>
                    <a:pt x="4685" y="0"/>
                  </a:moveTo>
                  <a:cubicBezTo>
                    <a:pt x="4202" y="0"/>
                    <a:pt x="3725" y="118"/>
                    <a:pt x="3283" y="339"/>
                  </a:cubicBezTo>
                  <a:cubicBezTo>
                    <a:pt x="2603" y="724"/>
                    <a:pt x="2100" y="1345"/>
                    <a:pt x="1863" y="2114"/>
                  </a:cubicBezTo>
                  <a:lnTo>
                    <a:pt x="474" y="6757"/>
                  </a:lnTo>
                  <a:cubicBezTo>
                    <a:pt x="0" y="8324"/>
                    <a:pt x="888" y="9980"/>
                    <a:pt x="2455" y="10453"/>
                  </a:cubicBezTo>
                  <a:cubicBezTo>
                    <a:pt x="2751" y="10542"/>
                    <a:pt x="3017" y="10571"/>
                    <a:pt x="3312" y="10571"/>
                  </a:cubicBezTo>
                  <a:cubicBezTo>
                    <a:pt x="3786" y="10571"/>
                    <a:pt x="4288" y="10453"/>
                    <a:pt x="4732" y="10217"/>
                  </a:cubicBezTo>
                  <a:cubicBezTo>
                    <a:pt x="5412" y="9832"/>
                    <a:pt x="5915" y="9211"/>
                    <a:pt x="6151" y="8442"/>
                  </a:cubicBezTo>
                  <a:lnTo>
                    <a:pt x="7541" y="3829"/>
                  </a:lnTo>
                  <a:cubicBezTo>
                    <a:pt x="8014" y="2262"/>
                    <a:pt x="7127" y="605"/>
                    <a:pt x="5560" y="132"/>
                  </a:cubicBezTo>
                  <a:cubicBezTo>
                    <a:pt x="5270" y="43"/>
                    <a:pt x="4977" y="0"/>
                    <a:pt x="46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5" name="Google Shape;4555;p48"/>
            <p:cNvSpPr/>
            <p:nvPr/>
          </p:nvSpPr>
          <p:spPr>
            <a:xfrm>
              <a:off x="4710825" y="4077350"/>
              <a:ext cx="150100" cy="71000"/>
            </a:xfrm>
            <a:custGeom>
              <a:avLst/>
              <a:gdLst/>
              <a:ahLst/>
              <a:cxnLst/>
              <a:rect l="l" t="t" r="r" b="b"/>
              <a:pathLst>
                <a:path w="6004" h="2840" extrusionOk="0">
                  <a:moveTo>
                    <a:pt x="504" y="296"/>
                  </a:moveTo>
                  <a:lnTo>
                    <a:pt x="5708" y="1834"/>
                  </a:lnTo>
                  <a:lnTo>
                    <a:pt x="5501" y="2573"/>
                  </a:lnTo>
                  <a:lnTo>
                    <a:pt x="297" y="1006"/>
                  </a:lnTo>
                  <a:lnTo>
                    <a:pt x="504" y="296"/>
                  </a:lnTo>
                  <a:close/>
                  <a:moveTo>
                    <a:pt x="444" y="0"/>
                  </a:moveTo>
                  <a:cubicBezTo>
                    <a:pt x="415" y="0"/>
                    <a:pt x="385" y="0"/>
                    <a:pt x="356" y="30"/>
                  </a:cubicBezTo>
                  <a:cubicBezTo>
                    <a:pt x="326" y="30"/>
                    <a:pt x="326" y="60"/>
                    <a:pt x="297" y="89"/>
                  </a:cubicBezTo>
                  <a:lnTo>
                    <a:pt x="30" y="1065"/>
                  </a:lnTo>
                  <a:cubicBezTo>
                    <a:pt x="1" y="1124"/>
                    <a:pt x="30" y="1183"/>
                    <a:pt x="90" y="1213"/>
                  </a:cubicBezTo>
                  <a:lnTo>
                    <a:pt x="5560" y="2839"/>
                  </a:lnTo>
                  <a:lnTo>
                    <a:pt x="5649" y="2839"/>
                  </a:lnTo>
                  <a:cubicBezTo>
                    <a:pt x="5679" y="2810"/>
                    <a:pt x="5679" y="2780"/>
                    <a:pt x="5708" y="2751"/>
                  </a:cubicBezTo>
                  <a:lnTo>
                    <a:pt x="5974" y="1804"/>
                  </a:lnTo>
                  <a:cubicBezTo>
                    <a:pt x="6004" y="1745"/>
                    <a:pt x="5974" y="1657"/>
                    <a:pt x="5915" y="1657"/>
                  </a:cubicBezTo>
                  <a:lnTo>
                    <a:pt x="4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6" name="Google Shape;4556;p48"/>
            <p:cNvSpPr/>
            <p:nvPr/>
          </p:nvSpPr>
          <p:spPr>
            <a:xfrm>
              <a:off x="4747050" y="3996675"/>
              <a:ext cx="62125" cy="45950"/>
            </a:xfrm>
            <a:custGeom>
              <a:avLst/>
              <a:gdLst/>
              <a:ahLst/>
              <a:cxnLst/>
              <a:rect l="l" t="t" r="r" b="b"/>
              <a:pathLst>
                <a:path w="2485" h="1838" extrusionOk="0">
                  <a:moveTo>
                    <a:pt x="2238" y="0"/>
                  </a:moveTo>
                  <a:cubicBezTo>
                    <a:pt x="1224" y="0"/>
                    <a:pt x="314" y="667"/>
                    <a:pt x="30" y="1660"/>
                  </a:cubicBezTo>
                  <a:cubicBezTo>
                    <a:pt x="1" y="1719"/>
                    <a:pt x="30" y="1808"/>
                    <a:pt x="90" y="1808"/>
                  </a:cubicBezTo>
                  <a:cubicBezTo>
                    <a:pt x="119" y="1838"/>
                    <a:pt x="119" y="1838"/>
                    <a:pt x="149" y="1838"/>
                  </a:cubicBezTo>
                  <a:cubicBezTo>
                    <a:pt x="178" y="1838"/>
                    <a:pt x="237" y="1778"/>
                    <a:pt x="267" y="1749"/>
                  </a:cubicBezTo>
                  <a:cubicBezTo>
                    <a:pt x="521" y="846"/>
                    <a:pt x="1313" y="266"/>
                    <a:pt x="2233" y="266"/>
                  </a:cubicBezTo>
                  <a:cubicBezTo>
                    <a:pt x="2277" y="266"/>
                    <a:pt x="2322" y="268"/>
                    <a:pt x="2367" y="270"/>
                  </a:cubicBezTo>
                  <a:cubicBezTo>
                    <a:pt x="2426" y="270"/>
                    <a:pt x="2485" y="211"/>
                    <a:pt x="2485" y="152"/>
                  </a:cubicBezTo>
                  <a:cubicBezTo>
                    <a:pt x="2485" y="63"/>
                    <a:pt x="2455" y="4"/>
                    <a:pt x="2367" y="4"/>
                  </a:cubicBezTo>
                  <a:cubicBezTo>
                    <a:pt x="2324" y="2"/>
                    <a:pt x="2281" y="0"/>
                    <a:pt x="22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7" name="Google Shape;4557;p48"/>
            <p:cNvSpPr/>
            <p:nvPr/>
          </p:nvSpPr>
          <p:spPr>
            <a:xfrm>
              <a:off x="4740400" y="4046750"/>
              <a:ext cx="10375" cy="16575"/>
            </a:xfrm>
            <a:custGeom>
              <a:avLst/>
              <a:gdLst/>
              <a:ahLst/>
              <a:cxnLst/>
              <a:rect l="l" t="t" r="r" b="b"/>
              <a:pathLst>
                <a:path w="415" h="663" extrusionOk="0">
                  <a:moveTo>
                    <a:pt x="265" y="1"/>
                  </a:moveTo>
                  <a:cubicBezTo>
                    <a:pt x="210" y="1"/>
                    <a:pt x="171" y="34"/>
                    <a:pt x="149" y="101"/>
                  </a:cubicBezTo>
                  <a:lnTo>
                    <a:pt x="30" y="515"/>
                  </a:lnTo>
                  <a:cubicBezTo>
                    <a:pt x="1" y="574"/>
                    <a:pt x="60" y="633"/>
                    <a:pt x="119" y="663"/>
                  </a:cubicBezTo>
                  <a:lnTo>
                    <a:pt x="149" y="663"/>
                  </a:lnTo>
                  <a:cubicBezTo>
                    <a:pt x="208" y="663"/>
                    <a:pt x="267" y="633"/>
                    <a:pt x="267" y="574"/>
                  </a:cubicBezTo>
                  <a:lnTo>
                    <a:pt x="385" y="160"/>
                  </a:lnTo>
                  <a:cubicBezTo>
                    <a:pt x="415" y="101"/>
                    <a:pt x="385" y="42"/>
                    <a:pt x="326" y="12"/>
                  </a:cubicBezTo>
                  <a:cubicBezTo>
                    <a:pt x="304" y="5"/>
                    <a:pt x="283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" name="Picture 1" descr="WhatsApp Image 2026-01-07 at 6.32.42 PM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8790" y="146050"/>
            <a:ext cx="3115945" cy="4899025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4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4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000"/>
                                        <p:tgtEl>
                                          <p:spTgt spid="4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000"/>
                                        <p:tgtEl>
                                          <p:spTgt spid="4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000"/>
                                        <p:tgtEl>
                                          <p:spTgt spid="4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1000"/>
                                        <p:tgtEl>
                                          <p:spTgt spid="4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1000"/>
                                        <p:tgtEl>
                                          <p:spTgt spid="4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1000"/>
                                        <p:tgtEl>
                                          <p:spTgt spid="44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1000"/>
                                        <p:tgtEl>
                                          <p:spTgt spid="44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1000"/>
                                        <p:tgtEl>
                                          <p:spTgt spid="44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7" grpId="0"/>
      <p:bldP spid="4458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3"/>
        </a:solidFill>
        <a:effectLst/>
      </p:bgPr>
    </p:bg>
    <p:spTree>
      <p:nvGrpSpPr>
        <p:cNvPr id="1" name="Shape 4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7" name="Google Shape;4457;p48"/>
          <p:cNvSpPr txBox="1">
            <a:spLocks noGrp="1"/>
          </p:cNvSpPr>
          <p:nvPr>
            <p:ph type="title"/>
          </p:nvPr>
        </p:nvSpPr>
        <p:spPr>
          <a:xfrm>
            <a:off x="1164590" y="414655"/>
            <a:ext cx="3883025" cy="5765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6. Book Appointment Page 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58" name="Google Shape;4458;p48"/>
          <p:cNvSpPr txBox="1">
            <a:spLocks noGrp="1"/>
          </p:cNvSpPr>
          <p:nvPr>
            <p:ph type="subTitle" idx="1"/>
          </p:nvPr>
        </p:nvSpPr>
        <p:spPr>
          <a:xfrm>
            <a:off x="968375" y="1071880"/>
            <a:ext cx="3995420" cy="4092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Doctor's name displayed in header with back navigation, favorites, and chat icons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Consultation fee clearly shown 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Weekly availability calendar showing dates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Available dates highlighted in teal, unavailable dates in light pink/gray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Two prominent action buttons: "Book Appointment" (primary) and "Message Doctor" (secondary)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Cancellation policy: Free cancellation up to 1 hour before appointment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Accepted payment methods: Cash and JazzCash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Languages spoken by doctor: English, Urdu, and Punjabi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Fixed bottom navigation with "Message Dr." and "Book Appointment" buttons for easy access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61" name="Google Shape;4461;p48"/>
          <p:cNvSpPr/>
          <p:nvPr/>
        </p:nvSpPr>
        <p:spPr>
          <a:xfrm>
            <a:off x="8262479" y="3373259"/>
            <a:ext cx="691200" cy="6912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462" name="Google Shape;4462;p48"/>
          <p:cNvGrpSpPr/>
          <p:nvPr/>
        </p:nvGrpSpPr>
        <p:grpSpPr>
          <a:xfrm>
            <a:off x="7878332" y="-161278"/>
            <a:ext cx="2005465" cy="972949"/>
            <a:chOff x="3906407" y="4267847"/>
            <a:chExt cx="2005465" cy="972949"/>
          </a:xfrm>
          <a:solidFill>
            <a:srgbClr val="188077"/>
          </a:solidFill>
        </p:grpSpPr>
        <p:grpSp>
          <p:nvGrpSpPr>
            <p:cNvPr id="4463" name="Google Shape;4463;p48"/>
            <p:cNvGrpSpPr/>
            <p:nvPr/>
          </p:nvGrpSpPr>
          <p:grpSpPr>
            <a:xfrm>
              <a:off x="3906407" y="4486056"/>
              <a:ext cx="1646456" cy="754740"/>
              <a:chOff x="5071203" y="4398918"/>
              <a:chExt cx="1646456" cy="754740"/>
            </a:xfrm>
            <a:grpFill/>
          </p:grpSpPr>
          <p:sp>
            <p:nvSpPr>
              <p:cNvPr id="4464" name="Google Shape;4464;p48"/>
              <p:cNvSpPr/>
              <p:nvPr/>
            </p:nvSpPr>
            <p:spPr>
              <a:xfrm>
                <a:off x="5071203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62" y="2148"/>
                    </a:cubicBezTo>
                    <a:cubicBezTo>
                      <a:pt x="1655" y="2148"/>
                      <a:pt x="2149" y="1679"/>
                      <a:pt x="2149" y="1087"/>
                    </a:cubicBezTo>
                    <a:cubicBezTo>
                      <a:pt x="2149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5" name="Google Shape;4465;p48"/>
              <p:cNvSpPr/>
              <p:nvPr/>
            </p:nvSpPr>
            <p:spPr>
              <a:xfrm>
                <a:off x="518670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94"/>
                      <a:pt x="1" y="1087"/>
                    </a:cubicBezTo>
                    <a:cubicBezTo>
                      <a:pt x="1" y="1679"/>
                      <a:pt x="495" y="2148"/>
                      <a:pt x="1087" y="2148"/>
                    </a:cubicBezTo>
                    <a:cubicBezTo>
                      <a:pt x="1680" y="2148"/>
                      <a:pt x="2149" y="1679"/>
                      <a:pt x="2149" y="1087"/>
                    </a:cubicBezTo>
                    <a:cubicBezTo>
                      <a:pt x="2149" y="494"/>
                      <a:pt x="1680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6" name="Google Shape;4466;p48"/>
              <p:cNvSpPr/>
              <p:nvPr/>
            </p:nvSpPr>
            <p:spPr>
              <a:xfrm>
                <a:off x="5302521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87" y="2148"/>
                    </a:cubicBezTo>
                    <a:cubicBezTo>
                      <a:pt x="1679" y="2148"/>
                      <a:pt x="2149" y="1679"/>
                      <a:pt x="2149" y="1087"/>
                    </a:cubicBezTo>
                    <a:cubicBezTo>
                      <a:pt x="2149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7" name="Google Shape;4467;p48"/>
              <p:cNvSpPr/>
              <p:nvPr/>
            </p:nvSpPr>
            <p:spPr>
              <a:xfrm>
                <a:off x="5418334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679"/>
                      <a:pt x="470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8" name="Google Shape;4468;p48"/>
              <p:cNvSpPr/>
              <p:nvPr/>
            </p:nvSpPr>
            <p:spPr>
              <a:xfrm>
                <a:off x="5534146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9" name="Google Shape;4469;p48"/>
              <p:cNvSpPr/>
              <p:nvPr/>
            </p:nvSpPr>
            <p:spPr>
              <a:xfrm>
                <a:off x="5649652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94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0" name="Google Shape;4470;p48"/>
              <p:cNvSpPr/>
              <p:nvPr/>
            </p:nvSpPr>
            <p:spPr>
              <a:xfrm>
                <a:off x="5765465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679"/>
                      <a:pt x="470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1" name="Google Shape;4471;p48"/>
              <p:cNvSpPr/>
              <p:nvPr/>
            </p:nvSpPr>
            <p:spPr>
              <a:xfrm>
                <a:off x="5071203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8"/>
                      <a:pt x="1062" y="2148"/>
                    </a:cubicBezTo>
                    <a:cubicBezTo>
                      <a:pt x="1655" y="2148"/>
                      <a:pt x="2149" y="1655"/>
                      <a:pt x="2149" y="1062"/>
                    </a:cubicBezTo>
                    <a:cubicBezTo>
                      <a:pt x="2149" y="470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2" name="Google Shape;4472;p48"/>
              <p:cNvSpPr/>
              <p:nvPr/>
            </p:nvSpPr>
            <p:spPr>
              <a:xfrm>
                <a:off x="5302521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94" y="2148"/>
                      <a:pt x="1087" y="2148"/>
                    </a:cubicBezTo>
                    <a:cubicBezTo>
                      <a:pt x="1679" y="2148"/>
                      <a:pt x="2149" y="1655"/>
                      <a:pt x="2149" y="1062"/>
                    </a:cubicBezTo>
                    <a:cubicBezTo>
                      <a:pt x="2149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3" name="Google Shape;4473;p48"/>
              <p:cNvSpPr/>
              <p:nvPr/>
            </p:nvSpPr>
            <p:spPr>
              <a:xfrm>
                <a:off x="5534146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55" y="2148"/>
                      <a:pt x="2148" y="1655"/>
                      <a:pt x="2148" y="1062"/>
                    </a:cubicBezTo>
                    <a:cubicBezTo>
                      <a:pt x="2148" y="470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4" name="Google Shape;4474;p48"/>
              <p:cNvSpPr/>
              <p:nvPr/>
            </p:nvSpPr>
            <p:spPr>
              <a:xfrm>
                <a:off x="5765465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70"/>
                      <a:pt x="0" y="1062"/>
                    </a:cubicBezTo>
                    <a:cubicBezTo>
                      <a:pt x="0" y="1655"/>
                      <a:pt x="470" y="2148"/>
                      <a:pt x="1087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5" name="Google Shape;4475;p48"/>
              <p:cNvSpPr/>
              <p:nvPr/>
            </p:nvSpPr>
            <p:spPr>
              <a:xfrm>
                <a:off x="5071203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70" y="2148"/>
                      <a:pt x="1062" y="2148"/>
                    </a:cubicBezTo>
                    <a:cubicBezTo>
                      <a:pt x="1655" y="2148"/>
                      <a:pt x="2149" y="1654"/>
                      <a:pt x="2149" y="1062"/>
                    </a:cubicBezTo>
                    <a:cubicBezTo>
                      <a:pt x="2149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6" name="Google Shape;4476;p48"/>
              <p:cNvSpPr/>
              <p:nvPr/>
            </p:nvSpPr>
            <p:spPr>
              <a:xfrm>
                <a:off x="518670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69"/>
                      <a:pt x="1" y="1062"/>
                    </a:cubicBezTo>
                    <a:cubicBezTo>
                      <a:pt x="1" y="1654"/>
                      <a:pt x="495" y="2148"/>
                      <a:pt x="1087" y="2148"/>
                    </a:cubicBezTo>
                    <a:cubicBezTo>
                      <a:pt x="1680" y="2148"/>
                      <a:pt x="2149" y="1654"/>
                      <a:pt x="2149" y="1062"/>
                    </a:cubicBezTo>
                    <a:cubicBezTo>
                      <a:pt x="2149" y="469"/>
                      <a:pt x="1680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7" name="Google Shape;4477;p48"/>
              <p:cNvSpPr/>
              <p:nvPr/>
            </p:nvSpPr>
            <p:spPr>
              <a:xfrm>
                <a:off x="5302521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94" y="2148"/>
                      <a:pt x="1087" y="2148"/>
                    </a:cubicBezTo>
                    <a:cubicBezTo>
                      <a:pt x="1679" y="2148"/>
                      <a:pt x="2149" y="1654"/>
                      <a:pt x="2149" y="1062"/>
                    </a:cubicBezTo>
                    <a:cubicBezTo>
                      <a:pt x="2149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8" name="Google Shape;4478;p48"/>
              <p:cNvSpPr/>
              <p:nvPr/>
            </p:nvSpPr>
            <p:spPr>
              <a:xfrm>
                <a:off x="5418334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69"/>
                      <a:pt x="0" y="1062"/>
                    </a:cubicBezTo>
                    <a:cubicBezTo>
                      <a:pt x="0" y="1654"/>
                      <a:pt x="470" y="2148"/>
                      <a:pt x="1062" y="2148"/>
                    </a:cubicBezTo>
                    <a:cubicBezTo>
                      <a:pt x="1655" y="2148"/>
                      <a:pt x="2148" y="1654"/>
                      <a:pt x="2148" y="1062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9" name="Google Shape;4479;p48"/>
              <p:cNvSpPr/>
              <p:nvPr/>
            </p:nvSpPr>
            <p:spPr>
              <a:xfrm>
                <a:off x="5534146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5" y="2148"/>
                      <a:pt x="2148" y="1654"/>
                      <a:pt x="2148" y="1062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0" name="Google Shape;4480;p48"/>
              <p:cNvSpPr/>
              <p:nvPr/>
            </p:nvSpPr>
            <p:spPr>
              <a:xfrm>
                <a:off x="5649652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69"/>
                      <a:pt x="1" y="1062"/>
                    </a:cubicBezTo>
                    <a:cubicBezTo>
                      <a:pt x="1" y="1654"/>
                      <a:pt x="494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1" name="Google Shape;4481;p48"/>
              <p:cNvSpPr/>
              <p:nvPr/>
            </p:nvSpPr>
            <p:spPr>
              <a:xfrm>
                <a:off x="5765465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69"/>
                      <a:pt x="0" y="1062"/>
                    </a:cubicBezTo>
                    <a:cubicBezTo>
                      <a:pt x="0" y="1654"/>
                      <a:pt x="470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2" name="Google Shape;4482;p48"/>
              <p:cNvSpPr/>
              <p:nvPr/>
            </p:nvSpPr>
            <p:spPr>
              <a:xfrm>
                <a:off x="5071203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62" y="2149"/>
                    </a:cubicBezTo>
                    <a:cubicBezTo>
                      <a:pt x="1655" y="2149"/>
                      <a:pt x="2149" y="1655"/>
                      <a:pt x="2149" y="1062"/>
                    </a:cubicBezTo>
                    <a:cubicBezTo>
                      <a:pt x="2149" y="470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3" name="Google Shape;4483;p48"/>
              <p:cNvSpPr/>
              <p:nvPr/>
            </p:nvSpPr>
            <p:spPr>
              <a:xfrm>
                <a:off x="5302521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87" y="2149"/>
                    </a:cubicBezTo>
                    <a:cubicBezTo>
                      <a:pt x="1679" y="2149"/>
                      <a:pt x="2149" y="1655"/>
                      <a:pt x="2149" y="1062"/>
                    </a:cubicBezTo>
                    <a:cubicBezTo>
                      <a:pt x="2149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4" name="Google Shape;4484;p48"/>
              <p:cNvSpPr/>
              <p:nvPr/>
            </p:nvSpPr>
            <p:spPr>
              <a:xfrm>
                <a:off x="5534146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55" y="2149"/>
                      <a:pt x="2148" y="1655"/>
                      <a:pt x="2148" y="1062"/>
                    </a:cubicBezTo>
                    <a:cubicBezTo>
                      <a:pt x="2148" y="470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5" name="Google Shape;4485;p48"/>
              <p:cNvSpPr/>
              <p:nvPr/>
            </p:nvSpPr>
            <p:spPr>
              <a:xfrm>
                <a:off x="5765465" y="47620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70"/>
                      <a:pt x="0" y="1062"/>
                    </a:cubicBezTo>
                    <a:cubicBezTo>
                      <a:pt x="0" y="1655"/>
                      <a:pt x="470" y="2149"/>
                      <a:pt x="1087" y="2149"/>
                    </a:cubicBezTo>
                    <a:cubicBezTo>
                      <a:pt x="1679" y="2149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6" name="Google Shape;4486;p48"/>
              <p:cNvSpPr/>
              <p:nvPr/>
            </p:nvSpPr>
            <p:spPr>
              <a:xfrm>
                <a:off x="5071203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70" y="2148"/>
                      <a:pt x="1062" y="2148"/>
                    </a:cubicBezTo>
                    <a:cubicBezTo>
                      <a:pt x="1655" y="2148"/>
                      <a:pt x="2149" y="1679"/>
                      <a:pt x="2149" y="1087"/>
                    </a:cubicBezTo>
                    <a:cubicBezTo>
                      <a:pt x="2149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7" name="Google Shape;4487;p48"/>
              <p:cNvSpPr/>
              <p:nvPr/>
            </p:nvSpPr>
            <p:spPr>
              <a:xfrm>
                <a:off x="518670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5" y="0"/>
                      <a:pt x="1" y="469"/>
                      <a:pt x="1" y="1087"/>
                    </a:cubicBezTo>
                    <a:cubicBezTo>
                      <a:pt x="1" y="1679"/>
                      <a:pt x="495" y="2148"/>
                      <a:pt x="1087" y="2148"/>
                    </a:cubicBezTo>
                    <a:cubicBezTo>
                      <a:pt x="1680" y="2148"/>
                      <a:pt x="2149" y="1679"/>
                      <a:pt x="2149" y="1087"/>
                    </a:cubicBezTo>
                    <a:cubicBezTo>
                      <a:pt x="2149" y="469"/>
                      <a:pt x="1680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8" name="Google Shape;4488;p48"/>
              <p:cNvSpPr/>
              <p:nvPr/>
            </p:nvSpPr>
            <p:spPr>
              <a:xfrm>
                <a:off x="5302521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9" y="1679"/>
                      <a:pt x="2149" y="1087"/>
                    </a:cubicBezTo>
                    <a:cubicBezTo>
                      <a:pt x="2149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9" name="Google Shape;4489;p48"/>
              <p:cNvSpPr/>
              <p:nvPr/>
            </p:nvSpPr>
            <p:spPr>
              <a:xfrm>
                <a:off x="5418334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70" y="0"/>
                      <a:pt x="0" y="469"/>
                      <a:pt x="0" y="1087"/>
                    </a:cubicBezTo>
                    <a:cubicBezTo>
                      <a:pt x="0" y="1679"/>
                      <a:pt x="470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0" name="Google Shape;4490;p48"/>
              <p:cNvSpPr/>
              <p:nvPr/>
            </p:nvSpPr>
            <p:spPr>
              <a:xfrm>
                <a:off x="5534146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5" y="2148"/>
                      <a:pt x="2148" y="1679"/>
                      <a:pt x="2148" y="1087"/>
                    </a:cubicBezTo>
                    <a:cubicBezTo>
                      <a:pt x="2148" y="469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1" name="Google Shape;4491;p48"/>
              <p:cNvSpPr/>
              <p:nvPr/>
            </p:nvSpPr>
            <p:spPr>
              <a:xfrm>
                <a:off x="5649652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1" y="469"/>
                      <a:pt x="1" y="1087"/>
                    </a:cubicBezTo>
                    <a:cubicBezTo>
                      <a:pt x="1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2" name="Google Shape;4492;p48"/>
              <p:cNvSpPr/>
              <p:nvPr/>
            </p:nvSpPr>
            <p:spPr>
              <a:xfrm>
                <a:off x="5765465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70" y="0"/>
                      <a:pt x="0" y="469"/>
                      <a:pt x="0" y="1087"/>
                    </a:cubicBezTo>
                    <a:cubicBezTo>
                      <a:pt x="0" y="1679"/>
                      <a:pt x="470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3" name="Google Shape;4493;p48"/>
              <p:cNvSpPr/>
              <p:nvPr/>
            </p:nvSpPr>
            <p:spPr>
              <a:xfrm>
                <a:off x="5071203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70" y="2149"/>
                      <a:pt x="1062" y="2149"/>
                    </a:cubicBezTo>
                    <a:cubicBezTo>
                      <a:pt x="1655" y="2149"/>
                      <a:pt x="2149" y="1680"/>
                      <a:pt x="2149" y="1087"/>
                    </a:cubicBezTo>
                    <a:cubicBezTo>
                      <a:pt x="2149" y="495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4" name="Google Shape;4494;p48"/>
              <p:cNvSpPr/>
              <p:nvPr/>
            </p:nvSpPr>
            <p:spPr>
              <a:xfrm>
                <a:off x="5302521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94" y="2149"/>
                      <a:pt x="1087" y="2149"/>
                    </a:cubicBezTo>
                    <a:cubicBezTo>
                      <a:pt x="1679" y="2149"/>
                      <a:pt x="2149" y="1680"/>
                      <a:pt x="2149" y="1087"/>
                    </a:cubicBezTo>
                    <a:cubicBezTo>
                      <a:pt x="2149" y="495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5" name="Google Shape;4495;p48"/>
              <p:cNvSpPr/>
              <p:nvPr/>
            </p:nvSpPr>
            <p:spPr>
              <a:xfrm>
                <a:off x="5534146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55" y="2149"/>
                      <a:pt x="2148" y="1680"/>
                      <a:pt x="2148" y="1087"/>
                    </a:cubicBezTo>
                    <a:cubicBezTo>
                      <a:pt x="2148" y="495"/>
                      <a:pt x="1655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6" name="Google Shape;4496;p48"/>
              <p:cNvSpPr/>
              <p:nvPr/>
            </p:nvSpPr>
            <p:spPr>
              <a:xfrm>
                <a:off x="5765465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70" y="1"/>
                      <a:pt x="0" y="495"/>
                      <a:pt x="0" y="1087"/>
                    </a:cubicBezTo>
                    <a:cubicBezTo>
                      <a:pt x="0" y="1680"/>
                      <a:pt x="470" y="2149"/>
                      <a:pt x="1087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7" name="Google Shape;4497;p48"/>
              <p:cNvSpPr/>
              <p:nvPr/>
            </p:nvSpPr>
            <p:spPr>
              <a:xfrm>
                <a:off x="5071203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62" y="2346"/>
                    </a:cubicBezTo>
                    <a:cubicBezTo>
                      <a:pt x="1655" y="2346"/>
                      <a:pt x="2149" y="1852"/>
                      <a:pt x="2149" y="1259"/>
                    </a:cubicBezTo>
                    <a:cubicBezTo>
                      <a:pt x="2149" y="1235"/>
                      <a:pt x="2124" y="1210"/>
                      <a:pt x="2124" y="1161"/>
                    </a:cubicBezTo>
                    <a:cubicBezTo>
                      <a:pt x="2124" y="1136"/>
                      <a:pt x="2149" y="1111"/>
                      <a:pt x="2149" y="1087"/>
                    </a:cubicBezTo>
                    <a:cubicBezTo>
                      <a:pt x="2149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8" name="Google Shape;4498;p48"/>
              <p:cNvSpPr/>
              <p:nvPr/>
            </p:nvSpPr>
            <p:spPr>
              <a:xfrm>
                <a:off x="518670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5" y="0"/>
                      <a:pt x="1" y="494"/>
                      <a:pt x="1" y="1087"/>
                    </a:cubicBezTo>
                    <a:cubicBezTo>
                      <a:pt x="1" y="1111"/>
                      <a:pt x="25" y="1136"/>
                      <a:pt x="25" y="1161"/>
                    </a:cubicBezTo>
                    <a:cubicBezTo>
                      <a:pt x="25" y="1210"/>
                      <a:pt x="1" y="1235"/>
                      <a:pt x="1" y="1259"/>
                    </a:cubicBezTo>
                    <a:cubicBezTo>
                      <a:pt x="1" y="1852"/>
                      <a:pt x="495" y="2346"/>
                      <a:pt x="1087" y="2346"/>
                    </a:cubicBezTo>
                    <a:cubicBezTo>
                      <a:pt x="1680" y="2346"/>
                      <a:pt x="2149" y="1852"/>
                      <a:pt x="2149" y="1259"/>
                    </a:cubicBezTo>
                    <a:cubicBezTo>
                      <a:pt x="2149" y="1235"/>
                      <a:pt x="2149" y="1210"/>
                      <a:pt x="2149" y="1161"/>
                    </a:cubicBezTo>
                    <a:cubicBezTo>
                      <a:pt x="2149" y="1136"/>
                      <a:pt x="2149" y="1111"/>
                      <a:pt x="2149" y="1087"/>
                    </a:cubicBezTo>
                    <a:cubicBezTo>
                      <a:pt x="2149" y="494"/>
                      <a:pt x="1680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9" name="Google Shape;4499;p48"/>
              <p:cNvSpPr/>
              <p:nvPr/>
            </p:nvSpPr>
            <p:spPr>
              <a:xfrm>
                <a:off x="5302521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87" y="2346"/>
                    </a:cubicBezTo>
                    <a:cubicBezTo>
                      <a:pt x="1679" y="2346"/>
                      <a:pt x="2149" y="1852"/>
                      <a:pt x="2149" y="1259"/>
                    </a:cubicBezTo>
                    <a:cubicBezTo>
                      <a:pt x="2149" y="1235"/>
                      <a:pt x="2149" y="1210"/>
                      <a:pt x="2149" y="1161"/>
                    </a:cubicBezTo>
                    <a:cubicBezTo>
                      <a:pt x="2149" y="1136"/>
                      <a:pt x="2149" y="1111"/>
                      <a:pt x="2149" y="1087"/>
                    </a:cubicBezTo>
                    <a:cubicBezTo>
                      <a:pt x="2149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0" name="Google Shape;4500;p48"/>
              <p:cNvSpPr/>
              <p:nvPr/>
            </p:nvSpPr>
            <p:spPr>
              <a:xfrm>
                <a:off x="5418334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70" y="2346"/>
                      <a:pt x="1062" y="2346"/>
                    </a:cubicBezTo>
                    <a:cubicBezTo>
                      <a:pt x="1655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1" name="Google Shape;4501;p48"/>
              <p:cNvSpPr/>
              <p:nvPr/>
            </p:nvSpPr>
            <p:spPr>
              <a:xfrm>
                <a:off x="5534146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5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5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2" name="Google Shape;4502;p48"/>
              <p:cNvSpPr/>
              <p:nvPr/>
            </p:nvSpPr>
            <p:spPr>
              <a:xfrm>
                <a:off x="5649652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4" y="0"/>
                      <a:pt x="1" y="494"/>
                      <a:pt x="1" y="1087"/>
                    </a:cubicBezTo>
                    <a:cubicBezTo>
                      <a:pt x="1" y="1111"/>
                      <a:pt x="25" y="1136"/>
                      <a:pt x="25" y="1161"/>
                    </a:cubicBezTo>
                    <a:cubicBezTo>
                      <a:pt x="25" y="1210"/>
                      <a:pt x="1" y="1235"/>
                      <a:pt x="1" y="1259"/>
                    </a:cubicBezTo>
                    <a:cubicBezTo>
                      <a:pt x="1" y="1852"/>
                      <a:pt x="494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3" name="Google Shape;4503;p48"/>
              <p:cNvSpPr/>
              <p:nvPr/>
            </p:nvSpPr>
            <p:spPr>
              <a:xfrm>
                <a:off x="5765465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70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70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4" name="Google Shape;4504;p48"/>
              <p:cNvSpPr/>
              <p:nvPr/>
            </p:nvSpPr>
            <p:spPr>
              <a:xfrm>
                <a:off x="6691351" y="5124926"/>
                <a:ext cx="26308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5" name="Google Shape;4505;p48"/>
              <p:cNvSpPr/>
              <p:nvPr/>
            </p:nvSpPr>
            <p:spPr>
              <a:xfrm>
                <a:off x="657553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6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111"/>
                      <a:pt x="25" y="1136"/>
                      <a:pt x="25" y="1161"/>
                    </a:cubicBezTo>
                    <a:cubicBezTo>
                      <a:pt x="25" y="1210"/>
                      <a:pt x="0" y="1235"/>
                      <a:pt x="0" y="1259"/>
                    </a:cubicBezTo>
                    <a:cubicBezTo>
                      <a:pt x="0" y="1852"/>
                      <a:pt x="494" y="2346"/>
                      <a:pt x="1086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6" name="Google Shape;4506;p48"/>
              <p:cNvSpPr/>
              <p:nvPr/>
            </p:nvSpPr>
            <p:spPr>
              <a:xfrm>
                <a:off x="6460020" y="5124926"/>
                <a:ext cx="26026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346" extrusionOk="0">
                    <a:moveTo>
                      <a:pt x="1063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111"/>
                      <a:pt x="1" y="1136"/>
                      <a:pt x="1" y="1161"/>
                    </a:cubicBezTo>
                    <a:cubicBezTo>
                      <a:pt x="1" y="1210"/>
                      <a:pt x="1" y="1235"/>
                      <a:pt x="1" y="1259"/>
                    </a:cubicBezTo>
                    <a:cubicBezTo>
                      <a:pt x="1" y="1852"/>
                      <a:pt x="470" y="2346"/>
                      <a:pt x="1063" y="2346"/>
                    </a:cubicBezTo>
                    <a:cubicBezTo>
                      <a:pt x="1655" y="2346"/>
                      <a:pt x="2124" y="1852"/>
                      <a:pt x="2124" y="1259"/>
                    </a:cubicBezTo>
                    <a:cubicBezTo>
                      <a:pt x="2124" y="1235"/>
                      <a:pt x="2124" y="1210"/>
                      <a:pt x="2124" y="1161"/>
                    </a:cubicBezTo>
                    <a:cubicBezTo>
                      <a:pt x="2124" y="1136"/>
                      <a:pt x="2124" y="1111"/>
                      <a:pt x="2124" y="1087"/>
                    </a:cubicBezTo>
                    <a:cubicBezTo>
                      <a:pt x="2124" y="494"/>
                      <a:pt x="1655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7" name="Google Shape;4507;p48"/>
              <p:cNvSpPr/>
              <p:nvPr/>
            </p:nvSpPr>
            <p:spPr>
              <a:xfrm>
                <a:off x="6344220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48" y="1852"/>
                      <a:pt x="2148" y="1259"/>
                    </a:cubicBezTo>
                    <a:cubicBezTo>
                      <a:pt x="2148" y="1235"/>
                      <a:pt x="2123" y="1210"/>
                      <a:pt x="2123" y="1161"/>
                    </a:cubicBezTo>
                    <a:cubicBezTo>
                      <a:pt x="2123" y="1136"/>
                      <a:pt x="2148" y="1111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8" name="Google Shape;4508;p48"/>
              <p:cNvSpPr/>
              <p:nvPr/>
            </p:nvSpPr>
            <p:spPr>
              <a:xfrm>
                <a:off x="6228408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9" name="Google Shape;4509;p48"/>
              <p:cNvSpPr/>
              <p:nvPr/>
            </p:nvSpPr>
            <p:spPr>
              <a:xfrm>
                <a:off x="6112595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87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111"/>
                      <a:pt x="25" y="1136"/>
                      <a:pt x="25" y="1161"/>
                    </a:cubicBezTo>
                    <a:cubicBezTo>
                      <a:pt x="25" y="1210"/>
                      <a:pt x="0" y="1235"/>
                      <a:pt x="0" y="1259"/>
                    </a:cubicBezTo>
                    <a:cubicBezTo>
                      <a:pt x="0" y="1852"/>
                      <a:pt x="494" y="2346"/>
                      <a:pt x="1087" y="2346"/>
                    </a:cubicBezTo>
                    <a:cubicBezTo>
                      <a:pt x="1679" y="2346"/>
                      <a:pt x="2148" y="1852"/>
                      <a:pt x="2148" y="1259"/>
                    </a:cubicBezTo>
                    <a:cubicBezTo>
                      <a:pt x="2148" y="1235"/>
                      <a:pt x="2148" y="1210"/>
                      <a:pt x="2148" y="1161"/>
                    </a:cubicBezTo>
                    <a:cubicBezTo>
                      <a:pt x="2148" y="1136"/>
                      <a:pt x="2148" y="1111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0" name="Google Shape;4510;p48"/>
              <p:cNvSpPr/>
              <p:nvPr/>
            </p:nvSpPr>
            <p:spPr>
              <a:xfrm>
                <a:off x="5997089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23" y="1852"/>
                      <a:pt x="2123" y="1259"/>
                    </a:cubicBezTo>
                    <a:cubicBezTo>
                      <a:pt x="2123" y="1235"/>
                      <a:pt x="2123" y="1210"/>
                      <a:pt x="2123" y="1161"/>
                    </a:cubicBezTo>
                    <a:cubicBezTo>
                      <a:pt x="2123" y="1136"/>
                      <a:pt x="2123" y="1111"/>
                      <a:pt x="2123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1" name="Google Shape;4511;p48"/>
              <p:cNvSpPr/>
              <p:nvPr/>
            </p:nvSpPr>
            <p:spPr>
              <a:xfrm>
                <a:off x="5881277" y="5124926"/>
                <a:ext cx="26320" cy="28733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346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111"/>
                      <a:pt x="0" y="1136"/>
                      <a:pt x="0" y="1161"/>
                    </a:cubicBezTo>
                    <a:cubicBezTo>
                      <a:pt x="0" y="1210"/>
                      <a:pt x="0" y="1235"/>
                      <a:pt x="0" y="1259"/>
                    </a:cubicBezTo>
                    <a:cubicBezTo>
                      <a:pt x="0" y="1852"/>
                      <a:pt x="469" y="2346"/>
                      <a:pt x="1062" y="2346"/>
                    </a:cubicBezTo>
                    <a:cubicBezTo>
                      <a:pt x="1654" y="2346"/>
                      <a:pt x="2148" y="1852"/>
                      <a:pt x="2148" y="1259"/>
                    </a:cubicBezTo>
                    <a:cubicBezTo>
                      <a:pt x="2148" y="1235"/>
                      <a:pt x="2124" y="1210"/>
                      <a:pt x="2124" y="1161"/>
                    </a:cubicBezTo>
                    <a:cubicBezTo>
                      <a:pt x="2124" y="1136"/>
                      <a:pt x="2148" y="1111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2" name="Google Shape;4512;p48"/>
              <p:cNvSpPr/>
              <p:nvPr/>
            </p:nvSpPr>
            <p:spPr>
              <a:xfrm>
                <a:off x="6691351" y="50039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3" name="Google Shape;4513;p48"/>
              <p:cNvSpPr/>
              <p:nvPr/>
            </p:nvSpPr>
            <p:spPr>
              <a:xfrm>
                <a:off x="6460020" y="50039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95"/>
                      <a:pt x="1" y="1087"/>
                    </a:cubicBezTo>
                    <a:cubicBezTo>
                      <a:pt x="1" y="1680"/>
                      <a:pt x="470" y="2149"/>
                      <a:pt x="1063" y="2149"/>
                    </a:cubicBezTo>
                    <a:cubicBezTo>
                      <a:pt x="1655" y="2149"/>
                      <a:pt x="2124" y="1680"/>
                      <a:pt x="2124" y="1087"/>
                    </a:cubicBezTo>
                    <a:cubicBezTo>
                      <a:pt x="2124" y="495"/>
                      <a:pt x="1655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4" name="Google Shape;4514;p48"/>
              <p:cNvSpPr/>
              <p:nvPr/>
            </p:nvSpPr>
            <p:spPr>
              <a:xfrm>
                <a:off x="6228408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87" y="2149"/>
                    </a:cubicBezTo>
                    <a:cubicBezTo>
                      <a:pt x="1679" y="2149"/>
                      <a:pt x="2148" y="1680"/>
                      <a:pt x="2148" y="1087"/>
                    </a:cubicBezTo>
                    <a:cubicBezTo>
                      <a:pt x="2148" y="495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5" name="Google Shape;4515;p48"/>
              <p:cNvSpPr/>
              <p:nvPr/>
            </p:nvSpPr>
            <p:spPr>
              <a:xfrm>
                <a:off x="5997089" y="50039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1"/>
                    </a:moveTo>
                    <a:cubicBezTo>
                      <a:pt x="469" y="1"/>
                      <a:pt x="0" y="495"/>
                      <a:pt x="0" y="1087"/>
                    </a:cubicBezTo>
                    <a:cubicBezTo>
                      <a:pt x="0" y="1680"/>
                      <a:pt x="469" y="2149"/>
                      <a:pt x="1062" y="2149"/>
                    </a:cubicBezTo>
                    <a:cubicBezTo>
                      <a:pt x="1654" y="2149"/>
                      <a:pt x="2148" y="1680"/>
                      <a:pt x="2148" y="1087"/>
                    </a:cubicBezTo>
                    <a:cubicBezTo>
                      <a:pt x="2148" y="495"/>
                      <a:pt x="1654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6" name="Google Shape;4516;p48"/>
              <p:cNvSpPr/>
              <p:nvPr/>
            </p:nvSpPr>
            <p:spPr>
              <a:xfrm>
                <a:off x="6691351" y="4883025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7" name="Google Shape;4517;p48"/>
              <p:cNvSpPr/>
              <p:nvPr/>
            </p:nvSpPr>
            <p:spPr>
              <a:xfrm>
                <a:off x="657553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69"/>
                      <a:pt x="0" y="1087"/>
                    </a:cubicBezTo>
                    <a:cubicBezTo>
                      <a:pt x="0" y="1679"/>
                      <a:pt x="494" y="2148"/>
                      <a:pt x="1086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8" name="Google Shape;4518;p48"/>
              <p:cNvSpPr/>
              <p:nvPr/>
            </p:nvSpPr>
            <p:spPr>
              <a:xfrm>
                <a:off x="6460020" y="4883025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69"/>
                      <a:pt x="1" y="1087"/>
                    </a:cubicBezTo>
                    <a:cubicBezTo>
                      <a:pt x="1" y="1679"/>
                      <a:pt x="470" y="2148"/>
                      <a:pt x="1063" y="2148"/>
                    </a:cubicBezTo>
                    <a:cubicBezTo>
                      <a:pt x="1655" y="2148"/>
                      <a:pt x="2124" y="1679"/>
                      <a:pt x="2124" y="1087"/>
                    </a:cubicBezTo>
                    <a:cubicBezTo>
                      <a:pt x="2124" y="469"/>
                      <a:pt x="1655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9" name="Google Shape;4519;p48"/>
              <p:cNvSpPr/>
              <p:nvPr/>
            </p:nvSpPr>
            <p:spPr>
              <a:xfrm>
                <a:off x="6344220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0" name="Google Shape;4520;p48"/>
              <p:cNvSpPr/>
              <p:nvPr/>
            </p:nvSpPr>
            <p:spPr>
              <a:xfrm>
                <a:off x="6228408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1" name="Google Shape;4521;p48"/>
              <p:cNvSpPr/>
              <p:nvPr/>
            </p:nvSpPr>
            <p:spPr>
              <a:xfrm>
                <a:off x="6112595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69"/>
                      <a:pt x="0" y="1087"/>
                    </a:cubicBezTo>
                    <a:cubicBezTo>
                      <a:pt x="0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2" name="Google Shape;4522;p48"/>
              <p:cNvSpPr/>
              <p:nvPr/>
            </p:nvSpPr>
            <p:spPr>
              <a:xfrm>
                <a:off x="5997089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23" y="1679"/>
                      <a:pt x="2123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3" name="Google Shape;4523;p48"/>
              <p:cNvSpPr/>
              <p:nvPr/>
            </p:nvSpPr>
            <p:spPr>
              <a:xfrm>
                <a:off x="5881277" y="48830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48"/>
              <p:cNvSpPr/>
              <p:nvPr/>
            </p:nvSpPr>
            <p:spPr>
              <a:xfrm>
                <a:off x="6691351" y="47620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79" y="2149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48"/>
              <p:cNvSpPr/>
              <p:nvPr/>
            </p:nvSpPr>
            <p:spPr>
              <a:xfrm>
                <a:off x="6460020" y="47620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9"/>
                      <a:pt x="1063" y="2149"/>
                    </a:cubicBezTo>
                    <a:cubicBezTo>
                      <a:pt x="1655" y="2149"/>
                      <a:pt x="2124" y="1655"/>
                      <a:pt x="2124" y="1062"/>
                    </a:cubicBezTo>
                    <a:cubicBezTo>
                      <a:pt x="2124" y="470"/>
                      <a:pt x="1655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48"/>
              <p:cNvSpPr/>
              <p:nvPr/>
            </p:nvSpPr>
            <p:spPr>
              <a:xfrm>
                <a:off x="6227195" y="4762143"/>
                <a:ext cx="28733" cy="26173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137" extrusionOk="0">
                    <a:moveTo>
                      <a:pt x="1173" y="1"/>
                    </a:moveTo>
                    <a:cubicBezTo>
                      <a:pt x="902" y="1"/>
                      <a:pt x="630" y="106"/>
                      <a:pt x="420" y="316"/>
                    </a:cubicBezTo>
                    <a:cubicBezTo>
                      <a:pt x="0" y="735"/>
                      <a:pt x="0" y="1402"/>
                      <a:pt x="420" y="1822"/>
                    </a:cubicBezTo>
                    <a:cubicBezTo>
                      <a:pt x="630" y="2031"/>
                      <a:pt x="902" y="2136"/>
                      <a:pt x="1173" y="2136"/>
                    </a:cubicBezTo>
                    <a:cubicBezTo>
                      <a:pt x="1445" y="2136"/>
                      <a:pt x="1716" y="2031"/>
                      <a:pt x="1926" y="1822"/>
                    </a:cubicBezTo>
                    <a:cubicBezTo>
                      <a:pt x="2346" y="1402"/>
                      <a:pt x="2346" y="735"/>
                      <a:pt x="1926" y="316"/>
                    </a:cubicBezTo>
                    <a:cubicBezTo>
                      <a:pt x="1716" y="106"/>
                      <a:pt x="1445" y="1"/>
                      <a:pt x="11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7" name="Google Shape;4527;p48"/>
              <p:cNvSpPr/>
              <p:nvPr/>
            </p:nvSpPr>
            <p:spPr>
              <a:xfrm>
                <a:off x="5997089" y="4762069"/>
                <a:ext cx="26014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9"/>
                      <a:pt x="1062" y="2149"/>
                    </a:cubicBezTo>
                    <a:cubicBezTo>
                      <a:pt x="1654" y="2149"/>
                      <a:pt x="2123" y="1655"/>
                      <a:pt x="2123" y="1062"/>
                    </a:cubicBezTo>
                    <a:cubicBezTo>
                      <a:pt x="2123" y="470"/>
                      <a:pt x="1654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8" name="Google Shape;4528;p48"/>
              <p:cNvSpPr/>
              <p:nvPr/>
            </p:nvSpPr>
            <p:spPr>
              <a:xfrm>
                <a:off x="6691351" y="4641125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9" name="Google Shape;4529;p48"/>
              <p:cNvSpPr/>
              <p:nvPr/>
            </p:nvSpPr>
            <p:spPr>
              <a:xfrm>
                <a:off x="657553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69"/>
                      <a:pt x="0" y="1062"/>
                    </a:cubicBezTo>
                    <a:cubicBezTo>
                      <a:pt x="0" y="1654"/>
                      <a:pt x="494" y="2148"/>
                      <a:pt x="1086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0" name="Google Shape;4530;p48"/>
              <p:cNvSpPr/>
              <p:nvPr/>
            </p:nvSpPr>
            <p:spPr>
              <a:xfrm>
                <a:off x="6460020" y="4641125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69"/>
                      <a:pt x="1" y="1062"/>
                    </a:cubicBezTo>
                    <a:cubicBezTo>
                      <a:pt x="1" y="1654"/>
                      <a:pt x="470" y="2148"/>
                      <a:pt x="1063" y="2148"/>
                    </a:cubicBezTo>
                    <a:cubicBezTo>
                      <a:pt x="1655" y="2148"/>
                      <a:pt x="2124" y="1654"/>
                      <a:pt x="2124" y="1062"/>
                    </a:cubicBezTo>
                    <a:cubicBezTo>
                      <a:pt x="2124" y="469"/>
                      <a:pt x="1655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1" name="Google Shape;4531;p48"/>
              <p:cNvSpPr/>
              <p:nvPr/>
            </p:nvSpPr>
            <p:spPr>
              <a:xfrm>
                <a:off x="6344220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2" name="Google Shape;4532;p48"/>
              <p:cNvSpPr/>
              <p:nvPr/>
            </p:nvSpPr>
            <p:spPr>
              <a:xfrm>
                <a:off x="6228408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3" name="Google Shape;4533;p48"/>
              <p:cNvSpPr/>
              <p:nvPr/>
            </p:nvSpPr>
            <p:spPr>
              <a:xfrm>
                <a:off x="6112595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69"/>
                      <a:pt x="0" y="1062"/>
                    </a:cubicBezTo>
                    <a:cubicBezTo>
                      <a:pt x="0" y="1654"/>
                      <a:pt x="494" y="2148"/>
                      <a:pt x="1087" y="2148"/>
                    </a:cubicBezTo>
                    <a:cubicBezTo>
                      <a:pt x="1679" y="2148"/>
                      <a:pt x="2148" y="1654"/>
                      <a:pt x="2148" y="1062"/>
                    </a:cubicBezTo>
                    <a:cubicBezTo>
                      <a:pt x="2148" y="469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4" name="Google Shape;4534;p48"/>
              <p:cNvSpPr/>
              <p:nvPr/>
            </p:nvSpPr>
            <p:spPr>
              <a:xfrm>
                <a:off x="5997089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5" name="Google Shape;4535;p48"/>
              <p:cNvSpPr/>
              <p:nvPr/>
            </p:nvSpPr>
            <p:spPr>
              <a:xfrm>
                <a:off x="5881277" y="4641125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69"/>
                      <a:pt x="0" y="1062"/>
                    </a:cubicBezTo>
                    <a:cubicBezTo>
                      <a:pt x="0" y="1654"/>
                      <a:pt x="469" y="2148"/>
                      <a:pt x="1062" y="2148"/>
                    </a:cubicBezTo>
                    <a:cubicBezTo>
                      <a:pt x="1654" y="2148"/>
                      <a:pt x="2148" y="1654"/>
                      <a:pt x="2148" y="1062"/>
                    </a:cubicBezTo>
                    <a:cubicBezTo>
                      <a:pt x="2148" y="469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6" name="Google Shape;4536;p48"/>
              <p:cNvSpPr/>
              <p:nvPr/>
            </p:nvSpPr>
            <p:spPr>
              <a:xfrm>
                <a:off x="6691351" y="4520169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7" name="Google Shape;4537;p48"/>
              <p:cNvSpPr/>
              <p:nvPr/>
            </p:nvSpPr>
            <p:spPr>
              <a:xfrm>
                <a:off x="6460020" y="4520169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1"/>
                    </a:moveTo>
                    <a:cubicBezTo>
                      <a:pt x="470" y="1"/>
                      <a:pt x="1" y="470"/>
                      <a:pt x="1" y="1062"/>
                    </a:cubicBezTo>
                    <a:cubicBezTo>
                      <a:pt x="1" y="1655"/>
                      <a:pt x="470" y="2148"/>
                      <a:pt x="1063" y="2148"/>
                    </a:cubicBezTo>
                    <a:cubicBezTo>
                      <a:pt x="1655" y="2148"/>
                      <a:pt x="2124" y="1655"/>
                      <a:pt x="2124" y="1062"/>
                    </a:cubicBezTo>
                    <a:cubicBezTo>
                      <a:pt x="2124" y="470"/>
                      <a:pt x="1655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8" name="Google Shape;4538;p48"/>
              <p:cNvSpPr/>
              <p:nvPr/>
            </p:nvSpPr>
            <p:spPr>
              <a:xfrm>
                <a:off x="6228408" y="4520169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87" y="2148"/>
                    </a:cubicBezTo>
                    <a:cubicBezTo>
                      <a:pt x="1679" y="2148"/>
                      <a:pt x="2148" y="1655"/>
                      <a:pt x="2148" y="1062"/>
                    </a:cubicBezTo>
                    <a:cubicBezTo>
                      <a:pt x="2148" y="470"/>
                      <a:pt x="1679" y="1"/>
                      <a:pt x="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39" name="Google Shape;4539;p48"/>
              <p:cNvSpPr/>
              <p:nvPr/>
            </p:nvSpPr>
            <p:spPr>
              <a:xfrm>
                <a:off x="5997089" y="4520169"/>
                <a:ext cx="26014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2149" extrusionOk="0">
                    <a:moveTo>
                      <a:pt x="1062" y="1"/>
                    </a:moveTo>
                    <a:cubicBezTo>
                      <a:pt x="469" y="1"/>
                      <a:pt x="0" y="470"/>
                      <a:pt x="0" y="1062"/>
                    </a:cubicBezTo>
                    <a:cubicBezTo>
                      <a:pt x="0" y="1655"/>
                      <a:pt x="469" y="2148"/>
                      <a:pt x="1062" y="2148"/>
                    </a:cubicBezTo>
                    <a:cubicBezTo>
                      <a:pt x="1654" y="2148"/>
                      <a:pt x="2123" y="1655"/>
                      <a:pt x="2123" y="1062"/>
                    </a:cubicBezTo>
                    <a:cubicBezTo>
                      <a:pt x="2123" y="470"/>
                      <a:pt x="1654" y="1"/>
                      <a:pt x="10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0" name="Google Shape;4540;p48"/>
              <p:cNvSpPr/>
              <p:nvPr/>
            </p:nvSpPr>
            <p:spPr>
              <a:xfrm>
                <a:off x="6691351" y="4398918"/>
                <a:ext cx="26308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8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1" name="Google Shape;4541;p48"/>
              <p:cNvSpPr/>
              <p:nvPr/>
            </p:nvSpPr>
            <p:spPr>
              <a:xfrm>
                <a:off x="657553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6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679"/>
                      <a:pt x="494" y="2148"/>
                      <a:pt x="1086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2" name="Google Shape;4542;p48"/>
              <p:cNvSpPr/>
              <p:nvPr/>
            </p:nvSpPr>
            <p:spPr>
              <a:xfrm>
                <a:off x="6460020" y="4398918"/>
                <a:ext cx="26026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2149" extrusionOk="0">
                    <a:moveTo>
                      <a:pt x="1063" y="0"/>
                    </a:moveTo>
                    <a:cubicBezTo>
                      <a:pt x="470" y="0"/>
                      <a:pt x="1" y="494"/>
                      <a:pt x="1" y="1087"/>
                    </a:cubicBezTo>
                    <a:cubicBezTo>
                      <a:pt x="1" y="1679"/>
                      <a:pt x="470" y="2148"/>
                      <a:pt x="1063" y="2148"/>
                    </a:cubicBezTo>
                    <a:cubicBezTo>
                      <a:pt x="1655" y="2148"/>
                      <a:pt x="2124" y="1679"/>
                      <a:pt x="2124" y="1087"/>
                    </a:cubicBezTo>
                    <a:cubicBezTo>
                      <a:pt x="2124" y="494"/>
                      <a:pt x="1655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3" name="Google Shape;4543;p48"/>
              <p:cNvSpPr/>
              <p:nvPr/>
            </p:nvSpPr>
            <p:spPr>
              <a:xfrm>
                <a:off x="6344220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4" name="Google Shape;4544;p48"/>
              <p:cNvSpPr/>
              <p:nvPr/>
            </p:nvSpPr>
            <p:spPr>
              <a:xfrm>
                <a:off x="6228408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5" name="Google Shape;4545;p48"/>
              <p:cNvSpPr/>
              <p:nvPr/>
            </p:nvSpPr>
            <p:spPr>
              <a:xfrm>
                <a:off x="6112595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87" y="0"/>
                    </a:moveTo>
                    <a:cubicBezTo>
                      <a:pt x="494" y="0"/>
                      <a:pt x="0" y="494"/>
                      <a:pt x="0" y="1087"/>
                    </a:cubicBezTo>
                    <a:cubicBezTo>
                      <a:pt x="0" y="1679"/>
                      <a:pt x="494" y="2148"/>
                      <a:pt x="1087" y="2148"/>
                    </a:cubicBezTo>
                    <a:cubicBezTo>
                      <a:pt x="1679" y="2148"/>
                      <a:pt x="2148" y="1679"/>
                      <a:pt x="2148" y="1087"/>
                    </a:cubicBezTo>
                    <a:cubicBezTo>
                      <a:pt x="2148" y="494"/>
                      <a:pt x="1679" y="0"/>
                      <a:pt x="10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6" name="Google Shape;4546;p48"/>
              <p:cNvSpPr/>
              <p:nvPr/>
            </p:nvSpPr>
            <p:spPr>
              <a:xfrm>
                <a:off x="5997089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23" y="1679"/>
                      <a:pt x="2123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47" name="Google Shape;4547;p48"/>
              <p:cNvSpPr/>
              <p:nvPr/>
            </p:nvSpPr>
            <p:spPr>
              <a:xfrm>
                <a:off x="5881277" y="4398918"/>
                <a:ext cx="26320" cy="26320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149" extrusionOk="0">
                    <a:moveTo>
                      <a:pt x="1062" y="0"/>
                    </a:moveTo>
                    <a:cubicBezTo>
                      <a:pt x="469" y="0"/>
                      <a:pt x="0" y="494"/>
                      <a:pt x="0" y="1087"/>
                    </a:cubicBezTo>
                    <a:cubicBezTo>
                      <a:pt x="0" y="1679"/>
                      <a:pt x="469" y="2148"/>
                      <a:pt x="1062" y="2148"/>
                    </a:cubicBezTo>
                    <a:cubicBezTo>
                      <a:pt x="1654" y="2148"/>
                      <a:pt x="2148" y="1679"/>
                      <a:pt x="2148" y="1087"/>
                    </a:cubicBezTo>
                    <a:cubicBezTo>
                      <a:pt x="2148" y="494"/>
                      <a:pt x="1654" y="0"/>
                      <a:pt x="10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48" name="Google Shape;4548;p48"/>
            <p:cNvSpPr/>
            <p:nvPr/>
          </p:nvSpPr>
          <p:spPr>
            <a:xfrm>
              <a:off x="5207172" y="4267847"/>
              <a:ext cx="704700" cy="704700"/>
            </a:xfrm>
            <a:prstGeom prst="mathPlus">
              <a:avLst>
                <a:gd name="adj1" fmla="val 17232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549" name="Google Shape;4549;p48"/>
          <p:cNvGrpSpPr/>
          <p:nvPr/>
        </p:nvGrpSpPr>
        <p:grpSpPr>
          <a:xfrm>
            <a:off x="8289795" y="146090"/>
            <a:ext cx="628057" cy="536177"/>
            <a:chOff x="4685700" y="3980900"/>
            <a:chExt cx="391850" cy="334525"/>
          </a:xfrm>
          <a:solidFill>
            <a:srgbClr val="188077"/>
          </a:solidFill>
        </p:grpSpPr>
        <p:sp>
          <p:nvSpPr>
            <p:cNvPr id="4550" name="Google Shape;4550;p48"/>
            <p:cNvSpPr/>
            <p:nvPr/>
          </p:nvSpPr>
          <p:spPr>
            <a:xfrm>
              <a:off x="4857225" y="4066150"/>
              <a:ext cx="220325" cy="249275"/>
            </a:xfrm>
            <a:custGeom>
              <a:avLst/>
              <a:gdLst/>
              <a:ahLst/>
              <a:cxnLst/>
              <a:rect l="l" t="t" r="r" b="b"/>
              <a:pathLst>
                <a:path w="8813" h="9971" extrusionOk="0">
                  <a:moveTo>
                    <a:pt x="5737" y="241"/>
                  </a:moveTo>
                  <a:cubicBezTo>
                    <a:pt x="6269" y="241"/>
                    <a:pt x="6772" y="389"/>
                    <a:pt x="7245" y="685"/>
                  </a:cubicBezTo>
                  <a:cubicBezTo>
                    <a:pt x="7837" y="1099"/>
                    <a:pt x="8251" y="1720"/>
                    <a:pt x="8399" y="2430"/>
                  </a:cubicBezTo>
                  <a:cubicBezTo>
                    <a:pt x="8547" y="3140"/>
                    <a:pt x="8399" y="3849"/>
                    <a:pt x="8014" y="4470"/>
                  </a:cubicBezTo>
                  <a:lnTo>
                    <a:pt x="5353" y="8522"/>
                  </a:lnTo>
                  <a:cubicBezTo>
                    <a:pt x="4939" y="9113"/>
                    <a:pt x="4347" y="9527"/>
                    <a:pt x="3638" y="9675"/>
                  </a:cubicBezTo>
                  <a:cubicBezTo>
                    <a:pt x="3455" y="9713"/>
                    <a:pt x="3271" y="9731"/>
                    <a:pt x="3088" y="9731"/>
                  </a:cubicBezTo>
                  <a:cubicBezTo>
                    <a:pt x="2558" y="9731"/>
                    <a:pt x="2037" y="9576"/>
                    <a:pt x="1597" y="9291"/>
                  </a:cubicBezTo>
                  <a:cubicBezTo>
                    <a:pt x="976" y="8877"/>
                    <a:pt x="562" y="8285"/>
                    <a:pt x="414" y="7575"/>
                  </a:cubicBezTo>
                  <a:cubicBezTo>
                    <a:pt x="266" y="6866"/>
                    <a:pt x="414" y="6126"/>
                    <a:pt x="799" y="5535"/>
                  </a:cubicBezTo>
                  <a:lnTo>
                    <a:pt x="3460" y="1483"/>
                  </a:lnTo>
                  <a:cubicBezTo>
                    <a:pt x="3992" y="685"/>
                    <a:pt x="4850" y="241"/>
                    <a:pt x="5737" y="241"/>
                  </a:cubicBezTo>
                  <a:close/>
                  <a:moveTo>
                    <a:pt x="5756" y="0"/>
                  </a:moveTo>
                  <a:cubicBezTo>
                    <a:pt x="4789" y="0"/>
                    <a:pt x="3836" y="471"/>
                    <a:pt x="3253" y="1336"/>
                  </a:cubicBezTo>
                  <a:lnTo>
                    <a:pt x="592" y="5387"/>
                  </a:lnTo>
                  <a:cubicBezTo>
                    <a:pt x="178" y="6038"/>
                    <a:pt x="0" y="6836"/>
                    <a:pt x="178" y="7605"/>
                  </a:cubicBezTo>
                  <a:cubicBezTo>
                    <a:pt x="325" y="8403"/>
                    <a:pt x="799" y="9054"/>
                    <a:pt x="1449" y="9498"/>
                  </a:cubicBezTo>
                  <a:cubicBezTo>
                    <a:pt x="1952" y="9823"/>
                    <a:pt x="2514" y="9971"/>
                    <a:pt x="3076" y="9971"/>
                  </a:cubicBezTo>
                  <a:cubicBezTo>
                    <a:pt x="3283" y="9971"/>
                    <a:pt x="3490" y="9971"/>
                    <a:pt x="3667" y="9912"/>
                  </a:cubicBezTo>
                  <a:cubicBezTo>
                    <a:pt x="4466" y="9764"/>
                    <a:pt x="5116" y="9320"/>
                    <a:pt x="5560" y="8640"/>
                  </a:cubicBezTo>
                  <a:lnTo>
                    <a:pt x="8221" y="4589"/>
                  </a:lnTo>
                  <a:cubicBezTo>
                    <a:pt x="8665" y="3938"/>
                    <a:pt x="8813" y="3140"/>
                    <a:pt x="8635" y="2371"/>
                  </a:cubicBezTo>
                  <a:cubicBezTo>
                    <a:pt x="8487" y="1602"/>
                    <a:pt x="8044" y="922"/>
                    <a:pt x="7364" y="478"/>
                  </a:cubicBezTo>
                  <a:cubicBezTo>
                    <a:pt x="6868" y="155"/>
                    <a:pt x="6310" y="0"/>
                    <a:pt x="57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1" name="Google Shape;4551;p48"/>
            <p:cNvSpPr/>
            <p:nvPr/>
          </p:nvSpPr>
          <p:spPr>
            <a:xfrm>
              <a:off x="4897875" y="4138225"/>
              <a:ext cx="139750" cy="105500"/>
            </a:xfrm>
            <a:custGeom>
              <a:avLst/>
              <a:gdLst/>
              <a:ahLst/>
              <a:cxnLst/>
              <a:rect l="l" t="t" r="r" b="b"/>
              <a:pathLst>
                <a:path w="5590" h="4220" extrusionOk="0">
                  <a:moveTo>
                    <a:pt x="710" y="286"/>
                  </a:moveTo>
                  <a:lnTo>
                    <a:pt x="5264" y="3303"/>
                  </a:lnTo>
                  <a:lnTo>
                    <a:pt x="4850" y="3924"/>
                  </a:lnTo>
                  <a:lnTo>
                    <a:pt x="296" y="937"/>
                  </a:lnTo>
                  <a:lnTo>
                    <a:pt x="710" y="286"/>
                  </a:lnTo>
                  <a:close/>
                  <a:moveTo>
                    <a:pt x="669" y="1"/>
                  </a:moveTo>
                  <a:cubicBezTo>
                    <a:pt x="637" y="1"/>
                    <a:pt x="609" y="15"/>
                    <a:pt x="592" y="50"/>
                  </a:cubicBezTo>
                  <a:lnTo>
                    <a:pt x="30" y="907"/>
                  </a:lnTo>
                  <a:cubicBezTo>
                    <a:pt x="1" y="937"/>
                    <a:pt x="1" y="966"/>
                    <a:pt x="1" y="996"/>
                  </a:cubicBezTo>
                  <a:cubicBezTo>
                    <a:pt x="30" y="1025"/>
                    <a:pt x="30" y="1055"/>
                    <a:pt x="60" y="1055"/>
                  </a:cubicBezTo>
                  <a:lnTo>
                    <a:pt x="4821" y="4190"/>
                  </a:lnTo>
                  <a:cubicBezTo>
                    <a:pt x="4850" y="4219"/>
                    <a:pt x="4850" y="4219"/>
                    <a:pt x="4880" y="4219"/>
                  </a:cubicBezTo>
                  <a:lnTo>
                    <a:pt x="4910" y="4219"/>
                  </a:lnTo>
                  <a:cubicBezTo>
                    <a:pt x="4939" y="4219"/>
                    <a:pt x="4969" y="4190"/>
                    <a:pt x="4998" y="4160"/>
                  </a:cubicBezTo>
                  <a:lnTo>
                    <a:pt x="5531" y="3332"/>
                  </a:lnTo>
                  <a:cubicBezTo>
                    <a:pt x="5590" y="3273"/>
                    <a:pt x="5560" y="3184"/>
                    <a:pt x="5501" y="3155"/>
                  </a:cubicBezTo>
                  <a:lnTo>
                    <a:pt x="740" y="20"/>
                  </a:lnTo>
                  <a:cubicBezTo>
                    <a:pt x="715" y="8"/>
                    <a:pt x="691" y="1"/>
                    <a:pt x="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2" name="Google Shape;4552;p48"/>
            <p:cNvSpPr/>
            <p:nvPr/>
          </p:nvSpPr>
          <p:spPr>
            <a:xfrm>
              <a:off x="4951100" y="4082200"/>
              <a:ext cx="71750" cy="31400"/>
            </a:xfrm>
            <a:custGeom>
              <a:avLst/>
              <a:gdLst/>
              <a:ahLst/>
              <a:cxnLst/>
              <a:rect l="l" t="t" r="r" b="b"/>
              <a:pathLst>
                <a:path w="2870" h="1256" extrusionOk="0">
                  <a:moveTo>
                    <a:pt x="1997" y="1"/>
                  </a:moveTo>
                  <a:cubicBezTo>
                    <a:pt x="1217" y="1"/>
                    <a:pt x="474" y="383"/>
                    <a:pt x="30" y="1049"/>
                  </a:cubicBezTo>
                  <a:cubicBezTo>
                    <a:pt x="1" y="1108"/>
                    <a:pt x="30" y="1196"/>
                    <a:pt x="90" y="1226"/>
                  </a:cubicBezTo>
                  <a:cubicBezTo>
                    <a:pt x="90" y="1226"/>
                    <a:pt x="119" y="1256"/>
                    <a:pt x="149" y="1256"/>
                  </a:cubicBezTo>
                  <a:cubicBezTo>
                    <a:pt x="178" y="1256"/>
                    <a:pt x="237" y="1226"/>
                    <a:pt x="237" y="1196"/>
                  </a:cubicBezTo>
                  <a:cubicBezTo>
                    <a:pt x="633" y="582"/>
                    <a:pt x="1289" y="244"/>
                    <a:pt x="1976" y="244"/>
                  </a:cubicBezTo>
                  <a:cubicBezTo>
                    <a:pt x="2214" y="244"/>
                    <a:pt x="2456" y="285"/>
                    <a:pt x="2692" y="368"/>
                  </a:cubicBezTo>
                  <a:cubicBezTo>
                    <a:pt x="2708" y="376"/>
                    <a:pt x="2724" y="380"/>
                    <a:pt x="2739" y="380"/>
                  </a:cubicBezTo>
                  <a:cubicBezTo>
                    <a:pt x="2781" y="380"/>
                    <a:pt x="2818" y="352"/>
                    <a:pt x="2840" y="309"/>
                  </a:cubicBezTo>
                  <a:cubicBezTo>
                    <a:pt x="2869" y="220"/>
                    <a:pt x="2840" y="161"/>
                    <a:pt x="2781" y="132"/>
                  </a:cubicBezTo>
                  <a:cubicBezTo>
                    <a:pt x="2522" y="43"/>
                    <a:pt x="2258" y="1"/>
                    <a:pt x="19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3" name="Google Shape;4553;p48"/>
            <p:cNvSpPr/>
            <p:nvPr/>
          </p:nvSpPr>
          <p:spPr>
            <a:xfrm>
              <a:off x="4939275" y="4116250"/>
              <a:ext cx="12600" cy="15825"/>
            </a:xfrm>
            <a:custGeom>
              <a:avLst/>
              <a:gdLst/>
              <a:ahLst/>
              <a:cxnLst/>
              <a:rect l="l" t="t" r="r" b="b"/>
              <a:pathLst>
                <a:path w="504" h="633" extrusionOk="0">
                  <a:moveTo>
                    <a:pt x="392" y="0"/>
                  </a:moveTo>
                  <a:cubicBezTo>
                    <a:pt x="342" y="0"/>
                    <a:pt x="288" y="28"/>
                    <a:pt x="267" y="71"/>
                  </a:cubicBezTo>
                  <a:lnTo>
                    <a:pt x="30" y="426"/>
                  </a:lnTo>
                  <a:cubicBezTo>
                    <a:pt x="1" y="485"/>
                    <a:pt x="1" y="574"/>
                    <a:pt x="60" y="603"/>
                  </a:cubicBezTo>
                  <a:cubicBezTo>
                    <a:pt x="89" y="603"/>
                    <a:pt x="119" y="633"/>
                    <a:pt x="148" y="633"/>
                  </a:cubicBezTo>
                  <a:cubicBezTo>
                    <a:pt x="178" y="633"/>
                    <a:pt x="208" y="603"/>
                    <a:pt x="237" y="574"/>
                  </a:cubicBezTo>
                  <a:lnTo>
                    <a:pt x="474" y="189"/>
                  </a:lnTo>
                  <a:cubicBezTo>
                    <a:pt x="503" y="130"/>
                    <a:pt x="503" y="71"/>
                    <a:pt x="444" y="12"/>
                  </a:cubicBezTo>
                  <a:cubicBezTo>
                    <a:pt x="428" y="4"/>
                    <a:pt x="410" y="0"/>
                    <a:pt x="3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4" name="Google Shape;4554;p48"/>
            <p:cNvSpPr/>
            <p:nvPr/>
          </p:nvSpPr>
          <p:spPr>
            <a:xfrm>
              <a:off x="4685700" y="3980900"/>
              <a:ext cx="200375" cy="264300"/>
            </a:xfrm>
            <a:custGeom>
              <a:avLst/>
              <a:gdLst/>
              <a:ahLst/>
              <a:cxnLst/>
              <a:rect l="l" t="t" r="r" b="b"/>
              <a:pathLst>
                <a:path w="8015" h="10572" extrusionOk="0">
                  <a:moveTo>
                    <a:pt x="4702" y="251"/>
                  </a:moveTo>
                  <a:cubicBezTo>
                    <a:pt x="4968" y="251"/>
                    <a:pt x="5235" y="280"/>
                    <a:pt x="5471" y="369"/>
                  </a:cubicBezTo>
                  <a:cubicBezTo>
                    <a:pt x="6920" y="783"/>
                    <a:pt x="7748" y="2321"/>
                    <a:pt x="7305" y="3740"/>
                  </a:cubicBezTo>
                  <a:lnTo>
                    <a:pt x="5915" y="8383"/>
                  </a:lnTo>
                  <a:cubicBezTo>
                    <a:pt x="5708" y="9093"/>
                    <a:pt x="5235" y="9655"/>
                    <a:pt x="4614" y="10010"/>
                  </a:cubicBezTo>
                  <a:cubicBezTo>
                    <a:pt x="4199" y="10217"/>
                    <a:pt x="3749" y="10328"/>
                    <a:pt x="3301" y="10328"/>
                  </a:cubicBezTo>
                  <a:cubicBezTo>
                    <a:pt x="3045" y="10328"/>
                    <a:pt x="2791" y="10292"/>
                    <a:pt x="2544" y="10217"/>
                  </a:cubicBezTo>
                  <a:cubicBezTo>
                    <a:pt x="1095" y="9773"/>
                    <a:pt x="267" y="8265"/>
                    <a:pt x="710" y="6816"/>
                  </a:cubicBezTo>
                  <a:lnTo>
                    <a:pt x="2100" y="2173"/>
                  </a:lnTo>
                  <a:cubicBezTo>
                    <a:pt x="2307" y="1493"/>
                    <a:pt x="2780" y="931"/>
                    <a:pt x="3401" y="576"/>
                  </a:cubicBezTo>
                  <a:cubicBezTo>
                    <a:pt x="3815" y="369"/>
                    <a:pt x="4259" y="251"/>
                    <a:pt x="4702" y="251"/>
                  </a:cubicBezTo>
                  <a:close/>
                  <a:moveTo>
                    <a:pt x="4685" y="0"/>
                  </a:moveTo>
                  <a:cubicBezTo>
                    <a:pt x="4202" y="0"/>
                    <a:pt x="3725" y="118"/>
                    <a:pt x="3283" y="339"/>
                  </a:cubicBezTo>
                  <a:cubicBezTo>
                    <a:pt x="2603" y="724"/>
                    <a:pt x="2100" y="1345"/>
                    <a:pt x="1863" y="2114"/>
                  </a:cubicBezTo>
                  <a:lnTo>
                    <a:pt x="474" y="6757"/>
                  </a:lnTo>
                  <a:cubicBezTo>
                    <a:pt x="0" y="8324"/>
                    <a:pt x="888" y="9980"/>
                    <a:pt x="2455" y="10453"/>
                  </a:cubicBezTo>
                  <a:cubicBezTo>
                    <a:pt x="2751" y="10542"/>
                    <a:pt x="3017" y="10571"/>
                    <a:pt x="3312" y="10571"/>
                  </a:cubicBezTo>
                  <a:cubicBezTo>
                    <a:pt x="3786" y="10571"/>
                    <a:pt x="4288" y="10453"/>
                    <a:pt x="4732" y="10217"/>
                  </a:cubicBezTo>
                  <a:cubicBezTo>
                    <a:pt x="5412" y="9832"/>
                    <a:pt x="5915" y="9211"/>
                    <a:pt x="6151" y="8442"/>
                  </a:cubicBezTo>
                  <a:lnTo>
                    <a:pt x="7541" y="3829"/>
                  </a:lnTo>
                  <a:cubicBezTo>
                    <a:pt x="8014" y="2262"/>
                    <a:pt x="7127" y="605"/>
                    <a:pt x="5560" y="132"/>
                  </a:cubicBezTo>
                  <a:cubicBezTo>
                    <a:pt x="5270" y="43"/>
                    <a:pt x="4977" y="0"/>
                    <a:pt x="46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5" name="Google Shape;4555;p48"/>
            <p:cNvSpPr/>
            <p:nvPr/>
          </p:nvSpPr>
          <p:spPr>
            <a:xfrm>
              <a:off x="4710825" y="4077350"/>
              <a:ext cx="150100" cy="71000"/>
            </a:xfrm>
            <a:custGeom>
              <a:avLst/>
              <a:gdLst/>
              <a:ahLst/>
              <a:cxnLst/>
              <a:rect l="l" t="t" r="r" b="b"/>
              <a:pathLst>
                <a:path w="6004" h="2840" extrusionOk="0">
                  <a:moveTo>
                    <a:pt x="504" y="296"/>
                  </a:moveTo>
                  <a:lnTo>
                    <a:pt x="5708" y="1834"/>
                  </a:lnTo>
                  <a:lnTo>
                    <a:pt x="5501" y="2573"/>
                  </a:lnTo>
                  <a:lnTo>
                    <a:pt x="297" y="1006"/>
                  </a:lnTo>
                  <a:lnTo>
                    <a:pt x="504" y="296"/>
                  </a:lnTo>
                  <a:close/>
                  <a:moveTo>
                    <a:pt x="444" y="0"/>
                  </a:moveTo>
                  <a:cubicBezTo>
                    <a:pt x="415" y="0"/>
                    <a:pt x="385" y="0"/>
                    <a:pt x="356" y="30"/>
                  </a:cubicBezTo>
                  <a:cubicBezTo>
                    <a:pt x="326" y="30"/>
                    <a:pt x="326" y="60"/>
                    <a:pt x="297" y="89"/>
                  </a:cubicBezTo>
                  <a:lnTo>
                    <a:pt x="30" y="1065"/>
                  </a:lnTo>
                  <a:cubicBezTo>
                    <a:pt x="1" y="1124"/>
                    <a:pt x="30" y="1183"/>
                    <a:pt x="90" y="1213"/>
                  </a:cubicBezTo>
                  <a:lnTo>
                    <a:pt x="5560" y="2839"/>
                  </a:lnTo>
                  <a:lnTo>
                    <a:pt x="5649" y="2839"/>
                  </a:lnTo>
                  <a:cubicBezTo>
                    <a:pt x="5679" y="2810"/>
                    <a:pt x="5679" y="2780"/>
                    <a:pt x="5708" y="2751"/>
                  </a:cubicBezTo>
                  <a:lnTo>
                    <a:pt x="5974" y="1804"/>
                  </a:lnTo>
                  <a:cubicBezTo>
                    <a:pt x="6004" y="1745"/>
                    <a:pt x="5974" y="1657"/>
                    <a:pt x="5915" y="1657"/>
                  </a:cubicBezTo>
                  <a:lnTo>
                    <a:pt x="4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6" name="Google Shape;4556;p48"/>
            <p:cNvSpPr/>
            <p:nvPr/>
          </p:nvSpPr>
          <p:spPr>
            <a:xfrm>
              <a:off x="4747050" y="3996675"/>
              <a:ext cx="62125" cy="45950"/>
            </a:xfrm>
            <a:custGeom>
              <a:avLst/>
              <a:gdLst/>
              <a:ahLst/>
              <a:cxnLst/>
              <a:rect l="l" t="t" r="r" b="b"/>
              <a:pathLst>
                <a:path w="2485" h="1838" extrusionOk="0">
                  <a:moveTo>
                    <a:pt x="2238" y="0"/>
                  </a:moveTo>
                  <a:cubicBezTo>
                    <a:pt x="1224" y="0"/>
                    <a:pt x="314" y="667"/>
                    <a:pt x="30" y="1660"/>
                  </a:cubicBezTo>
                  <a:cubicBezTo>
                    <a:pt x="1" y="1719"/>
                    <a:pt x="30" y="1808"/>
                    <a:pt x="90" y="1808"/>
                  </a:cubicBezTo>
                  <a:cubicBezTo>
                    <a:pt x="119" y="1838"/>
                    <a:pt x="119" y="1838"/>
                    <a:pt x="149" y="1838"/>
                  </a:cubicBezTo>
                  <a:cubicBezTo>
                    <a:pt x="178" y="1838"/>
                    <a:pt x="237" y="1778"/>
                    <a:pt x="267" y="1749"/>
                  </a:cubicBezTo>
                  <a:cubicBezTo>
                    <a:pt x="521" y="846"/>
                    <a:pt x="1313" y="266"/>
                    <a:pt x="2233" y="266"/>
                  </a:cubicBezTo>
                  <a:cubicBezTo>
                    <a:pt x="2277" y="266"/>
                    <a:pt x="2322" y="268"/>
                    <a:pt x="2367" y="270"/>
                  </a:cubicBezTo>
                  <a:cubicBezTo>
                    <a:pt x="2426" y="270"/>
                    <a:pt x="2485" y="211"/>
                    <a:pt x="2485" y="152"/>
                  </a:cubicBezTo>
                  <a:cubicBezTo>
                    <a:pt x="2485" y="63"/>
                    <a:pt x="2455" y="4"/>
                    <a:pt x="2367" y="4"/>
                  </a:cubicBezTo>
                  <a:cubicBezTo>
                    <a:pt x="2324" y="2"/>
                    <a:pt x="2281" y="0"/>
                    <a:pt x="22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7" name="Google Shape;4557;p48"/>
            <p:cNvSpPr/>
            <p:nvPr/>
          </p:nvSpPr>
          <p:spPr>
            <a:xfrm>
              <a:off x="4740400" y="4046750"/>
              <a:ext cx="10375" cy="16575"/>
            </a:xfrm>
            <a:custGeom>
              <a:avLst/>
              <a:gdLst/>
              <a:ahLst/>
              <a:cxnLst/>
              <a:rect l="l" t="t" r="r" b="b"/>
              <a:pathLst>
                <a:path w="415" h="663" extrusionOk="0">
                  <a:moveTo>
                    <a:pt x="265" y="1"/>
                  </a:moveTo>
                  <a:cubicBezTo>
                    <a:pt x="210" y="1"/>
                    <a:pt x="171" y="34"/>
                    <a:pt x="149" y="101"/>
                  </a:cubicBezTo>
                  <a:lnTo>
                    <a:pt x="30" y="515"/>
                  </a:lnTo>
                  <a:cubicBezTo>
                    <a:pt x="1" y="574"/>
                    <a:pt x="60" y="633"/>
                    <a:pt x="119" y="663"/>
                  </a:cubicBezTo>
                  <a:lnTo>
                    <a:pt x="149" y="663"/>
                  </a:lnTo>
                  <a:cubicBezTo>
                    <a:pt x="208" y="663"/>
                    <a:pt x="267" y="633"/>
                    <a:pt x="267" y="574"/>
                  </a:cubicBezTo>
                  <a:lnTo>
                    <a:pt x="385" y="160"/>
                  </a:lnTo>
                  <a:cubicBezTo>
                    <a:pt x="415" y="101"/>
                    <a:pt x="385" y="42"/>
                    <a:pt x="326" y="12"/>
                  </a:cubicBezTo>
                  <a:cubicBezTo>
                    <a:pt x="304" y="5"/>
                    <a:pt x="283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3" name="Picture 2" descr="WhatsApp Image 2026-01-07 at 7.09.04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2735" y="204470"/>
            <a:ext cx="2917190" cy="4784090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4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4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000"/>
                                        <p:tgtEl>
                                          <p:spTgt spid="4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000"/>
                                        <p:tgtEl>
                                          <p:spTgt spid="4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000"/>
                                        <p:tgtEl>
                                          <p:spTgt spid="4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1000"/>
                                        <p:tgtEl>
                                          <p:spTgt spid="4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1000"/>
                                        <p:tgtEl>
                                          <p:spTgt spid="4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1000"/>
                                        <p:tgtEl>
                                          <p:spTgt spid="44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1000"/>
                                        <p:tgtEl>
                                          <p:spTgt spid="44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7" grpId="0"/>
      <p:bldP spid="4458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3"/>
        </a:solidFill>
        <a:effectLst/>
      </p:bgPr>
    </p:bg>
    <p:spTree>
      <p:nvGrpSpPr>
        <p:cNvPr id="1" name="Shape 4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5" name="Google Shape;4405;p47"/>
          <p:cNvSpPr txBox="1"/>
          <p:nvPr>
            <p:custDataLst>
              <p:tags r:id="rId1"/>
            </p:custDataLst>
          </p:nvPr>
        </p:nvSpPr>
        <p:spPr>
          <a:xfrm>
            <a:off x="781613" y="1791944"/>
            <a:ext cx="18336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Frontend</a:t>
            </a:r>
            <a:endParaRPr lang="en-US" altLang="en-GB" sz="1800" b="1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</p:txBody>
      </p:sp>
      <p:sp>
        <p:nvSpPr>
          <p:cNvPr id="4406" name="Google Shape;4406;p47"/>
          <p:cNvSpPr txBox="1"/>
          <p:nvPr>
            <p:custDataLst>
              <p:tags r:id="rId2"/>
            </p:custDataLst>
          </p:nvPr>
        </p:nvSpPr>
        <p:spPr>
          <a:xfrm>
            <a:off x="781613" y="2271944"/>
            <a:ext cx="1833600" cy="8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React.js, Next.js, TypeScript</a:t>
            </a:r>
            <a:endParaRPr lang="en-US" altLang="en-US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WebSocket for real-time updates</a:t>
            </a:r>
            <a:endParaRPr lang="en-US" altLang="en-US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PWA for mobile experience</a:t>
            </a:r>
            <a:endParaRPr lang="en-US" altLang="en-US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</p:txBody>
      </p:sp>
      <p:sp>
        <p:nvSpPr>
          <p:cNvPr id="4408" name="Google Shape;4408;p47"/>
          <p:cNvSpPr txBox="1"/>
          <p:nvPr>
            <p:custDataLst>
              <p:tags r:id="rId3"/>
            </p:custDataLst>
          </p:nvPr>
        </p:nvSpPr>
        <p:spPr>
          <a:xfrm>
            <a:off x="2697338" y="1791944"/>
            <a:ext cx="18336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Backend</a:t>
            </a:r>
            <a:endParaRPr lang="en-US" altLang="en-GB" sz="1800" b="1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</p:txBody>
      </p:sp>
      <p:sp>
        <p:nvSpPr>
          <p:cNvPr id="4409" name="Google Shape;4409;p47"/>
          <p:cNvSpPr txBox="1"/>
          <p:nvPr>
            <p:custDataLst>
              <p:tags r:id="rId4"/>
            </p:custDataLst>
          </p:nvPr>
        </p:nvSpPr>
        <p:spPr>
          <a:xfrm>
            <a:off x="2697338" y="2271944"/>
            <a:ext cx="1833600" cy="8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Node.js, Express.js</a:t>
            </a:r>
            <a:endParaRPr lang="en-US" altLang="en-US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JWT Authentication, REST APIs</a:t>
            </a:r>
            <a:endParaRPr lang="en-US" altLang="en-US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WebRTC for video calls</a:t>
            </a:r>
            <a:endParaRPr lang="en-US" altLang="en-US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</p:txBody>
      </p:sp>
      <p:sp>
        <p:nvSpPr>
          <p:cNvPr id="4410" name="Google Shape;4410;p47"/>
          <p:cNvSpPr txBox="1"/>
          <p:nvPr>
            <p:custDataLst>
              <p:tags r:id="rId5"/>
            </p:custDataLst>
          </p:nvPr>
        </p:nvSpPr>
        <p:spPr>
          <a:xfrm>
            <a:off x="4613063" y="1791944"/>
            <a:ext cx="18336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AI/ML</a:t>
            </a:r>
            <a:endParaRPr lang="en-US" altLang="en-GB" sz="1800" b="1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</p:txBody>
      </p:sp>
      <p:sp>
        <p:nvSpPr>
          <p:cNvPr id="4411" name="Google Shape;4411;p47"/>
          <p:cNvSpPr txBox="1"/>
          <p:nvPr>
            <p:custDataLst>
              <p:tags r:id="rId6"/>
            </p:custDataLst>
          </p:nvPr>
        </p:nvSpPr>
        <p:spPr>
          <a:xfrm>
            <a:off x="4613275" y="2272030"/>
            <a:ext cx="1799590" cy="808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Python, TensorFlow/PyTorch</a:t>
            </a:r>
            <a:endParaRPr lang="en-US" altLang="en-US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BERT for NLP, Google Vision OCR</a:t>
            </a:r>
            <a:endParaRPr lang="en-US" altLang="en-US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Medical knowledge graphs</a:t>
            </a:r>
            <a:endParaRPr lang="en-US" altLang="en-US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</p:txBody>
      </p:sp>
      <p:sp>
        <p:nvSpPr>
          <p:cNvPr id="4412" name="Google Shape;4412;p47"/>
          <p:cNvSpPr txBox="1"/>
          <p:nvPr>
            <p:custDataLst>
              <p:tags r:id="rId7"/>
            </p:custDataLst>
          </p:nvPr>
        </p:nvSpPr>
        <p:spPr>
          <a:xfrm>
            <a:off x="6580223" y="1791944"/>
            <a:ext cx="18336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Database</a:t>
            </a:r>
            <a:endParaRPr lang="en-US" altLang="en-GB" sz="1800" b="1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</p:txBody>
      </p:sp>
      <p:sp>
        <p:nvSpPr>
          <p:cNvPr id="4413" name="Google Shape;4413;p47"/>
          <p:cNvSpPr txBox="1"/>
          <p:nvPr>
            <p:custDataLst>
              <p:tags r:id="rId8"/>
            </p:custDataLst>
          </p:nvPr>
        </p:nvSpPr>
        <p:spPr>
          <a:xfrm>
            <a:off x="6537678" y="2271944"/>
            <a:ext cx="1833600" cy="8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PostgreSQL, Redis</a:t>
            </a:r>
            <a:endParaRPr lang="en-US" altLang="en-US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Google Cloud Platform</a:t>
            </a:r>
            <a:endParaRPr lang="en-US" altLang="en-US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Docker containers</a:t>
            </a:r>
            <a:endParaRPr lang="en-US" altLang="en-US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</p:txBody>
      </p:sp>
      <p:sp>
        <p:nvSpPr>
          <p:cNvPr id="4414" name="Google Shape;4414;p47"/>
          <p:cNvSpPr/>
          <p:nvPr/>
        </p:nvSpPr>
        <p:spPr>
          <a:xfrm>
            <a:off x="2878455" y="917575"/>
            <a:ext cx="3024505" cy="480060"/>
          </a:xfrm>
          <a:prstGeom prst="roundRect">
            <a:avLst>
              <a:gd name="adj" fmla="val 50000"/>
            </a:avLst>
          </a:prstGeom>
          <a:solidFill>
            <a:srgbClr val="1880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rgbClr val="F9FBEE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Technology Stack</a:t>
            </a:r>
            <a:endParaRPr lang="en-US" altLang="en-GB" sz="1800" b="1">
              <a:solidFill>
                <a:srgbClr val="F9FBEE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</p:txBody>
      </p:sp>
      <p:cxnSp>
        <p:nvCxnSpPr>
          <p:cNvPr id="4415" name="Google Shape;4415;p47"/>
          <p:cNvCxnSpPr>
            <a:stCxn id="4414" idx="2"/>
            <a:endCxn id="4405" idx="0"/>
          </p:cNvCxnSpPr>
          <p:nvPr/>
        </p:nvCxnSpPr>
        <p:spPr>
          <a:xfrm rot="5400000">
            <a:off x="2847658" y="248603"/>
            <a:ext cx="394335" cy="26924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16" name="Google Shape;4416;p47"/>
          <p:cNvCxnSpPr>
            <a:stCxn id="4414" idx="2"/>
            <a:endCxn id="4408" idx="0"/>
          </p:cNvCxnSpPr>
          <p:nvPr/>
        </p:nvCxnSpPr>
        <p:spPr>
          <a:xfrm rot="5400000">
            <a:off x="3805555" y="1206500"/>
            <a:ext cx="394335" cy="776605"/>
          </a:xfrm>
          <a:prstGeom prst="bentConnector3">
            <a:avLst>
              <a:gd name="adj1" fmla="val 5008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17" name="Google Shape;4417;p47"/>
          <p:cNvCxnSpPr>
            <a:stCxn id="4414" idx="2"/>
            <a:endCxn id="4410" idx="0"/>
          </p:cNvCxnSpPr>
          <p:nvPr/>
        </p:nvCxnSpPr>
        <p:spPr>
          <a:xfrm rot="5400000" flipV="1">
            <a:off x="4763453" y="1025208"/>
            <a:ext cx="394335" cy="113919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18" name="Google Shape;4418;p47"/>
          <p:cNvCxnSpPr>
            <a:stCxn id="4414" idx="2"/>
          </p:cNvCxnSpPr>
          <p:nvPr/>
        </p:nvCxnSpPr>
        <p:spPr>
          <a:xfrm rot="5400000" flipV="1">
            <a:off x="5721350" y="67310"/>
            <a:ext cx="394335" cy="3054985"/>
          </a:xfrm>
          <a:prstGeom prst="bentConnector3">
            <a:avLst>
              <a:gd name="adj1" fmla="val 5008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51" name="Google Shape;4451;p47"/>
          <p:cNvSpPr/>
          <p:nvPr/>
        </p:nvSpPr>
        <p:spPr>
          <a:xfrm>
            <a:off x="5620560" y="746440"/>
            <a:ext cx="394500" cy="3945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52" name="Google Shape;4452;p47"/>
          <p:cNvSpPr/>
          <p:nvPr>
            <p:custDataLst>
              <p:tags r:id="rId9"/>
            </p:custDataLst>
          </p:nvPr>
        </p:nvSpPr>
        <p:spPr>
          <a:xfrm>
            <a:off x="5820870" y="617590"/>
            <a:ext cx="394500" cy="3945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4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1000"/>
                                        <p:tgtEl>
                                          <p:spTgt spid="4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1000"/>
                                        <p:tgtEl>
                                          <p:spTgt spid="4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1000"/>
                                        <p:tgtEl>
                                          <p:spTgt spid="4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1000"/>
                                        <p:tgtEl>
                                          <p:spTgt spid="4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4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1000"/>
                                        <p:tgtEl>
                                          <p:spTgt spid="4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1000"/>
                                        <p:tgtEl>
                                          <p:spTgt spid="4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1000"/>
                                        <p:tgtEl>
                                          <p:spTgt spid="4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1000"/>
                                        <p:tgtEl>
                                          <p:spTgt spid="4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1000"/>
                                        <p:tgtEl>
                                          <p:spTgt spid="4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1000"/>
                                        <p:tgtEl>
                                          <p:spTgt spid="4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1000"/>
                                        <p:tgtEl>
                                          <p:spTgt spid="4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1000"/>
                                        <p:tgtEl>
                                          <p:spTgt spid="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1000"/>
                                        <p:tgtEl>
                                          <p:spTgt spid="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5" grpId="0"/>
      <p:bldP spid="4406" grpId="0"/>
      <p:bldP spid="4408" grpId="0"/>
      <p:bldP spid="4409" grpId="0"/>
      <p:bldP spid="4410" grpId="0"/>
      <p:bldP spid="4411" grpId="0"/>
      <p:bldP spid="4412" grpId="0"/>
      <p:bldP spid="4413" grpId="0"/>
      <p:bldP spid="4414" grpId="0" animBg="1"/>
      <p:bldP spid="4451" grpId="0" animBg="1"/>
      <p:bldP spid="445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3"/>
        </a:solidFill>
        <a:effectLst/>
      </p:bgPr>
    </p:bg>
    <p:spTree>
      <p:nvGrpSpPr>
        <p:cNvPr id="1" name="Shape 4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2" name="Google Shape;4292;p41"/>
          <p:cNvSpPr txBox="1">
            <a:spLocks noGrp="1"/>
          </p:cNvSpPr>
          <p:nvPr>
            <p:ph type="subTitle" idx="1"/>
          </p:nvPr>
        </p:nvSpPr>
        <p:spPr>
          <a:xfrm>
            <a:off x="1522250" y="2824325"/>
            <a:ext cx="2746800" cy="4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Challenge 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93" name="Google Shape;4293;p41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IMPLEMENTATION CHALLENGES &amp; SOLUTIONS</a:t>
            </a:r>
            <a:endParaRPr lang="en-US" altLang="en-GB" b="0">
              <a:latin typeface="Times New Roman" panose="02020603050405020304" charset="0"/>
              <a:ea typeface="Red Hat Display Medium" panose="02010303040201060303"/>
              <a:cs typeface="Times New Roman" panose="02020603050405020304" charset="0"/>
              <a:sym typeface="Red Hat Display Medium" panose="02010303040201060303"/>
            </a:endParaRPr>
          </a:p>
        </p:txBody>
      </p:sp>
      <p:sp>
        <p:nvSpPr>
          <p:cNvPr id="4294" name="Google Shape;4294;p41"/>
          <p:cNvSpPr txBox="1">
            <a:spLocks noGrp="1"/>
          </p:cNvSpPr>
          <p:nvPr>
            <p:ph type="subTitle" idx="2"/>
          </p:nvPr>
        </p:nvSpPr>
        <p:spPr>
          <a:xfrm>
            <a:off x="1522250" y="3304325"/>
            <a:ext cx="2746800" cy="10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AI Accuracy in Medical Context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95" name="Google Shape;4295;p41"/>
          <p:cNvSpPr txBox="1">
            <a:spLocks noGrp="1"/>
          </p:cNvSpPr>
          <p:nvPr>
            <p:ph type="subTitle" idx="3"/>
          </p:nvPr>
        </p:nvSpPr>
        <p:spPr>
          <a:xfrm>
            <a:off x="4874950" y="2824325"/>
            <a:ext cx="2746800" cy="4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Solution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96" name="Google Shape;4296;p41"/>
          <p:cNvSpPr txBox="1">
            <a:spLocks noGrp="1"/>
          </p:cNvSpPr>
          <p:nvPr>
            <p:ph type="subTitle" idx="4"/>
          </p:nvPr>
        </p:nvSpPr>
        <p:spPr>
          <a:xfrm>
            <a:off x="4874950" y="3304325"/>
            <a:ext cx="2746800" cy="10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Confidence thresholding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Human escalation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Multi-model ensemble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97" name="Google Shape;4297;p41"/>
          <p:cNvSpPr/>
          <p:nvPr/>
        </p:nvSpPr>
        <p:spPr>
          <a:xfrm>
            <a:off x="2413100" y="1758353"/>
            <a:ext cx="965100" cy="965100"/>
          </a:xfrm>
          <a:prstGeom prst="ellipse">
            <a:avLst/>
          </a:prstGeom>
          <a:solidFill>
            <a:srgbClr val="1880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98" name="Google Shape;4298;p41"/>
          <p:cNvSpPr/>
          <p:nvPr/>
        </p:nvSpPr>
        <p:spPr>
          <a:xfrm>
            <a:off x="5765800" y="1758353"/>
            <a:ext cx="965100" cy="965100"/>
          </a:xfrm>
          <a:prstGeom prst="ellipse">
            <a:avLst/>
          </a:prstGeom>
          <a:solidFill>
            <a:srgbClr val="1880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302" name="Google Shape;5302;p59"/>
          <p:cNvGrpSpPr/>
          <p:nvPr/>
        </p:nvGrpSpPr>
        <p:grpSpPr>
          <a:xfrm>
            <a:off x="2686233" y="2042862"/>
            <a:ext cx="410848" cy="408725"/>
            <a:chOff x="1931853" y="2736511"/>
            <a:chExt cx="410848" cy="408725"/>
          </a:xfrm>
          <a:solidFill>
            <a:srgbClr val="F9FBEE"/>
          </a:solidFill>
        </p:grpSpPr>
        <p:sp>
          <p:nvSpPr>
            <p:cNvPr id="5303" name="Google Shape;5303;p59"/>
            <p:cNvSpPr/>
            <p:nvPr/>
          </p:nvSpPr>
          <p:spPr>
            <a:xfrm>
              <a:off x="1934393" y="2736511"/>
              <a:ext cx="407490" cy="408725"/>
            </a:xfrm>
            <a:custGeom>
              <a:avLst/>
              <a:gdLst/>
              <a:ahLst/>
              <a:cxnLst/>
              <a:rect l="l" t="t" r="r" b="b"/>
              <a:pathLst>
                <a:path w="11551" h="11586" extrusionOk="0">
                  <a:moveTo>
                    <a:pt x="9859" y="345"/>
                  </a:moveTo>
                  <a:lnTo>
                    <a:pt x="11169" y="1655"/>
                  </a:lnTo>
                  <a:cubicBezTo>
                    <a:pt x="11169" y="1679"/>
                    <a:pt x="11169" y="1703"/>
                    <a:pt x="11169" y="1703"/>
                  </a:cubicBezTo>
                  <a:lnTo>
                    <a:pt x="10836" y="2036"/>
                  </a:lnTo>
                  <a:cubicBezTo>
                    <a:pt x="10824" y="2048"/>
                    <a:pt x="10812" y="2054"/>
                    <a:pt x="10803" y="2054"/>
                  </a:cubicBezTo>
                  <a:cubicBezTo>
                    <a:pt x="10794" y="2054"/>
                    <a:pt x="10788" y="2048"/>
                    <a:pt x="10788" y="2036"/>
                  </a:cubicBezTo>
                  <a:lnTo>
                    <a:pt x="10407" y="1679"/>
                  </a:lnTo>
                  <a:lnTo>
                    <a:pt x="9836" y="1107"/>
                  </a:lnTo>
                  <a:lnTo>
                    <a:pt x="9478" y="726"/>
                  </a:lnTo>
                  <a:cubicBezTo>
                    <a:pt x="9454" y="726"/>
                    <a:pt x="9454" y="703"/>
                    <a:pt x="9478" y="679"/>
                  </a:cubicBezTo>
                  <a:lnTo>
                    <a:pt x="9812" y="345"/>
                  </a:lnTo>
                  <a:close/>
                  <a:moveTo>
                    <a:pt x="9716" y="1465"/>
                  </a:moveTo>
                  <a:lnTo>
                    <a:pt x="10050" y="1798"/>
                  </a:lnTo>
                  <a:lnTo>
                    <a:pt x="9454" y="2393"/>
                  </a:lnTo>
                  <a:cubicBezTo>
                    <a:pt x="9431" y="2417"/>
                    <a:pt x="9407" y="2465"/>
                    <a:pt x="9407" y="2512"/>
                  </a:cubicBezTo>
                  <a:lnTo>
                    <a:pt x="9359" y="3298"/>
                  </a:lnTo>
                  <a:lnTo>
                    <a:pt x="8216" y="2155"/>
                  </a:lnTo>
                  <a:lnTo>
                    <a:pt x="9002" y="2108"/>
                  </a:lnTo>
                  <a:cubicBezTo>
                    <a:pt x="9050" y="2108"/>
                    <a:pt x="9097" y="2084"/>
                    <a:pt x="9121" y="2060"/>
                  </a:cubicBezTo>
                  <a:lnTo>
                    <a:pt x="9716" y="1465"/>
                  </a:lnTo>
                  <a:close/>
                  <a:moveTo>
                    <a:pt x="7192" y="2989"/>
                  </a:moveTo>
                  <a:lnTo>
                    <a:pt x="7406" y="3203"/>
                  </a:lnTo>
                  <a:lnTo>
                    <a:pt x="6430" y="4179"/>
                  </a:lnTo>
                  <a:lnTo>
                    <a:pt x="6216" y="3941"/>
                  </a:lnTo>
                  <a:lnTo>
                    <a:pt x="7192" y="2989"/>
                  </a:lnTo>
                  <a:close/>
                  <a:moveTo>
                    <a:pt x="7546" y="2024"/>
                  </a:moveTo>
                  <a:cubicBezTo>
                    <a:pt x="7585" y="2024"/>
                    <a:pt x="7621" y="2036"/>
                    <a:pt x="7645" y="2060"/>
                  </a:cubicBezTo>
                  <a:lnTo>
                    <a:pt x="9550" y="3965"/>
                  </a:lnTo>
                  <a:cubicBezTo>
                    <a:pt x="9574" y="3989"/>
                    <a:pt x="9597" y="4037"/>
                    <a:pt x="9597" y="4060"/>
                  </a:cubicBezTo>
                  <a:cubicBezTo>
                    <a:pt x="9597" y="4108"/>
                    <a:pt x="9574" y="4132"/>
                    <a:pt x="9550" y="4179"/>
                  </a:cubicBezTo>
                  <a:lnTo>
                    <a:pt x="9312" y="4418"/>
                  </a:lnTo>
                  <a:cubicBezTo>
                    <a:pt x="9264" y="4441"/>
                    <a:pt x="9240" y="4465"/>
                    <a:pt x="9193" y="4465"/>
                  </a:cubicBezTo>
                  <a:cubicBezTo>
                    <a:pt x="9145" y="4465"/>
                    <a:pt x="9121" y="4441"/>
                    <a:pt x="9097" y="4418"/>
                  </a:cubicBezTo>
                  <a:lnTo>
                    <a:pt x="8978" y="4298"/>
                  </a:lnTo>
                  <a:lnTo>
                    <a:pt x="7311" y="2631"/>
                  </a:lnTo>
                  <a:lnTo>
                    <a:pt x="7192" y="2512"/>
                  </a:lnTo>
                  <a:cubicBezTo>
                    <a:pt x="7144" y="2465"/>
                    <a:pt x="7144" y="2370"/>
                    <a:pt x="7192" y="2298"/>
                  </a:cubicBezTo>
                  <a:lnTo>
                    <a:pt x="7430" y="2060"/>
                  </a:lnTo>
                  <a:cubicBezTo>
                    <a:pt x="7466" y="2036"/>
                    <a:pt x="7508" y="2024"/>
                    <a:pt x="7546" y="2024"/>
                  </a:cubicBezTo>
                  <a:close/>
                  <a:moveTo>
                    <a:pt x="7645" y="3441"/>
                  </a:moveTo>
                  <a:lnTo>
                    <a:pt x="7883" y="3703"/>
                  </a:lnTo>
                  <a:lnTo>
                    <a:pt x="8121" y="3917"/>
                  </a:lnTo>
                  <a:lnTo>
                    <a:pt x="7144" y="4894"/>
                  </a:lnTo>
                  <a:lnTo>
                    <a:pt x="6692" y="4418"/>
                  </a:lnTo>
                  <a:lnTo>
                    <a:pt x="7645" y="3441"/>
                  </a:lnTo>
                  <a:close/>
                  <a:moveTo>
                    <a:pt x="8359" y="4179"/>
                  </a:moveTo>
                  <a:lnTo>
                    <a:pt x="8621" y="4418"/>
                  </a:lnTo>
                  <a:lnTo>
                    <a:pt x="7668" y="5394"/>
                  </a:lnTo>
                  <a:lnTo>
                    <a:pt x="7406" y="5132"/>
                  </a:lnTo>
                  <a:lnTo>
                    <a:pt x="8359" y="4179"/>
                  </a:lnTo>
                  <a:close/>
                  <a:moveTo>
                    <a:pt x="5978" y="4203"/>
                  </a:moveTo>
                  <a:lnTo>
                    <a:pt x="6311" y="4537"/>
                  </a:lnTo>
                  <a:lnTo>
                    <a:pt x="7025" y="5251"/>
                  </a:lnTo>
                  <a:lnTo>
                    <a:pt x="7406" y="5632"/>
                  </a:lnTo>
                  <a:lnTo>
                    <a:pt x="7144" y="5918"/>
                  </a:lnTo>
                  <a:lnTo>
                    <a:pt x="5692" y="4465"/>
                  </a:lnTo>
                  <a:lnTo>
                    <a:pt x="5978" y="4203"/>
                  </a:lnTo>
                  <a:close/>
                  <a:moveTo>
                    <a:pt x="5454" y="4703"/>
                  </a:moveTo>
                  <a:lnTo>
                    <a:pt x="5811" y="5061"/>
                  </a:lnTo>
                  <a:lnTo>
                    <a:pt x="3668" y="7204"/>
                  </a:lnTo>
                  <a:cubicBezTo>
                    <a:pt x="3596" y="7275"/>
                    <a:pt x="3596" y="7371"/>
                    <a:pt x="3668" y="7442"/>
                  </a:cubicBezTo>
                  <a:cubicBezTo>
                    <a:pt x="3691" y="7466"/>
                    <a:pt x="3739" y="7490"/>
                    <a:pt x="3787" y="7490"/>
                  </a:cubicBezTo>
                  <a:cubicBezTo>
                    <a:pt x="3834" y="7490"/>
                    <a:pt x="3858" y="7466"/>
                    <a:pt x="3906" y="7442"/>
                  </a:cubicBezTo>
                  <a:lnTo>
                    <a:pt x="6049" y="5299"/>
                  </a:lnTo>
                  <a:lnTo>
                    <a:pt x="6311" y="5561"/>
                  </a:lnTo>
                  <a:lnTo>
                    <a:pt x="5787" y="6085"/>
                  </a:lnTo>
                  <a:cubicBezTo>
                    <a:pt x="5716" y="6156"/>
                    <a:pt x="5716" y="6251"/>
                    <a:pt x="5787" y="6323"/>
                  </a:cubicBezTo>
                  <a:cubicBezTo>
                    <a:pt x="5835" y="6370"/>
                    <a:pt x="5858" y="6370"/>
                    <a:pt x="5906" y="6370"/>
                  </a:cubicBezTo>
                  <a:cubicBezTo>
                    <a:pt x="5954" y="6370"/>
                    <a:pt x="6001" y="6370"/>
                    <a:pt x="6025" y="6323"/>
                  </a:cubicBezTo>
                  <a:lnTo>
                    <a:pt x="6549" y="5799"/>
                  </a:lnTo>
                  <a:lnTo>
                    <a:pt x="6906" y="6156"/>
                  </a:lnTo>
                  <a:lnTo>
                    <a:pt x="4120" y="8942"/>
                  </a:lnTo>
                  <a:cubicBezTo>
                    <a:pt x="4096" y="8966"/>
                    <a:pt x="4096" y="8966"/>
                    <a:pt x="4072" y="8966"/>
                  </a:cubicBezTo>
                  <a:lnTo>
                    <a:pt x="3382" y="9085"/>
                  </a:lnTo>
                  <a:lnTo>
                    <a:pt x="3358" y="9085"/>
                  </a:lnTo>
                  <a:lnTo>
                    <a:pt x="3310" y="9038"/>
                  </a:lnTo>
                  <a:lnTo>
                    <a:pt x="5525" y="6847"/>
                  </a:lnTo>
                  <a:cubicBezTo>
                    <a:pt x="5597" y="6775"/>
                    <a:pt x="5597" y="6656"/>
                    <a:pt x="5525" y="6608"/>
                  </a:cubicBezTo>
                  <a:cubicBezTo>
                    <a:pt x="5489" y="6573"/>
                    <a:pt x="5442" y="6555"/>
                    <a:pt x="5397" y="6555"/>
                  </a:cubicBezTo>
                  <a:cubicBezTo>
                    <a:pt x="5352" y="6555"/>
                    <a:pt x="5311" y="6573"/>
                    <a:pt x="5287" y="6608"/>
                  </a:cubicBezTo>
                  <a:lnTo>
                    <a:pt x="3072" y="8799"/>
                  </a:lnTo>
                  <a:lnTo>
                    <a:pt x="2810" y="8537"/>
                  </a:lnTo>
                  <a:lnTo>
                    <a:pt x="3382" y="7966"/>
                  </a:lnTo>
                  <a:cubicBezTo>
                    <a:pt x="3453" y="7894"/>
                    <a:pt x="3453" y="7775"/>
                    <a:pt x="3382" y="7704"/>
                  </a:cubicBezTo>
                  <a:cubicBezTo>
                    <a:pt x="3346" y="7680"/>
                    <a:pt x="3304" y="7668"/>
                    <a:pt x="3263" y="7668"/>
                  </a:cubicBezTo>
                  <a:cubicBezTo>
                    <a:pt x="3221" y="7668"/>
                    <a:pt x="3179" y="7680"/>
                    <a:pt x="3144" y="7704"/>
                  </a:cubicBezTo>
                  <a:lnTo>
                    <a:pt x="2572" y="8275"/>
                  </a:lnTo>
                  <a:lnTo>
                    <a:pt x="2524" y="8252"/>
                  </a:lnTo>
                  <a:lnTo>
                    <a:pt x="2524" y="8228"/>
                  </a:lnTo>
                  <a:lnTo>
                    <a:pt x="2644" y="7537"/>
                  </a:lnTo>
                  <a:cubicBezTo>
                    <a:pt x="2644" y="7513"/>
                    <a:pt x="2644" y="7513"/>
                    <a:pt x="2667" y="7490"/>
                  </a:cubicBezTo>
                  <a:lnTo>
                    <a:pt x="5454" y="4703"/>
                  </a:lnTo>
                  <a:close/>
                  <a:moveTo>
                    <a:pt x="2405" y="8609"/>
                  </a:moveTo>
                  <a:lnTo>
                    <a:pt x="3001" y="9204"/>
                  </a:lnTo>
                  <a:lnTo>
                    <a:pt x="2810" y="9395"/>
                  </a:lnTo>
                  <a:cubicBezTo>
                    <a:pt x="2786" y="9419"/>
                    <a:pt x="2763" y="9419"/>
                    <a:pt x="2739" y="9419"/>
                  </a:cubicBezTo>
                  <a:cubicBezTo>
                    <a:pt x="2691" y="9419"/>
                    <a:pt x="2667" y="9419"/>
                    <a:pt x="2644" y="9395"/>
                  </a:cubicBezTo>
                  <a:lnTo>
                    <a:pt x="2215" y="8966"/>
                  </a:lnTo>
                  <a:cubicBezTo>
                    <a:pt x="2167" y="8918"/>
                    <a:pt x="2167" y="8847"/>
                    <a:pt x="2215" y="8799"/>
                  </a:cubicBezTo>
                  <a:lnTo>
                    <a:pt x="2405" y="8609"/>
                  </a:lnTo>
                  <a:close/>
                  <a:moveTo>
                    <a:pt x="9836" y="0"/>
                  </a:moveTo>
                  <a:cubicBezTo>
                    <a:pt x="9740" y="0"/>
                    <a:pt x="9645" y="36"/>
                    <a:pt x="9574" y="107"/>
                  </a:cubicBezTo>
                  <a:lnTo>
                    <a:pt x="9240" y="441"/>
                  </a:lnTo>
                  <a:cubicBezTo>
                    <a:pt x="9097" y="583"/>
                    <a:pt x="9097" y="822"/>
                    <a:pt x="9240" y="988"/>
                  </a:cubicBezTo>
                  <a:lnTo>
                    <a:pt x="9478" y="1226"/>
                  </a:lnTo>
                  <a:lnTo>
                    <a:pt x="8931" y="1774"/>
                  </a:lnTo>
                  <a:lnTo>
                    <a:pt x="7907" y="1846"/>
                  </a:lnTo>
                  <a:lnTo>
                    <a:pt x="7883" y="1822"/>
                  </a:lnTo>
                  <a:cubicBezTo>
                    <a:pt x="7787" y="1727"/>
                    <a:pt x="7662" y="1679"/>
                    <a:pt x="7537" y="1679"/>
                  </a:cubicBezTo>
                  <a:cubicBezTo>
                    <a:pt x="7412" y="1679"/>
                    <a:pt x="7287" y="1727"/>
                    <a:pt x="7192" y="1822"/>
                  </a:cubicBezTo>
                  <a:lnTo>
                    <a:pt x="6954" y="2060"/>
                  </a:lnTo>
                  <a:cubicBezTo>
                    <a:pt x="6763" y="2250"/>
                    <a:pt x="6763" y="2560"/>
                    <a:pt x="6930" y="2751"/>
                  </a:cubicBezTo>
                  <a:lnTo>
                    <a:pt x="5858" y="3822"/>
                  </a:lnTo>
                  <a:lnTo>
                    <a:pt x="5335" y="4346"/>
                  </a:lnTo>
                  <a:lnTo>
                    <a:pt x="2429" y="7251"/>
                  </a:lnTo>
                  <a:cubicBezTo>
                    <a:pt x="2358" y="7323"/>
                    <a:pt x="2334" y="7394"/>
                    <a:pt x="2310" y="7466"/>
                  </a:cubicBezTo>
                  <a:lnTo>
                    <a:pt x="2167" y="8180"/>
                  </a:lnTo>
                  <a:cubicBezTo>
                    <a:pt x="2167" y="8228"/>
                    <a:pt x="2167" y="8275"/>
                    <a:pt x="2191" y="8347"/>
                  </a:cubicBezTo>
                  <a:lnTo>
                    <a:pt x="1977" y="8561"/>
                  </a:lnTo>
                  <a:cubicBezTo>
                    <a:pt x="1786" y="8728"/>
                    <a:pt x="1786" y="9014"/>
                    <a:pt x="1977" y="9204"/>
                  </a:cubicBezTo>
                  <a:lnTo>
                    <a:pt x="2072" y="9300"/>
                  </a:lnTo>
                  <a:lnTo>
                    <a:pt x="72" y="11300"/>
                  </a:lnTo>
                  <a:cubicBezTo>
                    <a:pt x="0" y="11371"/>
                    <a:pt x="0" y="11467"/>
                    <a:pt x="72" y="11538"/>
                  </a:cubicBezTo>
                  <a:cubicBezTo>
                    <a:pt x="95" y="11586"/>
                    <a:pt x="143" y="11586"/>
                    <a:pt x="191" y="11586"/>
                  </a:cubicBezTo>
                  <a:cubicBezTo>
                    <a:pt x="238" y="11586"/>
                    <a:pt x="286" y="11586"/>
                    <a:pt x="310" y="11538"/>
                  </a:cubicBezTo>
                  <a:lnTo>
                    <a:pt x="2310" y="9538"/>
                  </a:lnTo>
                  <a:lnTo>
                    <a:pt x="2405" y="9633"/>
                  </a:lnTo>
                  <a:cubicBezTo>
                    <a:pt x="2501" y="9728"/>
                    <a:pt x="2620" y="9776"/>
                    <a:pt x="2739" y="9776"/>
                  </a:cubicBezTo>
                  <a:cubicBezTo>
                    <a:pt x="2858" y="9776"/>
                    <a:pt x="2977" y="9728"/>
                    <a:pt x="3048" y="9633"/>
                  </a:cubicBezTo>
                  <a:lnTo>
                    <a:pt x="3263" y="9419"/>
                  </a:lnTo>
                  <a:cubicBezTo>
                    <a:pt x="3310" y="9442"/>
                    <a:pt x="3334" y="9442"/>
                    <a:pt x="3382" y="9442"/>
                  </a:cubicBezTo>
                  <a:lnTo>
                    <a:pt x="3429" y="9442"/>
                  </a:lnTo>
                  <a:lnTo>
                    <a:pt x="4144" y="9300"/>
                  </a:lnTo>
                  <a:cubicBezTo>
                    <a:pt x="4215" y="9276"/>
                    <a:pt x="4287" y="9252"/>
                    <a:pt x="4358" y="9180"/>
                  </a:cubicBezTo>
                  <a:lnTo>
                    <a:pt x="7264" y="6275"/>
                  </a:lnTo>
                  <a:lnTo>
                    <a:pt x="7787" y="5751"/>
                  </a:lnTo>
                  <a:lnTo>
                    <a:pt x="8859" y="4680"/>
                  </a:lnTo>
                  <a:cubicBezTo>
                    <a:pt x="8954" y="4751"/>
                    <a:pt x="9073" y="4799"/>
                    <a:pt x="9193" y="4799"/>
                  </a:cubicBezTo>
                  <a:cubicBezTo>
                    <a:pt x="9335" y="4799"/>
                    <a:pt x="9454" y="4751"/>
                    <a:pt x="9550" y="4656"/>
                  </a:cubicBezTo>
                  <a:lnTo>
                    <a:pt x="9788" y="4418"/>
                  </a:lnTo>
                  <a:cubicBezTo>
                    <a:pt x="9883" y="4322"/>
                    <a:pt x="9931" y="4203"/>
                    <a:pt x="9931" y="4060"/>
                  </a:cubicBezTo>
                  <a:cubicBezTo>
                    <a:pt x="9931" y="3941"/>
                    <a:pt x="9883" y="3822"/>
                    <a:pt x="9788" y="3727"/>
                  </a:cubicBezTo>
                  <a:lnTo>
                    <a:pt x="9669" y="3608"/>
                  </a:lnTo>
                  <a:lnTo>
                    <a:pt x="9740" y="2584"/>
                  </a:lnTo>
                  <a:lnTo>
                    <a:pt x="10288" y="2036"/>
                  </a:lnTo>
                  <a:lnTo>
                    <a:pt x="10526" y="2274"/>
                  </a:lnTo>
                  <a:cubicBezTo>
                    <a:pt x="10621" y="2346"/>
                    <a:pt x="10717" y="2393"/>
                    <a:pt x="10812" y="2393"/>
                  </a:cubicBezTo>
                  <a:cubicBezTo>
                    <a:pt x="10907" y="2393"/>
                    <a:pt x="11002" y="2346"/>
                    <a:pt x="11074" y="2274"/>
                  </a:cubicBezTo>
                  <a:lnTo>
                    <a:pt x="11407" y="1941"/>
                  </a:lnTo>
                  <a:cubicBezTo>
                    <a:pt x="11550" y="1798"/>
                    <a:pt x="11550" y="1560"/>
                    <a:pt x="11407" y="1417"/>
                  </a:cubicBezTo>
                  <a:lnTo>
                    <a:pt x="10097" y="107"/>
                  </a:lnTo>
                  <a:cubicBezTo>
                    <a:pt x="10026" y="36"/>
                    <a:pt x="9931" y="0"/>
                    <a:pt x="98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4" name="Google Shape;5304;p59"/>
            <p:cNvSpPr/>
            <p:nvPr/>
          </p:nvSpPr>
          <p:spPr>
            <a:xfrm>
              <a:off x="1931853" y="2738170"/>
              <a:ext cx="197483" cy="192015"/>
            </a:xfrm>
            <a:custGeom>
              <a:avLst/>
              <a:gdLst/>
              <a:ahLst/>
              <a:cxnLst/>
              <a:rect l="l" t="t" r="r" b="b"/>
              <a:pathLst>
                <a:path w="5598" h="5443" extrusionOk="0">
                  <a:moveTo>
                    <a:pt x="1739" y="346"/>
                  </a:moveTo>
                  <a:lnTo>
                    <a:pt x="2073" y="679"/>
                  </a:lnTo>
                  <a:cubicBezTo>
                    <a:pt x="2096" y="703"/>
                    <a:pt x="2096" y="727"/>
                    <a:pt x="2073" y="727"/>
                  </a:cubicBezTo>
                  <a:lnTo>
                    <a:pt x="763" y="2037"/>
                  </a:lnTo>
                  <a:cubicBezTo>
                    <a:pt x="763" y="2049"/>
                    <a:pt x="757" y="2055"/>
                    <a:pt x="748" y="2055"/>
                  </a:cubicBezTo>
                  <a:cubicBezTo>
                    <a:pt x="739" y="2055"/>
                    <a:pt x="727" y="2049"/>
                    <a:pt x="715" y="2037"/>
                  </a:cubicBezTo>
                  <a:lnTo>
                    <a:pt x="382" y="1703"/>
                  </a:lnTo>
                  <a:cubicBezTo>
                    <a:pt x="382" y="1703"/>
                    <a:pt x="382" y="1680"/>
                    <a:pt x="382" y="1656"/>
                  </a:cubicBezTo>
                  <a:lnTo>
                    <a:pt x="1692" y="346"/>
                  </a:lnTo>
                  <a:close/>
                  <a:moveTo>
                    <a:pt x="1834" y="1465"/>
                  </a:moveTo>
                  <a:lnTo>
                    <a:pt x="2430" y="2061"/>
                  </a:lnTo>
                  <a:cubicBezTo>
                    <a:pt x="2454" y="2084"/>
                    <a:pt x="2501" y="2108"/>
                    <a:pt x="2549" y="2108"/>
                  </a:cubicBezTo>
                  <a:lnTo>
                    <a:pt x="3335" y="2156"/>
                  </a:lnTo>
                  <a:lnTo>
                    <a:pt x="2192" y="3299"/>
                  </a:lnTo>
                  <a:lnTo>
                    <a:pt x="2144" y="2513"/>
                  </a:lnTo>
                  <a:cubicBezTo>
                    <a:pt x="2144" y="2465"/>
                    <a:pt x="2120" y="2418"/>
                    <a:pt x="2096" y="2394"/>
                  </a:cubicBezTo>
                  <a:lnTo>
                    <a:pt x="1501" y="1799"/>
                  </a:lnTo>
                  <a:lnTo>
                    <a:pt x="1834" y="1465"/>
                  </a:lnTo>
                  <a:close/>
                  <a:moveTo>
                    <a:pt x="4097" y="1918"/>
                  </a:moveTo>
                  <a:cubicBezTo>
                    <a:pt x="4144" y="1918"/>
                    <a:pt x="4168" y="1942"/>
                    <a:pt x="4216" y="1965"/>
                  </a:cubicBezTo>
                  <a:lnTo>
                    <a:pt x="4454" y="2203"/>
                  </a:lnTo>
                  <a:cubicBezTo>
                    <a:pt x="4502" y="2275"/>
                    <a:pt x="4502" y="2370"/>
                    <a:pt x="4454" y="2418"/>
                  </a:cubicBezTo>
                  <a:lnTo>
                    <a:pt x="4335" y="2537"/>
                  </a:lnTo>
                  <a:lnTo>
                    <a:pt x="2668" y="4204"/>
                  </a:lnTo>
                  <a:lnTo>
                    <a:pt x="2549" y="4323"/>
                  </a:lnTo>
                  <a:cubicBezTo>
                    <a:pt x="2525" y="4347"/>
                    <a:pt x="2489" y="4359"/>
                    <a:pt x="2451" y="4359"/>
                  </a:cubicBezTo>
                  <a:cubicBezTo>
                    <a:pt x="2412" y="4359"/>
                    <a:pt x="2370" y="4347"/>
                    <a:pt x="2335" y="4323"/>
                  </a:cubicBezTo>
                  <a:lnTo>
                    <a:pt x="2096" y="4085"/>
                  </a:lnTo>
                  <a:cubicBezTo>
                    <a:pt x="2073" y="4037"/>
                    <a:pt x="2049" y="4013"/>
                    <a:pt x="2049" y="3966"/>
                  </a:cubicBezTo>
                  <a:cubicBezTo>
                    <a:pt x="2049" y="3942"/>
                    <a:pt x="2073" y="3894"/>
                    <a:pt x="2096" y="3870"/>
                  </a:cubicBezTo>
                  <a:lnTo>
                    <a:pt x="4002" y="1965"/>
                  </a:lnTo>
                  <a:cubicBezTo>
                    <a:pt x="4025" y="1942"/>
                    <a:pt x="4073" y="1918"/>
                    <a:pt x="4097" y="1918"/>
                  </a:cubicBezTo>
                  <a:close/>
                  <a:moveTo>
                    <a:pt x="1715" y="1"/>
                  </a:moveTo>
                  <a:cubicBezTo>
                    <a:pt x="1620" y="1"/>
                    <a:pt x="1525" y="36"/>
                    <a:pt x="1453" y="108"/>
                  </a:cubicBezTo>
                  <a:lnTo>
                    <a:pt x="144" y="1418"/>
                  </a:lnTo>
                  <a:cubicBezTo>
                    <a:pt x="1" y="1560"/>
                    <a:pt x="1" y="1799"/>
                    <a:pt x="144" y="1942"/>
                  </a:cubicBezTo>
                  <a:lnTo>
                    <a:pt x="477" y="2275"/>
                  </a:lnTo>
                  <a:cubicBezTo>
                    <a:pt x="548" y="2346"/>
                    <a:pt x="644" y="2394"/>
                    <a:pt x="739" y="2394"/>
                  </a:cubicBezTo>
                  <a:cubicBezTo>
                    <a:pt x="834" y="2394"/>
                    <a:pt x="953" y="2346"/>
                    <a:pt x="1025" y="2275"/>
                  </a:cubicBezTo>
                  <a:lnTo>
                    <a:pt x="1263" y="2037"/>
                  </a:lnTo>
                  <a:lnTo>
                    <a:pt x="1811" y="2584"/>
                  </a:lnTo>
                  <a:lnTo>
                    <a:pt x="1882" y="3609"/>
                  </a:lnTo>
                  <a:lnTo>
                    <a:pt x="1858" y="3632"/>
                  </a:lnTo>
                  <a:cubicBezTo>
                    <a:pt x="1763" y="3728"/>
                    <a:pt x="1715" y="3847"/>
                    <a:pt x="1715" y="3966"/>
                  </a:cubicBezTo>
                  <a:cubicBezTo>
                    <a:pt x="1715" y="4109"/>
                    <a:pt x="1763" y="4228"/>
                    <a:pt x="1858" y="4323"/>
                  </a:cubicBezTo>
                  <a:lnTo>
                    <a:pt x="2096" y="4561"/>
                  </a:lnTo>
                  <a:cubicBezTo>
                    <a:pt x="2192" y="4656"/>
                    <a:pt x="2335" y="4704"/>
                    <a:pt x="2454" y="4704"/>
                  </a:cubicBezTo>
                  <a:cubicBezTo>
                    <a:pt x="2573" y="4704"/>
                    <a:pt x="2692" y="4656"/>
                    <a:pt x="2787" y="4585"/>
                  </a:cubicBezTo>
                  <a:lnTo>
                    <a:pt x="3597" y="5395"/>
                  </a:lnTo>
                  <a:cubicBezTo>
                    <a:pt x="3620" y="5418"/>
                    <a:pt x="3668" y="5442"/>
                    <a:pt x="3716" y="5442"/>
                  </a:cubicBezTo>
                  <a:cubicBezTo>
                    <a:pt x="3763" y="5442"/>
                    <a:pt x="3811" y="5418"/>
                    <a:pt x="3835" y="5395"/>
                  </a:cubicBezTo>
                  <a:cubicBezTo>
                    <a:pt x="3906" y="5323"/>
                    <a:pt x="3906" y="5204"/>
                    <a:pt x="3835" y="5156"/>
                  </a:cubicBezTo>
                  <a:lnTo>
                    <a:pt x="3025" y="4323"/>
                  </a:lnTo>
                  <a:lnTo>
                    <a:pt x="3239" y="4109"/>
                  </a:lnTo>
                  <a:lnTo>
                    <a:pt x="4073" y="4918"/>
                  </a:lnTo>
                  <a:cubicBezTo>
                    <a:pt x="4097" y="4966"/>
                    <a:pt x="4144" y="4966"/>
                    <a:pt x="4192" y="4966"/>
                  </a:cubicBezTo>
                  <a:cubicBezTo>
                    <a:pt x="4216" y="4966"/>
                    <a:pt x="4263" y="4966"/>
                    <a:pt x="4311" y="4918"/>
                  </a:cubicBezTo>
                  <a:cubicBezTo>
                    <a:pt x="4359" y="4847"/>
                    <a:pt x="4359" y="4752"/>
                    <a:pt x="4311" y="4680"/>
                  </a:cubicBezTo>
                  <a:lnTo>
                    <a:pt x="3478" y="3870"/>
                  </a:lnTo>
                  <a:lnTo>
                    <a:pt x="3954" y="3394"/>
                  </a:lnTo>
                  <a:lnTo>
                    <a:pt x="4787" y="4204"/>
                  </a:lnTo>
                  <a:cubicBezTo>
                    <a:pt x="4811" y="4228"/>
                    <a:pt x="4859" y="4251"/>
                    <a:pt x="4906" y="4251"/>
                  </a:cubicBezTo>
                  <a:cubicBezTo>
                    <a:pt x="4954" y="4251"/>
                    <a:pt x="4978" y="4228"/>
                    <a:pt x="5026" y="4204"/>
                  </a:cubicBezTo>
                  <a:cubicBezTo>
                    <a:pt x="5097" y="4132"/>
                    <a:pt x="5097" y="4037"/>
                    <a:pt x="5026" y="3966"/>
                  </a:cubicBezTo>
                  <a:lnTo>
                    <a:pt x="4216" y="3156"/>
                  </a:lnTo>
                  <a:lnTo>
                    <a:pt x="4454" y="2894"/>
                  </a:lnTo>
                  <a:lnTo>
                    <a:pt x="5287" y="3704"/>
                  </a:lnTo>
                  <a:cubicBezTo>
                    <a:pt x="5311" y="3739"/>
                    <a:pt x="5353" y="3757"/>
                    <a:pt x="5398" y="3757"/>
                  </a:cubicBezTo>
                  <a:cubicBezTo>
                    <a:pt x="5442" y="3757"/>
                    <a:pt x="5490" y="3739"/>
                    <a:pt x="5526" y="3704"/>
                  </a:cubicBezTo>
                  <a:cubicBezTo>
                    <a:pt x="5597" y="3632"/>
                    <a:pt x="5597" y="3537"/>
                    <a:pt x="5526" y="3466"/>
                  </a:cubicBezTo>
                  <a:lnTo>
                    <a:pt x="4716" y="2656"/>
                  </a:lnTo>
                  <a:cubicBezTo>
                    <a:pt x="4883" y="2465"/>
                    <a:pt x="4883" y="2156"/>
                    <a:pt x="4692" y="1965"/>
                  </a:cubicBezTo>
                  <a:lnTo>
                    <a:pt x="4454" y="1727"/>
                  </a:lnTo>
                  <a:cubicBezTo>
                    <a:pt x="4359" y="1632"/>
                    <a:pt x="4234" y="1584"/>
                    <a:pt x="4109" y="1584"/>
                  </a:cubicBezTo>
                  <a:cubicBezTo>
                    <a:pt x="3984" y="1584"/>
                    <a:pt x="3859" y="1632"/>
                    <a:pt x="3763" y="1727"/>
                  </a:cubicBezTo>
                  <a:lnTo>
                    <a:pt x="3644" y="1822"/>
                  </a:lnTo>
                  <a:lnTo>
                    <a:pt x="2620" y="1775"/>
                  </a:lnTo>
                  <a:lnTo>
                    <a:pt x="2073" y="1227"/>
                  </a:lnTo>
                  <a:lnTo>
                    <a:pt x="2311" y="989"/>
                  </a:lnTo>
                  <a:cubicBezTo>
                    <a:pt x="2477" y="822"/>
                    <a:pt x="2477" y="584"/>
                    <a:pt x="2311" y="441"/>
                  </a:cubicBezTo>
                  <a:lnTo>
                    <a:pt x="1977" y="108"/>
                  </a:lnTo>
                  <a:cubicBezTo>
                    <a:pt x="1906" y="36"/>
                    <a:pt x="1811" y="1"/>
                    <a:pt x="17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5" name="Google Shape;5305;p59"/>
            <p:cNvSpPr/>
            <p:nvPr/>
          </p:nvSpPr>
          <p:spPr>
            <a:xfrm>
              <a:off x="2149450" y="2951781"/>
              <a:ext cx="193250" cy="191804"/>
            </a:xfrm>
            <a:custGeom>
              <a:avLst/>
              <a:gdLst/>
              <a:ahLst/>
              <a:cxnLst/>
              <a:rect l="l" t="t" r="r" b="b"/>
              <a:pathLst>
                <a:path w="5478" h="5437" extrusionOk="0">
                  <a:moveTo>
                    <a:pt x="3073" y="2459"/>
                  </a:moveTo>
                  <a:lnTo>
                    <a:pt x="3263" y="2650"/>
                  </a:lnTo>
                  <a:cubicBezTo>
                    <a:pt x="3287" y="2674"/>
                    <a:pt x="3287" y="2697"/>
                    <a:pt x="3287" y="2721"/>
                  </a:cubicBezTo>
                  <a:cubicBezTo>
                    <a:pt x="3287" y="2769"/>
                    <a:pt x="3287" y="2793"/>
                    <a:pt x="3263" y="2816"/>
                  </a:cubicBezTo>
                  <a:lnTo>
                    <a:pt x="2835" y="3245"/>
                  </a:lnTo>
                  <a:cubicBezTo>
                    <a:pt x="2811" y="3269"/>
                    <a:pt x="2781" y="3281"/>
                    <a:pt x="2751" y="3281"/>
                  </a:cubicBezTo>
                  <a:cubicBezTo>
                    <a:pt x="2721" y="3281"/>
                    <a:pt x="2692" y="3269"/>
                    <a:pt x="2668" y="3245"/>
                  </a:cubicBezTo>
                  <a:lnTo>
                    <a:pt x="2477" y="3055"/>
                  </a:lnTo>
                  <a:lnTo>
                    <a:pt x="3073" y="2459"/>
                  </a:lnTo>
                  <a:close/>
                  <a:moveTo>
                    <a:pt x="1882" y="0"/>
                  </a:moveTo>
                  <a:cubicBezTo>
                    <a:pt x="1840" y="0"/>
                    <a:pt x="1799" y="18"/>
                    <a:pt x="1763" y="54"/>
                  </a:cubicBezTo>
                  <a:cubicBezTo>
                    <a:pt x="1691" y="125"/>
                    <a:pt x="1691" y="245"/>
                    <a:pt x="1763" y="292"/>
                  </a:cubicBezTo>
                  <a:lnTo>
                    <a:pt x="2811" y="1340"/>
                  </a:lnTo>
                  <a:cubicBezTo>
                    <a:pt x="2835" y="1364"/>
                    <a:pt x="2835" y="1364"/>
                    <a:pt x="2835" y="1388"/>
                  </a:cubicBezTo>
                  <a:lnTo>
                    <a:pt x="2954" y="2078"/>
                  </a:lnTo>
                  <a:lnTo>
                    <a:pt x="2954" y="2102"/>
                  </a:lnTo>
                  <a:lnTo>
                    <a:pt x="2906" y="2150"/>
                  </a:lnTo>
                  <a:lnTo>
                    <a:pt x="2596" y="1816"/>
                  </a:lnTo>
                  <a:cubicBezTo>
                    <a:pt x="2561" y="1781"/>
                    <a:pt x="2513" y="1763"/>
                    <a:pt x="2468" y="1763"/>
                  </a:cubicBezTo>
                  <a:cubicBezTo>
                    <a:pt x="2424" y="1763"/>
                    <a:pt x="2382" y="1781"/>
                    <a:pt x="2358" y="1816"/>
                  </a:cubicBezTo>
                  <a:cubicBezTo>
                    <a:pt x="2287" y="1888"/>
                    <a:pt x="2287" y="2007"/>
                    <a:pt x="2358" y="2054"/>
                  </a:cubicBezTo>
                  <a:lnTo>
                    <a:pt x="2668" y="2388"/>
                  </a:lnTo>
                  <a:lnTo>
                    <a:pt x="2406" y="2650"/>
                  </a:lnTo>
                  <a:lnTo>
                    <a:pt x="906" y="1149"/>
                  </a:lnTo>
                  <a:cubicBezTo>
                    <a:pt x="870" y="1126"/>
                    <a:pt x="828" y="1114"/>
                    <a:pt x="787" y="1114"/>
                  </a:cubicBezTo>
                  <a:cubicBezTo>
                    <a:pt x="745" y="1114"/>
                    <a:pt x="703" y="1126"/>
                    <a:pt x="667" y="1149"/>
                  </a:cubicBezTo>
                  <a:cubicBezTo>
                    <a:pt x="596" y="1221"/>
                    <a:pt x="596" y="1340"/>
                    <a:pt x="667" y="1388"/>
                  </a:cubicBezTo>
                  <a:lnTo>
                    <a:pt x="2144" y="2888"/>
                  </a:lnTo>
                  <a:lnTo>
                    <a:pt x="2120" y="2936"/>
                  </a:lnTo>
                  <a:lnTo>
                    <a:pt x="2096" y="2936"/>
                  </a:lnTo>
                  <a:lnTo>
                    <a:pt x="1406" y="2816"/>
                  </a:lnTo>
                  <a:cubicBezTo>
                    <a:pt x="1382" y="2816"/>
                    <a:pt x="1382" y="2816"/>
                    <a:pt x="1358" y="2793"/>
                  </a:cubicBezTo>
                  <a:lnTo>
                    <a:pt x="310" y="1745"/>
                  </a:lnTo>
                  <a:cubicBezTo>
                    <a:pt x="274" y="1709"/>
                    <a:pt x="233" y="1691"/>
                    <a:pt x="191" y="1691"/>
                  </a:cubicBezTo>
                  <a:cubicBezTo>
                    <a:pt x="149" y="1691"/>
                    <a:pt x="108" y="1709"/>
                    <a:pt x="72" y="1745"/>
                  </a:cubicBezTo>
                  <a:cubicBezTo>
                    <a:pt x="1" y="1816"/>
                    <a:pt x="1" y="1912"/>
                    <a:pt x="72" y="1983"/>
                  </a:cubicBezTo>
                  <a:lnTo>
                    <a:pt x="1120" y="3031"/>
                  </a:lnTo>
                  <a:cubicBezTo>
                    <a:pt x="1191" y="3102"/>
                    <a:pt x="1263" y="3126"/>
                    <a:pt x="1334" y="3150"/>
                  </a:cubicBezTo>
                  <a:lnTo>
                    <a:pt x="2049" y="3293"/>
                  </a:lnTo>
                  <a:lnTo>
                    <a:pt x="2096" y="3293"/>
                  </a:lnTo>
                  <a:cubicBezTo>
                    <a:pt x="2144" y="3293"/>
                    <a:pt x="2168" y="3293"/>
                    <a:pt x="2215" y="3269"/>
                  </a:cubicBezTo>
                  <a:lnTo>
                    <a:pt x="2430" y="3483"/>
                  </a:lnTo>
                  <a:cubicBezTo>
                    <a:pt x="2501" y="3579"/>
                    <a:pt x="2620" y="3626"/>
                    <a:pt x="2739" y="3626"/>
                  </a:cubicBezTo>
                  <a:cubicBezTo>
                    <a:pt x="2858" y="3626"/>
                    <a:pt x="2977" y="3579"/>
                    <a:pt x="3073" y="3483"/>
                  </a:cubicBezTo>
                  <a:lnTo>
                    <a:pt x="3168" y="3388"/>
                  </a:lnTo>
                  <a:lnTo>
                    <a:pt x="5168" y="5388"/>
                  </a:lnTo>
                  <a:cubicBezTo>
                    <a:pt x="5192" y="5436"/>
                    <a:pt x="5240" y="5436"/>
                    <a:pt x="5287" y="5436"/>
                  </a:cubicBezTo>
                  <a:cubicBezTo>
                    <a:pt x="5335" y="5436"/>
                    <a:pt x="5383" y="5436"/>
                    <a:pt x="5407" y="5388"/>
                  </a:cubicBezTo>
                  <a:cubicBezTo>
                    <a:pt x="5478" y="5317"/>
                    <a:pt x="5478" y="5222"/>
                    <a:pt x="5407" y="5150"/>
                  </a:cubicBezTo>
                  <a:lnTo>
                    <a:pt x="3406" y="3150"/>
                  </a:lnTo>
                  <a:lnTo>
                    <a:pt x="3501" y="3055"/>
                  </a:lnTo>
                  <a:cubicBezTo>
                    <a:pt x="3597" y="2959"/>
                    <a:pt x="3644" y="2840"/>
                    <a:pt x="3644" y="2721"/>
                  </a:cubicBezTo>
                  <a:cubicBezTo>
                    <a:pt x="3644" y="2602"/>
                    <a:pt x="3597" y="2483"/>
                    <a:pt x="3501" y="2412"/>
                  </a:cubicBezTo>
                  <a:lnTo>
                    <a:pt x="3287" y="2197"/>
                  </a:lnTo>
                  <a:cubicBezTo>
                    <a:pt x="3311" y="2126"/>
                    <a:pt x="3311" y="2078"/>
                    <a:pt x="3311" y="2031"/>
                  </a:cubicBezTo>
                  <a:lnTo>
                    <a:pt x="3168" y="1316"/>
                  </a:lnTo>
                  <a:cubicBezTo>
                    <a:pt x="3144" y="1245"/>
                    <a:pt x="3120" y="1173"/>
                    <a:pt x="3049" y="1102"/>
                  </a:cubicBezTo>
                  <a:lnTo>
                    <a:pt x="2001" y="54"/>
                  </a:lnTo>
                  <a:cubicBezTo>
                    <a:pt x="1965" y="18"/>
                    <a:pt x="1924" y="0"/>
                    <a:pt x="18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6" name="Google Shape;5306;p59"/>
            <p:cNvSpPr/>
            <p:nvPr/>
          </p:nvSpPr>
          <p:spPr>
            <a:xfrm>
              <a:off x="2188115" y="2972771"/>
              <a:ext cx="36971" cy="35524"/>
            </a:xfrm>
            <a:custGeom>
              <a:avLst/>
              <a:gdLst/>
              <a:ahLst/>
              <a:cxnLst/>
              <a:rect l="l" t="t" r="r" b="b"/>
              <a:pathLst>
                <a:path w="1048" h="1007" extrusionOk="0">
                  <a:moveTo>
                    <a:pt x="200" y="1"/>
                  </a:moveTo>
                  <a:cubicBezTo>
                    <a:pt x="155" y="1"/>
                    <a:pt x="107" y="19"/>
                    <a:pt x="72" y="54"/>
                  </a:cubicBezTo>
                  <a:cubicBezTo>
                    <a:pt x="0" y="126"/>
                    <a:pt x="0" y="221"/>
                    <a:pt x="72" y="293"/>
                  </a:cubicBezTo>
                  <a:lnTo>
                    <a:pt x="738" y="959"/>
                  </a:lnTo>
                  <a:cubicBezTo>
                    <a:pt x="762" y="983"/>
                    <a:pt x="810" y="1007"/>
                    <a:pt x="857" y="1007"/>
                  </a:cubicBezTo>
                  <a:cubicBezTo>
                    <a:pt x="905" y="1007"/>
                    <a:pt x="953" y="983"/>
                    <a:pt x="976" y="959"/>
                  </a:cubicBezTo>
                  <a:cubicBezTo>
                    <a:pt x="1048" y="888"/>
                    <a:pt x="1048" y="769"/>
                    <a:pt x="976" y="721"/>
                  </a:cubicBezTo>
                  <a:lnTo>
                    <a:pt x="310" y="54"/>
                  </a:lnTo>
                  <a:cubicBezTo>
                    <a:pt x="286" y="19"/>
                    <a:pt x="244" y="1"/>
                    <a:pt x="2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530" name="Google Shape;5530;p59"/>
          <p:cNvGrpSpPr/>
          <p:nvPr/>
        </p:nvGrpSpPr>
        <p:grpSpPr>
          <a:xfrm>
            <a:off x="6088073" y="2087481"/>
            <a:ext cx="389008" cy="376412"/>
            <a:chOff x="4017939" y="4097096"/>
            <a:chExt cx="389008" cy="376412"/>
          </a:xfrm>
          <a:solidFill>
            <a:srgbClr val="F9FBEE"/>
          </a:solidFill>
        </p:grpSpPr>
        <p:sp>
          <p:nvSpPr>
            <p:cNvPr id="5531" name="Google Shape;5531;p59"/>
            <p:cNvSpPr/>
            <p:nvPr/>
          </p:nvSpPr>
          <p:spPr>
            <a:xfrm>
              <a:off x="4017939" y="4097096"/>
              <a:ext cx="268850" cy="241157"/>
            </a:xfrm>
            <a:custGeom>
              <a:avLst/>
              <a:gdLst/>
              <a:ahLst/>
              <a:cxnLst/>
              <a:rect l="l" t="t" r="r" b="b"/>
              <a:pathLst>
                <a:path w="7621" h="6836" extrusionOk="0">
                  <a:moveTo>
                    <a:pt x="4549" y="0"/>
                  </a:moveTo>
                  <a:cubicBezTo>
                    <a:pt x="2048" y="0"/>
                    <a:pt x="0" y="2025"/>
                    <a:pt x="0" y="4525"/>
                  </a:cubicBezTo>
                  <a:cubicBezTo>
                    <a:pt x="0" y="5311"/>
                    <a:pt x="191" y="6097"/>
                    <a:pt x="572" y="6764"/>
                  </a:cubicBezTo>
                  <a:cubicBezTo>
                    <a:pt x="619" y="6811"/>
                    <a:pt x="667" y="6835"/>
                    <a:pt x="714" y="6835"/>
                  </a:cubicBezTo>
                  <a:lnTo>
                    <a:pt x="810" y="6835"/>
                  </a:lnTo>
                  <a:cubicBezTo>
                    <a:pt x="881" y="6787"/>
                    <a:pt x="905" y="6692"/>
                    <a:pt x="857" y="6597"/>
                  </a:cubicBezTo>
                  <a:cubicBezTo>
                    <a:pt x="500" y="5978"/>
                    <a:pt x="333" y="5263"/>
                    <a:pt x="333" y="4525"/>
                  </a:cubicBezTo>
                  <a:cubicBezTo>
                    <a:pt x="333" y="2215"/>
                    <a:pt x="2215" y="310"/>
                    <a:pt x="4549" y="310"/>
                  </a:cubicBezTo>
                  <a:cubicBezTo>
                    <a:pt x="5573" y="310"/>
                    <a:pt x="6573" y="691"/>
                    <a:pt x="7335" y="1382"/>
                  </a:cubicBezTo>
                  <a:cubicBezTo>
                    <a:pt x="7367" y="1403"/>
                    <a:pt x="7404" y="1415"/>
                    <a:pt x="7441" y="1415"/>
                  </a:cubicBezTo>
                  <a:cubicBezTo>
                    <a:pt x="7487" y="1415"/>
                    <a:pt x="7534" y="1397"/>
                    <a:pt x="7573" y="1358"/>
                  </a:cubicBezTo>
                  <a:cubicBezTo>
                    <a:pt x="7621" y="1286"/>
                    <a:pt x="7621" y="1191"/>
                    <a:pt x="7549" y="1120"/>
                  </a:cubicBezTo>
                  <a:cubicBezTo>
                    <a:pt x="6716" y="405"/>
                    <a:pt x="5644" y="0"/>
                    <a:pt x="45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2" name="Google Shape;5532;p59"/>
            <p:cNvSpPr/>
            <p:nvPr/>
          </p:nvSpPr>
          <p:spPr>
            <a:xfrm>
              <a:off x="4046480" y="4125672"/>
              <a:ext cx="263840" cy="262958"/>
            </a:xfrm>
            <a:custGeom>
              <a:avLst/>
              <a:gdLst/>
              <a:ahLst/>
              <a:cxnLst/>
              <a:rect l="l" t="t" r="r" b="b"/>
              <a:pathLst>
                <a:path w="7479" h="7454" extrusionOk="0">
                  <a:moveTo>
                    <a:pt x="4633" y="2125"/>
                  </a:moveTo>
                  <a:cubicBezTo>
                    <a:pt x="4907" y="2125"/>
                    <a:pt x="5180" y="2227"/>
                    <a:pt x="5383" y="2429"/>
                  </a:cubicBezTo>
                  <a:cubicBezTo>
                    <a:pt x="5597" y="2643"/>
                    <a:pt x="5692" y="2905"/>
                    <a:pt x="5692" y="3191"/>
                  </a:cubicBezTo>
                  <a:cubicBezTo>
                    <a:pt x="5692" y="3382"/>
                    <a:pt x="5669" y="3548"/>
                    <a:pt x="5573" y="3715"/>
                  </a:cubicBezTo>
                  <a:lnTo>
                    <a:pt x="5097" y="3715"/>
                  </a:lnTo>
                  <a:lnTo>
                    <a:pt x="4811" y="3144"/>
                  </a:lnTo>
                  <a:cubicBezTo>
                    <a:pt x="4787" y="3096"/>
                    <a:pt x="4716" y="3048"/>
                    <a:pt x="4668" y="3048"/>
                  </a:cubicBezTo>
                  <a:cubicBezTo>
                    <a:pt x="4597" y="3048"/>
                    <a:pt x="4549" y="3096"/>
                    <a:pt x="4525" y="3144"/>
                  </a:cubicBezTo>
                  <a:lnTo>
                    <a:pt x="4264" y="3667"/>
                  </a:lnTo>
                  <a:lnTo>
                    <a:pt x="3906" y="3667"/>
                  </a:lnTo>
                  <a:lnTo>
                    <a:pt x="3644" y="3120"/>
                  </a:lnTo>
                  <a:cubicBezTo>
                    <a:pt x="3625" y="3081"/>
                    <a:pt x="3590" y="3042"/>
                    <a:pt x="3538" y="3042"/>
                  </a:cubicBezTo>
                  <a:cubicBezTo>
                    <a:pt x="3527" y="3042"/>
                    <a:pt x="3515" y="3044"/>
                    <a:pt x="3501" y="3048"/>
                  </a:cubicBezTo>
                  <a:cubicBezTo>
                    <a:pt x="3430" y="3048"/>
                    <a:pt x="3382" y="3072"/>
                    <a:pt x="3359" y="3144"/>
                  </a:cubicBezTo>
                  <a:lnTo>
                    <a:pt x="3097" y="3834"/>
                  </a:lnTo>
                  <a:lnTo>
                    <a:pt x="2763" y="3072"/>
                  </a:lnTo>
                  <a:cubicBezTo>
                    <a:pt x="2739" y="3001"/>
                    <a:pt x="2692" y="2977"/>
                    <a:pt x="2620" y="2977"/>
                  </a:cubicBezTo>
                  <a:cubicBezTo>
                    <a:pt x="2549" y="2977"/>
                    <a:pt x="2501" y="3001"/>
                    <a:pt x="2477" y="3072"/>
                  </a:cubicBezTo>
                  <a:lnTo>
                    <a:pt x="2096" y="3977"/>
                  </a:lnTo>
                  <a:lnTo>
                    <a:pt x="2073" y="3953"/>
                  </a:lnTo>
                  <a:cubicBezTo>
                    <a:pt x="1882" y="3739"/>
                    <a:pt x="1763" y="3477"/>
                    <a:pt x="1763" y="3191"/>
                  </a:cubicBezTo>
                  <a:cubicBezTo>
                    <a:pt x="1763" y="2905"/>
                    <a:pt x="1882" y="2643"/>
                    <a:pt x="2073" y="2429"/>
                  </a:cubicBezTo>
                  <a:cubicBezTo>
                    <a:pt x="2287" y="2227"/>
                    <a:pt x="2561" y="2125"/>
                    <a:pt x="2835" y="2125"/>
                  </a:cubicBezTo>
                  <a:cubicBezTo>
                    <a:pt x="3109" y="2125"/>
                    <a:pt x="3382" y="2227"/>
                    <a:pt x="3597" y="2429"/>
                  </a:cubicBezTo>
                  <a:lnTo>
                    <a:pt x="3621" y="2477"/>
                  </a:lnTo>
                  <a:cubicBezTo>
                    <a:pt x="3644" y="2501"/>
                    <a:pt x="3692" y="2524"/>
                    <a:pt x="3740" y="2524"/>
                  </a:cubicBezTo>
                  <a:cubicBezTo>
                    <a:pt x="3787" y="2524"/>
                    <a:pt x="3811" y="2501"/>
                    <a:pt x="3859" y="2477"/>
                  </a:cubicBezTo>
                  <a:lnTo>
                    <a:pt x="3883" y="2429"/>
                  </a:lnTo>
                  <a:cubicBezTo>
                    <a:pt x="4085" y="2227"/>
                    <a:pt x="4359" y="2125"/>
                    <a:pt x="4633" y="2125"/>
                  </a:cubicBezTo>
                  <a:close/>
                  <a:moveTo>
                    <a:pt x="3740" y="0"/>
                  </a:moveTo>
                  <a:cubicBezTo>
                    <a:pt x="2787" y="0"/>
                    <a:pt x="1882" y="357"/>
                    <a:pt x="1191" y="1000"/>
                  </a:cubicBezTo>
                  <a:cubicBezTo>
                    <a:pt x="1120" y="1048"/>
                    <a:pt x="1120" y="1167"/>
                    <a:pt x="1168" y="1215"/>
                  </a:cubicBezTo>
                  <a:cubicBezTo>
                    <a:pt x="1207" y="1254"/>
                    <a:pt x="1254" y="1272"/>
                    <a:pt x="1299" y="1272"/>
                  </a:cubicBezTo>
                  <a:cubicBezTo>
                    <a:pt x="1337" y="1272"/>
                    <a:pt x="1374" y="1260"/>
                    <a:pt x="1406" y="1238"/>
                  </a:cubicBezTo>
                  <a:cubicBezTo>
                    <a:pt x="2049" y="643"/>
                    <a:pt x="2858" y="310"/>
                    <a:pt x="3740" y="310"/>
                  </a:cubicBezTo>
                  <a:cubicBezTo>
                    <a:pt x="5597" y="310"/>
                    <a:pt x="7121" y="1834"/>
                    <a:pt x="7145" y="3715"/>
                  </a:cubicBezTo>
                  <a:lnTo>
                    <a:pt x="5931" y="3715"/>
                  </a:lnTo>
                  <a:cubicBezTo>
                    <a:pt x="6002" y="3548"/>
                    <a:pt x="6026" y="3358"/>
                    <a:pt x="6026" y="3191"/>
                  </a:cubicBezTo>
                  <a:cubicBezTo>
                    <a:pt x="6026" y="2810"/>
                    <a:pt x="5883" y="2477"/>
                    <a:pt x="5621" y="2215"/>
                  </a:cubicBezTo>
                  <a:cubicBezTo>
                    <a:pt x="5343" y="1937"/>
                    <a:pt x="4985" y="1800"/>
                    <a:pt x="4628" y="1800"/>
                  </a:cubicBezTo>
                  <a:cubicBezTo>
                    <a:pt x="4312" y="1800"/>
                    <a:pt x="3997" y="1907"/>
                    <a:pt x="3740" y="2120"/>
                  </a:cubicBezTo>
                  <a:cubicBezTo>
                    <a:pt x="3482" y="1907"/>
                    <a:pt x="3162" y="1800"/>
                    <a:pt x="2843" y="1800"/>
                  </a:cubicBezTo>
                  <a:cubicBezTo>
                    <a:pt x="2483" y="1800"/>
                    <a:pt x="2124" y="1937"/>
                    <a:pt x="1858" y="2215"/>
                  </a:cubicBezTo>
                  <a:cubicBezTo>
                    <a:pt x="1596" y="2477"/>
                    <a:pt x="1430" y="2810"/>
                    <a:pt x="1430" y="3191"/>
                  </a:cubicBezTo>
                  <a:cubicBezTo>
                    <a:pt x="1430" y="3548"/>
                    <a:pt x="1572" y="3906"/>
                    <a:pt x="1834" y="4144"/>
                  </a:cubicBezTo>
                  <a:lnTo>
                    <a:pt x="358" y="4144"/>
                  </a:lnTo>
                  <a:cubicBezTo>
                    <a:pt x="334" y="4025"/>
                    <a:pt x="334" y="3858"/>
                    <a:pt x="334" y="3715"/>
                  </a:cubicBezTo>
                  <a:cubicBezTo>
                    <a:pt x="334" y="3001"/>
                    <a:pt x="548" y="2310"/>
                    <a:pt x="977" y="1739"/>
                  </a:cubicBezTo>
                  <a:cubicBezTo>
                    <a:pt x="1025" y="1643"/>
                    <a:pt x="1001" y="1548"/>
                    <a:pt x="930" y="1500"/>
                  </a:cubicBezTo>
                  <a:cubicBezTo>
                    <a:pt x="900" y="1481"/>
                    <a:pt x="866" y="1469"/>
                    <a:pt x="834" y="1469"/>
                  </a:cubicBezTo>
                  <a:cubicBezTo>
                    <a:pt x="787" y="1469"/>
                    <a:pt x="743" y="1492"/>
                    <a:pt x="715" y="1548"/>
                  </a:cubicBezTo>
                  <a:cubicBezTo>
                    <a:pt x="239" y="2167"/>
                    <a:pt x="1" y="2929"/>
                    <a:pt x="1" y="3715"/>
                  </a:cubicBezTo>
                  <a:cubicBezTo>
                    <a:pt x="1" y="4287"/>
                    <a:pt x="120" y="4834"/>
                    <a:pt x="358" y="5334"/>
                  </a:cubicBezTo>
                  <a:cubicBezTo>
                    <a:pt x="406" y="5406"/>
                    <a:pt x="453" y="5430"/>
                    <a:pt x="501" y="5430"/>
                  </a:cubicBezTo>
                  <a:cubicBezTo>
                    <a:pt x="525" y="5430"/>
                    <a:pt x="548" y="5430"/>
                    <a:pt x="572" y="5406"/>
                  </a:cubicBezTo>
                  <a:cubicBezTo>
                    <a:pt x="668" y="5382"/>
                    <a:pt x="691" y="5287"/>
                    <a:pt x="668" y="5192"/>
                  </a:cubicBezTo>
                  <a:cubicBezTo>
                    <a:pt x="548" y="4977"/>
                    <a:pt x="453" y="4715"/>
                    <a:pt x="406" y="4477"/>
                  </a:cubicBezTo>
                  <a:lnTo>
                    <a:pt x="2144" y="4477"/>
                  </a:lnTo>
                  <a:lnTo>
                    <a:pt x="3406" y="5739"/>
                  </a:lnTo>
                  <a:cubicBezTo>
                    <a:pt x="3501" y="5811"/>
                    <a:pt x="3621" y="5858"/>
                    <a:pt x="3740" y="5858"/>
                  </a:cubicBezTo>
                  <a:cubicBezTo>
                    <a:pt x="3859" y="5858"/>
                    <a:pt x="3978" y="5811"/>
                    <a:pt x="4073" y="5739"/>
                  </a:cubicBezTo>
                  <a:lnTo>
                    <a:pt x="4525" y="5263"/>
                  </a:lnTo>
                  <a:cubicBezTo>
                    <a:pt x="4597" y="5192"/>
                    <a:pt x="4597" y="5096"/>
                    <a:pt x="4525" y="5025"/>
                  </a:cubicBezTo>
                  <a:cubicBezTo>
                    <a:pt x="4502" y="5001"/>
                    <a:pt x="4460" y="4989"/>
                    <a:pt x="4418" y="4989"/>
                  </a:cubicBezTo>
                  <a:cubicBezTo>
                    <a:pt x="4377" y="4989"/>
                    <a:pt x="4335" y="5001"/>
                    <a:pt x="4311" y="5025"/>
                  </a:cubicBezTo>
                  <a:lnTo>
                    <a:pt x="3835" y="5501"/>
                  </a:lnTo>
                  <a:cubicBezTo>
                    <a:pt x="3811" y="5525"/>
                    <a:pt x="3763" y="5549"/>
                    <a:pt x="3740" y="5549"/>
                  </a:cubicBezTo>
                  <a:cubicBezTo>
                    <a:pt x="3692" y="5549"/>
                    <a:pt x="3668" y="5525"/>
                    <a:pt x="3644" y="5501"/>
                  </a:cubicBezTo>
                  <a:lnTo>
                    <a:pt x="2358" y="4215"/>
                  </a:lnTo>
                  <a:lnTo>
                    <a:pt x="2620" y="3548"/>
                  </a:lnTo>
                  <a:lnTo>
                    <a:pt x="2954" y="4310"/>
                  </a:lnTo>
                  <a:cubicBezTo>
                    <a:pt x="2978" y="4382"/>
                    <a:pt x="3049" y="4430"/>
                    <a:pt x="3097" y="4430"/>
                  </a:cubicBezTo>
                  <a:cubicBezTo>
                    <a:pt x="3168" y="4406"/>
                    <a:pt x="3240" y="4382"/>
                    <a:pt x="3263" y="4310"/>
                  </a:cubicBezTo>
                  <a:lnTo>
                    <a:pt x="3525" y="3596"/>
                  </a:lnTo>
                  <a:lnTo>
                    <a:pt x="3668" y="3906"/>
                  </a:lnTo>
                  <a:cubicBezTo>
                    <a:pt x="3692" y="3953"/>
                    <a:pt x="3763" y="4001"/>
                    <a:pt x="3811" y="4001"/>
                  </a:cubicBezTo>
                  <a:lnTo>
                    <a:pt x="4359" y="4001"/>
                  </a:lnTo>
                  <a:cubicBezTo>
                    <a:pt x="4430" y="4001"/>
                    <a:pt x="4478" y="3953"/>
                    <a:pt x="4502" y="3906"/>
                  </a:cubicBezTo>
                  <a:lnTo>
                    <a:pt x="4668" y="3572"/>
                  </a:lnTo>
                  <a:lnTo>
                    <a:pt x="4835" y="3929"/>
                  </a:lnTo>
                  <a:cubicBezTo>
                    <a:pt x="4883" y="4001"/>
                    <a:pt x="4930" y="4025"/>
                    <a:pt x="5002" y="4025"/>
                  </a:cubicBezTo>
                  <a:lnTo>
                    <a:pt x="5311" y="4025"/>
                  </a:lnTo>
                  <a:lnTo>
                    <a:pt x="4787" y="4549"/>
                  </a:lnTo>
                  <a:cubicBezTo>
                    <a:pt x="4740" y="4596"/>
                    <a:pt x="4740" y="4715"/>
                    <a:pt x="4787" y="4763"/>
                  </a:cubicBezTo>
                  <a:cubicBezTo>
                    <a:pt x="4823" y="4799"/>
                    <a:pt x="4865" y="4817"/>
                    <a:pt x="4907" y="4817"/>
                  </a:cubicBezTo>
                  <a:cubicBezTo>
                    <a:pt x="4948" y="4817"/>
                    <a:pt x="4990" y="4799"/>
                    <a:pt x="5026" y="4763"/>
                  </a:cubicBezTo>
                  <a:lnTo>
                    <a:pt x="5621" y="4168"/>
                  </a:lnTo>
                  <a:cubicBezTo>
                    <a:pt x="5669" y="4120"/>
                    <a:pt x="5716" y="4072"/>
                    <a:pt x="5740" y="4025"/>
                  </a:cubicBezTo>
                  <a:lnTo>
                    <a:pt x="7121" y="4025"/>
                  </a:lnTo>
                  <a:cubicBezTo>
                    <a:pt x="6978" y="5763"/>
                    <a:pt x="5502" y="7144"/>
                    <a:pt x="3740" y="7144"/>
                  </a:cubicBezTo>
                  <a:cubicBezTo>
                    <a:pt x="3597" y="7144"/>
                    <a:pt x="3454" y="7121"/>
                    <a:pt x="3335" y="7121"/>
                  </a:cubicBezTo>
                  <a:cubicBezTo>
                    <a:pt x="3322" y="7117"/>
                    <a:pt x="3310" y="7116"/>
                    <a:pt x="3298" y="7116"/>
                  </a:cubicBezTo>
                  <a:cubicBezTo>
                    <a:pt x="3222" y="7116"/>
                    <a:pt x="3165" y="7181"/>
                    <a:pt x="3144" y="7263"/>
                  </a:cubicBezTo>
                  <a:cubicBezTo>
                    <a:pt x="3144" y="7335"/>
                    <a:pt x="3192" y="7430"/>
                    <a:pt x="3287" y="7430"/>
                  </a:cubicBezTo>
                  <a:cubicBezTo>
                    <a:pt x="3430" y="7454"/>
                    <a:pt x="3597" y="7454"/>
                    <a:pt x="3740" y="7454"/>
                  </a:cubicBezTo>
                  <a:cubicBezTo>
                    <a:pt x="5788" y="7454"/>
                    <a:pt x="7478" y="5787"/>
                    <a:pt x="7478" y="3715"/>
                  </a:cubicBezTo>
                  <a:cubicBezTo>
                    <a:pt x="7478" y="1667"/>
                    <a:pt x="5788" y="0"/>
                    <a:pt x="3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3" name="Google Shape;5533;p59"/>
            <p:cNvSpPr/>
            <p:nvPr/>
          </p:nvSpPr>
          <p:spPr>
            <a:xfrm>
              <a:off x="4364903" y="4255038"/>
              <a:ext cx="39511" cy="11783"/>
            </a:xfrm>
            <a:custGeom>
              <a:avLst/>
              <a:gdLst/>
              <a:ahLst/>
              <a:cxnLst/>
              <a:rect l="l" t="t" r="r" b="b"/>
              <a:pathLst>
                <a:path w="1120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lnTo>
                    <a:pt x="953" y="334"/>
                  </a:lnTo>
                  <a:cubicBezTo>
                    <a:pt x="1048" y="334"/>
                    <a:pt x="1120" y="262"/>
                    <a:pt x="1120" y="167"/>
                  </a:cubicBezTo>
                  <a:cubicBezTo>
                    <a:pt x="1120" y="72"/>
                    <a:pt x="1048" y="0"/>
                    <a:pt x="9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4" name="Google Shape;5534;p59"/>
            <p:cNvSpPr/>
            <p:nvPr/>
          </p:nvSpPr>
          <p:spPr>
            <a:xfrm>
              <a:off x="4131360" y="4153048"/>
              <a:ext cx="275588" cy="320461"/>
            </a:xfrm>
            <a:custGeom>
              <a:avLst/>
              <a:gdLst/>
              <a:ahLst/>
              <a:cxnLst/>
              <a:rect l="l" t="t" r="r" b="b"/>
              <a:pathLst>
                <a:path w="7812" h="9084" extrusionOk="0">
                  <a:moveTo>
                    <a:pt x="4977" y="5630"/>
                  </a:moveTo>
                  <a:lnTo>
                    <a:pt x="5596" y="6202"/>
                  </a:lnTo>
                  <a:lnTo>
                    <a:pt x="4763" y="7035"/>
                  </a:lnTo>
                  <a:lnTo>
                    <a:pt x="4191" y="6464"/>
                  </a:lnTo>
                  <a:cubicBezTo>
                    <a:pt x="4501" y="6225"/>
                    <a:pt x="4763" y="5940"/>
                    <a:pt x="4977" y="5630"/>
                  </a:cubicBezTo>
                  <a:close/>
                  <a:moveTo>
                    <a:pt x="5811" y="6440"/>
                  </a:moveTo>
                  <a:lnTo>
                    <a:pt x="6216" y="6821"/>
                  </a:lnTo>
                  <a:lnTo>
                    <a:pt x="5406" y="7631"/>
                  </a:lnTo>
                  <a:lnTo>
                    <a:pt x="5001" y="7249"/>
                  </a:lnTo>
                  <a:lnTo>
                    <a:pt x="5811" y="6440"/>
                  </a:lnTo>
                  <a:close/>
                  <a:moveTo>
                    <a:pt x="6454" y="7035"/>
                  </a:moveTo>
                  <a:lnTo>
                    <a:pt x="6835" y="7416"/>
                  </a:lnTo>
                  <a:lnTo>
                    <a:pt x="6025" y="8226"/>
                  </a:lnTo>
                  <a:lnTo>
                    <a:pt x="5644" y="7845"/>
                  </a:lnTo>
                  <a:lnTo>
                    <a:pt x="6454" y="7035"/>
                  </a:lnTo>
                  <a:close/>
                  <a:moveTo>
                    <a:pt x="7073" y="7631"/>
                  </a:moveTo>
                  <a:lnTo>
                    <a:pt x="7216" y="7773"/>
                  </a:lnTo>
                  <a:cubicBezTo>
                    <a:pt x="7454" y="7988"/>
                    <a:pt x="7454" y="8369"/>
                    <a:pt x="7240" y="8583"/>
                  </a:cubicBezTo>
                  <a:cubicBezTo>
                    <a:pt x="7130" y="8705"/>
                    <a:pt x="6976" y="8765"/>
                    <a:pt x="6823" y="8765"/>
                  </a:cubicBezTo>
                  <a:cubicBezTo>
                    <a:pt x="6678" y="8765"/>
                    <a:pt x="6534" y="8711"/>
                    <a:pt x="6430" y="8607"/>
                  </a:cubicBezTo>
                  <a:lnTo>
                    <a:pt x="6263" y="8440"/>
                  </a:lnTo>
                  <a:lnTo>
                    <a:pt x="7073" y="7631"/>
                  </a:lnTo>
                  <a:close/>
                  <a:moveTo>
                    <a:pt x="4711" y="1"/>
                  </a:moveTo>
                  <a:cubicBezTo>
                    <a:pt x="4670" y="1"/>
                    <a:pt x="4628" y="12"/>
                    <a:pt x="4596" y="34"/>
                  </a:cubicBezTo>
                  <a:cubicBezTo>
                    <a:pt x="4525" y="81"/>
                    <a:pt x="4525" y="200"/>
                    <a:pt x="4572" y="272"/>
                  </a:cubicBezTo>
                  <a:cubicBezTo>
                    <a:pt x="5215" y="1010"/>
                    <a:pt x="5549" y="1963"/>
                    <a:pt x="5549" y="2939"/>
                  </a:cubicBezTo>
                  <a:cubicBezTo>
                    <a:pt x="5549" y="5273"/>
                    <a:pt x="3644" y="7178"/>
                    <a:pt x="1334" y="7178"/>
                  </a:cubicBezTo>
                  <a:cubicBezTo>
                    <a:pt x="953" y="7178"/>
                    <a:pt x="572" y="7107"/>
                    <a:pt x="214" y="7011"/>
                  </a:cubicBezTo>
                  <a:lnTo>
                    <a:pt x="167" y="7011"/>
                  </a:lnTo>
                  <a:cubicBezTo>
                    <a:pt x="71" y="7011"/>
                    <a:pt x="0" y="7083"/>
                    <a:pt x="0" y="7154"/>
                  </a:cubicBezTo>
                  <a:cubicBezTo>
                    <a:pt x="0" y="7226"/>
                    <a:pt x="48" y="7297"/>
                    <a:pt x="119" y="7321"/>
                  </a:cubicBezTo>
                  <a:cubicBezTo>
                    <a:pt x="500" y="7440"/>
                    <a:pt x="929" y="7488"/>
                    <a:pt x="1334" y="7488"/>
                  </a:cubicBezTo>
                  <a:cubicBezTo>
                    <a:pt x="2286" y="7488"/>
                    <a:pt x="3191" y="7178"/>
                    <a:pt x="3929" y="6678"/>
                  </a:cubicBezTo>
                  <a:lnTo>
                    <a:pt x="6192" y="8845"/>
                  </a:lnTo>
                  <a:cubicBezTo>
                    <a:pt x="6382" y="9012"/>
                    <a:pt x="6597" y="9083"/>
                    <a:pt x="6811" y="9083"/>
                  </a:cubicBezTo>
                  <a:cubicBezTo>
                    <a:pt x="7049" y="9083"/>
                    <a:pt x="7287" y="9012"/>
                    <a:pt x="7478" y="8821"/>
                  </a:cubicBezTo>
                  <a:cubicBezTo>
                    <a:pt x="7811" y="8464"/>
                    <a:pt x="7811" y="7892"/>
                    <a:pt x="7454" y="7535"/>
                  </a:cubicBezTo>
                  <a:lnTo>
                    <a:pt x="5168" y="5368"/>
                  </a:lnTo>
                  <a:cubicBezTo>
                    <a:pt x="5573" y="4749"/>
                    <a:pt x="5811" y="4011"/>
                    <a:pt x="5858" y="3225"/>
                  </a:cubicBezTo>
                  <a:lnTo>
                    <a:pt x="6168" y="3225"/>
                  </a:lnTo>
                  <a:cubicBezTo>
                    <a:pt x="6239" y="3225"/>
                    <a:pt x="6311" y="3153"/>
                    <a:pt x="6311" y="3058"/>
                  </a:cubicBezTo>
                  <a:cubicBezTo>
                    <a:pt x="6311" y="2963"/>
                    <a:pt x="6239" y="2891"/>
                    <a:pt x="6168" y="2891"/>
                  </a:cubicBezTo>
                  <a:lnTo>
                    <a:pt x="5882" y="2891"/>
                  </a:lnTo>
                  <a:cubicBezTo>
                    <a:pt x="5858" y="1867"/>
                    <a:pt x="5501" y="843"/>
                    <a:pt x="4834" y="58"/>
                  </a:cubicBezTo>
                  <a:cubicBezTo>
                    <a:pt x="4808" y="18"/>
                    <a:pt x="4760" y="1"/>
                    <a:pt x="47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5" name="Google Shape;5535;p59"/>
            <p:cNvSpPr/>
            <p:nvPr/>
          </p:nvSpPr>
          <p:spPr>
            <a:xfrm>
              <a:off x="4049831" y="4318892"/>
              <a:ext cx="96660" cy="96625"/>
            </a:xfrm>
            <a:custGeom>
              <a:avLst/>
              <a:gdLst/>
              <a:ahLst/>
              <a:cxnLst/>
              <a:rect l="l" t="t" r="r" b="b"/>
              <a:pathLst>
                <a:path w="2740" h="2739" extrusionOk="0">
                  <a:moveTo>
                    <a:pt x="1668" y="310"/>
                  </a:moveTo>
                  <a:lnTo>
                    <a:pt x="1668" y="905"/>
                  </a:lnTo>
                  <a:cubicBezTo>
                    <a:pt x="1668" y="1001"/>
                    <a:pt x="1739" y="1072"/>
                    <a:pt x="1811" y="1072"/>
                  </a:cubicBezTo>
                  <a:lnTo>
                    <a:pt x="2406" y="1072"/>
                  </a:lnTo>
                  <a:lnTo>
                    <a:pt x="2406" y="1667"/>
                  </a:lnTo>
                  <a:lnTo>
                    <a:pt x="1811" y="1667"/>
                  </a:lnTo>
                  <a:cubicBezTo>
                    <a:pt x="1739" y="1667"/>
                    <a:pt x="1668" y="1739"/>
                    <a:pt x="1668" y="1834"/>
                  </a:cubicBezTo>
                  <a:lnTo>
                    <a:pt x="1668" y="2406"/>
                  </a:lnTo>
                  <a:lnTo>
                    <a:pt x="1073" y="2406"/>
                  </a:lnTo>
                  <a:lnTo>
                    <a:pt x="1073" y="1834"/>
                  </a:lnTo>
                  <a:cubicBezTo>
                    <a:pt x="1073" y="1739"/>
                    <a:pt x="1001" y="1667"/>
                    <a:pt x="906" y="1667"/>
                  </a:cubicBezTo>
                  <a:lnTo>
                    <a:pt x="311" y="1667"/>
                  </a:lnTo>
                  <a:lnTo>
                    <a:pt x="311" y="1072"/>
                  </a:lnTo>
                  <a:lnTo>
                    <a:pt x="906" y="1072"/>
                  </a:lnTo>
                  <a:cubicBezTo>
                    <a:pt x="1001" y="1072"/>
                    <a:pt x="1073" y="1001"/>
                    <a:pt x="1073" y="905"/>
                  </a:cubicBezTo>
                  <a:lnTo>
                    <a:pt x="1073" y="310"/>
                  </a:lnTo>
                  <a:close/>
                  <a:moveTo>
                    <a:pt x="1001" y="0"/>
                  </a:moveTo>
                  <a:cubicBezTo>
                    <a:pt x="858" y="0"/>
                    <a:pt x="739" y="119"/>
                    <a:pt x="739" y="262"/>
                  </a:cubicBezTo>
                  <a:lnTo>
                    <a:pt x="739" y="739"/>
                  </a:lnTo>
                  <a:lnTo>
                    <a:pt x="239" y="739"/>
                  </a:lnTo>
                  <a:cubicBezTo>
                    <a:pt x="96" y="739"/>
                    <a:pt x="1" y="858"/>
                    <a:pt x="1" y="1001"/>
                  </a:cubicBezTo>
                  <a:lnTo>
                    <a:pt x="1" y="1739"/>
                  </a:lnTo>
                  <a:cubicBezTo>
                    <a:pt x="1" y="1882"/>
                    <a:pt x="96" y="1977"/>
                    <a:pt x="239" y="1977"/>
                  </a:cubicBezTo>
                  <a:lnTo>
                    <a:pt x="739" y="1977"/>
                  </a:lnTo>
                  <a:lnTo>
                    <a:pt x="739" y="2477"/>
                  </a:lnTo>
                  <a:cubicBezTo>
                    <a:pt x="739" y="2620"/>
                    <a:pt x="858" y="2739"/>
                    <a:pt x="1001" y="2739"/>
                  </a:cubicBezTo>
                  <a:lnTo>
                    <a:pt x="1716" y="2739"/>
                  </a:lnTo>
                  <a:cubicBezTo>
                    <a:pt x="1859" y="2739"/>
                    <a:pt x="1978" y="2620"/>
                    <a:pt x="1978" y="2477"/>
                  </a:cubicBezTo>
                  <a:lnTo>
                    <a:pt x="1978" y="1977"/>
                  </a:lnTo>
                  <a:lnTo>
                    <a:pt x="2478" y="1977"/>
                  </a:lnTo>
                  <a:cubicBezTo>
                    <a:pt x="2621" y="1977"/>
                    <a:pt x="2740" y="1882"/>
                    <a:pt x="2740" y="1739"/>
                  </a:cubicBezTo>
                  <a:lnTo>
                    <a:pt x="2740" y="1001"/>
                  </a:lnTo>
                  <a:cubicBezTo>
                    <a:pt x="2740" y="858"/>
                    <a:pt x="2621" y="739"/>
                    <a:pt x="2478" y="739"/>
                  </a:cubicBezTo>
                  <a:lnTo>
                    <a:pt x="1978" y="739"/>
                  </a:lnTo>
                  <a:lnTo>
                    <a:pt x="1978" y="262"/>
                  </a:lnTo>
                  <a:cubicBezTo>
                    <a:pt x="1978" y="119"/>
                    <a:pt x="1859" y="0"/>
                    <a:pt x="17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4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4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4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4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4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42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42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4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4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2" grpId="0" build="p"/>
      <p:bldP spid="4293" grpId="0"/>
      <p:bldP spid="4294" grpId="0" build="p"/>
      <p:bldP spid="4295" grpId="0" build="p"/>
      <p:bldP spid="4296" grpId="0" build="p"/>
      <p:bldP spid="4297" grpId="0" animBg="1"/>
      <p:bldP spid="429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3"/>
        </a:solidFill>
        <a:effectLst/>
      </p:bgPr>
    </p:bg>
    <p:spTree>
      <p:nvGrpSpPr>
        <p:cNvPr id="1" name="Shape 4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2" name="Google Shape;4292;p41"/>
          <p:cNvSpPr txBox="1">
            <a:spLocks noGrp="1"/>
          </p:cNvSpPr>
          <p:nvPr>
            <p:ph type="subTitle" idx="1"/>
          </p:nvPr>
        </p:nvSpPr>
        <p:spPr>
          <a:xfrm>
            <a:off x="1522250" y="2824325"/>
            <a:ext cx="2746800" cy="4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Challenge 2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93" name="Google Shape;4293;p41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IMPLEMENTATION CHALLENGES &amp; SOLUTIONS</a:t>
            </a:r>
            <a:endParaRPr lang="en-US" altLang="en-GB" b="0">
              <a:latin typeface="Times New Roman" panose="02020603050405020304" charset="0"/>
              <a:ea typeface="Red Hat Display Medium" panose="02010303040201060303"/>
              <a:cs typeface="Times New Roman" panose="02020603050405020304" charset="0"/>
              <a:sym typeface="Red Hat Display Medium" panose="02010303040201060303"/>
            </a:endParaRPr>
          </a:p>
        </p:txBody>
      </p:sp>
      <p:sp>
        <p:nvSpPr>
          <p:cNvPr id="4294" name="Google Shape;4294;p41"/>
          <p:cNvSpPr txBox="1">
            <a:spLocks noGrp="1"/>
          </p:cNvSpPr>
          <p:nvPr>
            <p:ph type="subTitle" idx="2"/>
          </p:nvPr>
        </p:nvSpPr>
        <p:spPr>
          <a:xfrm>
            <a:off x="1522250" y="3304325"/>
            <a:ext cx="2746800" cy="10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Network Issues in Rural Pakistan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95" name="Google Shape;4295;p41"/>
          <p:cNvSpPr txBox="1">
            <a:spLocks noGrp="1"/>
          </p:cNvSpPr>
          <p:nvPr>
            <p:ph type="subTitle" idx="3"/>
          </p:nvPr>
        </p:nvSpPr>
        <p:spPr>
          <a:xfrm>
            <a:off x="4874950" y="2824325"/>
            <a:ext cx="2746800" cy="4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Solution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96" name="Google Shape;4296;p41"/>
          <p:cNvSpPr txBox="1">
            <a:spLocks noGrp="1"/>
          </p:cNvSpPr>
          <p:nvPr>
            <p:ph type="subTitle" idx="4"/>
          </p:nvPr>
        </p:nvSpPr>
        <p:spPr>
          <a:xfrm>
            <a:off x="4874950" y="3304325"/>
            <a:ext cx="2746800" cy="10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Adaptive bitrate streaming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Audio-only fallback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Offline capabilities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97" name="Google Shape;4297;p41"/>
          <p:cNvSpPr/>
          <p:nvPr/>
        </p:nvSpPr>
        <p:spPr>
          <a:xfrm>
            <a:off x="2413100" y="1758353"/>
            <a:ext cx="965100" cy="965100"/>
          </a:xfrm>
          <a:prstGeom prst="ellipse">
            <a:avLst/>
          </a:prstGeom>
          <a:solidFill>
            <a:srgbClr val="1880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98" name="Google Shape;4298;p41"/>
          <p:cNvSpPr/>
          <p:nvPr/>
        </p:nvSpPr>
        <p:spPr>
          <a:xfrm>
            <a:off x="5765800" y="1758353"/>
            <a:ext cx="965100" cy="965100"/>
          </a:xfrm>
          <a:prstGeom prst="ellipse">
            <a:avLst/>
          </a:prstGeom>
          <a:solidFill>
            <a:srgbClr val="1880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302" name="Google Shape;5302;p59"/>
          <p:cNvGrpSpPr/>
          <p:nvPr/>
        </p:nvGrpSpPr>
        <p:grpSpPr>
          <a:xfrm>
            <a:off x="2686233" y="2042862"/>
            <a:ext cx="410848" cy="408725"/>
            <a:chOff x="1931853" y="2736511"/>
            <a:chExt cx="410848" cy="408725"/>
          </a:xfrm>
          <a:solidFill>
            <a:srgbClr val="F9FBEE"/>
          </a:solidFill>
        </p:grpSpPr>
        <p:sp>
          <p:nvSpPr>
            <p:cNvPr id="5303" name="Google Shape;5303;p59"/>
            <p:cNvSpPr/>
            <p:nvPr/>
          </p:nvSpPr>
          <p:spPr>
            <a:xfrm>
              <a:off x="1934393" y="2736511"/>
              <a:ext cx="407490" cy="408725"/>
            </a:xfrm>
            <a:custGeom>
              <a:avLst/>
              <a:gdLst/>
              <a:ahLst/>
              <a:cxnLst/>
              <a:rect l="l" t="t" r="r" b="b"/>
              <a:pathLst>
                <a:path w="11551" h="11586" extrusionOk="0">
                  <a:moveTo>
                    <a:pt x="9859" y="345"/>
                  </a:moveTo>
                  <a:lnTo>
                    <a:pt x="11169" y="1655"/>
                  </a:lnTo>
                  <a:cubicBezTo>
                    <a:pt x="11169" y="1679"/>
                    <a:pt x="11169" y="1703"/>
                    <a:pt x="11169" y="1703"/>
                  </a:cubicBezTo>
                  <a:lnTo>
                    <a:pt x="10836" y="2036"/>
                  </a:lnTo>
                  <a:cubicBezTo>
                    <a:pt x="10824" y="2048"/>
                    <a:pt x="10812" y="2054"/>
                    <a:pt x="10803" y="2054"/>
                  </a:cubicBezTo>
                  <a:cubicBezTo>
                    <a:pt x="10794" y="2054"/>
                    <a:pt x="10788" y="2048"/>
                    <a:pt x="10788" y="2036"/>
                  </a:cubicBezTo>
                  <a:lnTo>
                    <a:pt x="10407" y="1679"/>
                  </a:lnTo>
                  <a:lnTo>
                    <a:pt x="9836" y="1107"/>
                  </a:lnTo>
                  <a:lnTo>
                    <a:pt x="9478" y="726"/>
                  </a:lnTo>
                  <a:cubicBezTo>
                    <a:pt x="9454" y="726"/>
                    <a:pt x="9454" y="703"/>
                    <a:pt x="9478" y="679"/>
                  </a:cubicBezTo>
                  <a:lnTo>
                    <a:pt x="9812" y="345"/>
                  </a:lnTo>
                  <a:close/>
                  <a:moveTo>
                    <a:pt x="9716" y="1465"/>
                  </a:moveTo>
                  <a:lnTo>
                    <a:pt x="10050" y="1798"/>
                  </a:lnTo>
                  <a:lnTo>
                    <a:pt x="9454" y="2393"/>
                  </a:lnTo>
                  <a:cubicBezTo>
                    <a:pt x="9431" y="2417"/>
                    <a:pt x="9407" y="2465"/>
                    <a:pt x="9407" y="2512"/>
                  </a:cubicBezTo>
                  <a:lnTo>
                    <a:pt x="9359" y="3298"/>
                  </a:lnTo>
                  <a:lnTo>
                    <a:pt x="8216" y="2155"/>
                  </a:lnTo>
                  <a:lnTo>
                    <a:pt x="9002" y="2108"/>
                  </a:lnTo>
                  <a:cubicBezTo>
                    <a:pt x="9050" y="2108"/>
                    <a:pt x="9097" y="2084"/>
                    <a:pt x="9121" y="2060"/>
                  </a:cubicBezTo>
                  <a:lnTo>
                    <a:pt x="9716" y="1465"/>
                  </a:lnTo>
                  <a:close/>
                  <a:moveTo>
                    <a:pt x="7192" y="2989"/>
                  </a:moveTo>
                  <a:lnTo>
                    <a:pt x="7406" y="3203"/>
                  </a:lnTo>
                  <a:lnTo>
                    <a:pt x="6430" y="4179"/>
                  </a:lnTo>
                  <a:lnTo>
                    <a:pt x="6216" y="3941"/>
                  </a:lnTo>
                  <a:lnTo>
                    <a:pt x="7192" y="2989"/>
                  </a:lnTo>
                  <a:close/>
                  <a:moveTo>
                    <a:pt x="7546" y="2024"/>
                  </a:moveTo>
                  <a:cubicBezTo>
                    <a:pt x="7585" y="2024"/>
                    <a:pt x="7621" y="2036"/>
                    <a:pt x="7645" y="2060"/>
                  </a:cubicBezTo>
                  <a:lnTo>
                    <a:pt x="9550" y="3965"/>
                  </a:lnTo>
                  <a:cubicBezTo>
                    <a:pt x="9574" y="3989"/>
                    <a:pt x="9597" y="4037"/>
                    <a:pt x="9597" y="4060"/>
                  </a:cubicBezTo>
                  <a:cubicBezTo>
                    <a:pt x="9597" y="4108"/>
                    <a:pt x="9574" y="4132"/>
                    <a:pt x="9550" y="4179"/>
                  </a:cubicBezTo>
                  <a:lnTo>
                    <a:pt x="9312" y="4418"/>
                  </a:lnTo>
                  <a:cubicBezTo>
                    <a:pt x="9264" y="4441"/>
                    <a:pt x="9240" y="4465"/>
                    <a:pt x="9193" y="4465"/>
                  </a:cubicBezTo>
                  <a:cubicBezTo>
                    <a:pt x="9145" y="4465"/>
                    <a:pt x="9121" y="4441"/>
                    <a:pt x="9097" y="4418"/>
                  </a:cubicBezTo>
                  <a:lnTo>
                    <a:pt x="8978" y="4298"/>
                  </a:lnTo>
                  <a:lnTo>
                    <a:pt x="7311" y="2631"/>
                  </a:lnTo>
                  <a:lnTo>
                    <a:pt x="7192" y="2512"/>
                  </a:lnTo>
                  <a:cubicBezTo>
                    <a:pt x="7144" y="2465"/>
                    <a:pt x="7144" y="2370"/>
                    <a:pt x="7192" y="2298"/>
                  </a:cubicBezTo>
                  <a:lnTo>
                    <a:pt x="7430" y="2060"/>
                  </a:lnTo>
                  <a:cubicBezTo>
                    <a:pt x="7466" y="2036"/>
                    <a:pt x="7508" y="2024"/>
                    <a:pt x="7546" y="2024"/>
                  </a:cubicBezTo>
                  <a:close/>
                  <a:moveTo>
                    <a:pt x="7645" y="3441"/>
                  </a:moveTo>
                  <a:lnTo>
                    <a:pt x="7883" y="3703"/>
                  </a:lnTo>
                  <a:lnTo>
                    <a:pt x="8121" y="3917"/>
                  </a:lnTo>
                  <a:lnTo>
                    <a:pt x="7144" y="4894"/>
                  </a:lnTo>
                  <a:lnTo>
                    <a:pt x="6692" y="4418"/>
                  </a:lnTo>
                  <a:lnTo>
                    <a:pt x="7645" y="3441"/>
                  </a:lnTo>
                  <a:close/>
                  <a:moveTo>
                    <a:pt x="8359" y="4179"/>
                  </a:moveTo>
                  <a:lnTo>
                    <a:pt x="8621" y="4418"/>
                  </a:lnTo>
                  <a:lnTo>
                    <a:pt x="7668" y="5394"/>
                  </a:lnTo>
                  <a:lnTo>
                    <a:pt x="7406" y="5132"/>
                  </a:lnTo>
                  <a:lnTo>
                    <a:pt x="8359" y="4179"/>
                  </a:lnTo>
                  <a:close/>
                  <a:moveTo>
                    <a:pt x="5978" y="4203"/>
                  </a:moveTo>
                  <a:lnTo>
                    <a:pt x="6311" y="4537"/>
                  </a:lnTo>
                  <a:lnTo>
                    <a:pt x="7025" y="5251"/>
                  </a:lnTo>
                  <a:lnTo>
                    <a:pt x="7406" y="5632"/>
                  </a:lnTo>
                  <a:lnTo>
                    <a:pt x="7144" y="5918"/>
                  </a:lnTo>
                  <a:lnTo>
                    <a:pt x="5692" y="4465"/>
                  </a:lnTo>
                  <a:lnTo>
                    <a:pt x="5978" y="4203"/>
                  </a:lnTo>
                  <a:close/>
                  <a:moveTo>
                    <a:pt x="5454" y="4703"/>
                  </a:moveTo>
                  <a:lnTo>
                    <a:pt x="5811" y="5061"/>
                  </a:lnTo>
                  <a:lnTo>
                    <a:pt x="3668" y="7204"/>
                  </a:lnTo>
                  <a:cubicBezTo>
                    <a:pt x="3596" y="7275"/>
                    <a:pt x="3596" y="7371"/>
                    <a:pt x="3668" y="7442"/>
                  </a:cubicBezTo>
                  <a:cubicBezTo>
                    <a:pt x="3691" y="7466"/>
                    <a:pt x="3739" y="7490"/>
                    <a:pt x="3787" y="7490"/>
                  </a:cubicBezTo>
                  <a:cubicBezTo>
                    <a:pt x="3834" y="7490"/>
                    <a:pt x="3858" y="7466"/>
                    <a:pt x="3906" y="7442"/>
                  </a:cubicBezTo>
                  <a:lnTo>
                    <a:pt x="6049" y="5299"/>
                  </a:lnTo>
                  <a:lnTo>
                    <a:pt x="6311" y="5561"/>
                  </a:lnTo>
                  <a:lnTo>
                    <a:pt x="5787" y="6085"/>
                  </a:lnTo>
                  <a:cubicBezTo>
                    <a:pt x="5716" y="6156"/>
                    <a:pt x="5716" y="6251"/>
                    <a:pt x="5787" y="6323"/>
                  </a:cubicBezTo>
                  <a:cubicBezTo>
                    <a:pt x="5835" y="6370"/>
                    <a:pt x="5858" y="6370"/>
                    <a:pt x="5906" y="6370"/>
                  </a:cubicBezTo>
                  <a:cubicBezTo>
                    <a:pt x="5954" y="6370"/>
                    <a:pt x="6001" y="6370"/>
                    <a:pt x="6025" y="6323"/>
                  </a:cubicBezTo>
                  <a:lnTo>
                    <a:pt x="6549" y="5799"/>
                  </a:lnTo>
                  <a:lnTo>
                    <a:pt x="6906" y="6156"/>
                  </a:lnTo>
                  <a:lnTo>
                    <a:pt x="4120" y="8942"/>
                  </a:lnTo>
                  <a:cubicBezTo>
                    <a:pt x="4096" y="8966"/>
                    <a:pt x="4096" y="8966"/>
                    <a:pt x="4072" y="8966"/>
                  </a:cubicBezTo>
                  <a:lnTo>
                    <a:pt x="3382" y="9085"/>
                  </a:lnTo>
                  <a:lnTo>
                    <a:pt x="3358" y="9085"/>
                  </a:lnTo>
                  <a:lnTo>
                    <a:pt x="3310" y="9038"/>
                  </a:lnTo>
                  <a:lnTo>
                    <a:pt x="5525" y="6847"/>
                  </a:lnTo>
                  <a:cubicBezTo>
                    <a:pt x="5597" y="6775"/>
                    <a:pt x="5597" y="6656"/>
                    <a:pt x="5525" y="6608"/>
                  </a:cubicBezTo>
                  <a:cubicBezTo>
                    <a:pt x="5489" y="6573"/>
                    <a:pt x="5442" y="6555"/>
                    <a:pt x="5397" y="6555"/>
                  </a:cubicBezTo>
                  <a:cubicBezTo>
                    <a:pt x="5352" y="6555"/>
                    <a:pt x="5311" y="6573"/>
                    <a:pt x="5287" y="6608"/>
                  </a:cubicBezTo>
                  <a:lnTo>
                    <a:pt x="3072" y="8799"/>
                  </a:lnTo>
                  <a:lnTo>
                    <a:pt x="2810" y="8537"/>
                  </a:lnTo>
                  <a:lnTo>
                    <a:pt x="3382" y="7966"/>
                  </a:lnTo>
                  <a:cubicBezTo>
                    <a:pt x="3453" y="7894"/>
                    <a:pt x="3453" y="7775"/>
                    <a:pt x="3382" y="7704"/>
                  </a:cubicBezTo>
                  <a:cubicBezTo>
                    <a:pt x="3346" y="7680"/>
                    <a:pt x="3304" y="7668"/>
                    <a:pt x="3263" y="7668"/>
                  </a:cubicBezTo>
                  <a:cubicBezTo>
                    <a:pt x="3221" y="7668"/>
                    <a:pt x="3179" y="7680"/>
                    <a:pt x="3144" y="7704"/>
                  </a:cubicBezTo>
                  <a:lnTo>
                    <a:pt x="2572" y="8275"/>
                  </a:lnTo>
                  <a:lnTo>
                    <a:pt x="2524" y="8252"/>
                  </a:lnTo>
                  <a:lnTo>
                    <a:pt x="2524" y="8228"/>
                  </a:lnTo>
                  <a:lnTo>
                    <a:pt x="2644" y="7537"/>
                  </a:lnTo>
                  <a:cubicBezTo>
                    <a:pt x="2644" y="7513"/>
                    <a:pt x="2644" y="7513"/>
                    <a:pt x="2667" y="7490"/>
                  </a:cubicBezTo>
                  <a:lnTo>
                    <a:pt x="5454" y="4703"/>
                  </a:lnTo>
                  <a:close/>
                  <a:moveTo>
                    <a:pt x="2405" y="8609"/>
                  </a:moveTo>
                  <a:lnTo>
                    <a:pt x="3001" y="9204"/>
                  </a:lnTo>
                  <a:lnTo>
                    <a:pt x="2810" y="9395"/>
                  </a:lnTo>
                  <a:cubicBezTo>
                    <a:pt x="2786" y="9419"/>
                    <a:pt x="2763" y="9419"/>
                    <a:pt x="2739" y="9419"/>
                  </a:cubicBezTo>
                  <a:cubicBezTo>
                    <a:pt x="2691" y="9419"/>
                    <a:pt x="2667" y="9419"/>
                    <a:pt x="2644" y="9395"/>
                  </a:cubicBezTo>
                  <a:lnTo>
                    <a:pt x="2215" y="8966"/>
                  </a:lnTo>
                  <a:cubicBezTo>
                    <a:pt x="2167" y="8918"/>
                    <a:pt x="2167" y="8847"/>
                    <a:pt x="2215" y="8799"/>
                  </a:cubicBezTo>
                  <a:lnTo>
                    <a:pt x="2405" y="8609"/>
                  </a:lnTo>
                  <a:close/>
                  <a:moveTo>
                    <a:pt x="9836" y="0"/>
                  </a:moveTo>
                  <a:cubicBezTo>
                    <a:pt x="9740" y="0"/>
                    <a:pt x="9645" y="36"/>
                    <a:pt x="9574" y="107"/>
                  </a:cubicBezTo>
                  <a:lnTo>
                    <a:pt x="9240" y="441"/>
                  </a:lnTo>
                  <a:cubicBezTo>
                    <a:pt x="9097" y="583"/>
                    <a:pt x="9097" y="822"/>
                    <a:pt x="9240" y="988"/>
                  </a:cubicBezTo>
                  <a:lnTo>
                    <a:pt x="9478" y="1226"/>
                  </a:lnTo>
                  <a:lnTo>
                    <a:pt x="8931" y="1774"/>
                  </a:lnTo>
                  <a:lnTo>
                    <a:pt x="7907" y="1846"/>
                  </a:lnTo>
                  <a:lnTo>
                    <a:pt x="7883" y="1822"/>
                  </a:lnTo>
                  <a:cubicBezTo>
                    <a:pt x="7787" y="1727"/>
                    <a:pt x="7662" y="1679"/>
                    <a:pt x="7537" y="1679"/>
                  </a:cubicBezTo>
                  <a:cubicBezTo>
                    <a:pt x="7412" y="1679"/>
                    <a:pt x="7287" y="1727"/>
                    <a:pt x="7192" y="1822"/>
                  </a:cubicBezTo>
                  <a:lnTo>
                    <a:pt x="6954" y="2060"/>
                  </a:lnTo>
                  <a:cubicBezTo>
                    <a:pt x="6763" y="2250"/>
                    <a:pt x="6763" y="2560"/>
                    <a:pt x="6930" y="2751"/>
                  </a:cubicBezTo>
                  <a:lnTo>
                    <a:pt x="5858" y="3822"/>
                  </a:lnTo>
                  <a:lnTo>
                    <a:pt x="5335" y="4346"/>
                  </a:lnTo>
                  <a:lnTo>
                    <a:pt x="2429" y="7251"/>
                  </a:lnTo>
                  <a:cubicBezTo>
                    <a:pt x="2358" y="7323"/>
                    <a:pt x="2334" y="7394"/>
                    <a:pt x="2310" y="7466"/>
                  </a:cubicBezTo>
                  <a:lnTo>
                    <a:pt x="2167" y="8180"/>
                  </a:lnTo>
                  <a:cubicBezTo>
                    <a:pt x="2167" y="8228"/>
                    <a:pt x="2167" y="8275"/>
                    <a:pt x="2191" y="8347"/>
                  </a:cubicBezTo>
                  <a:lnTo>
                    <a:pt x="1977" y="8561"/>
                  </a:lnTo>
                  <a:cubicBezTo>
                    <a:pt x="1786" y="8728"/>
                    <a:pt x="1786" y="9014"/>
                    <a:pt x="1977" y="9204"/>
                  </a:cubicBezTo>
                  <a:lnTo>
                    <a:pt x="2072" y="9300"/>
                  </a:lnTo>
                  <a:lnTo>
                    <a:pt x="72" y="11300"/>
                  </a:lnTo>
                  <a:cubicBezTo>
                    <a:pt x="0" y="11371"/>
                    <a:pt x="0" y="11467"/>
                    <a:pt x="72" y="11538"/>
                  </a:cubicBezTo>
                  <a:cubicBezTo>
                    <a:pt x="95" y="11586"/>
                    <a:pt x="143" y="11586"/>
                    <a:pt x="191" y="11586"/>
                  </a:cubicBezTo>
                  <a:cubicBezTo>
                    <a:pt x="238" y="11586"/>
                    <a:pt x="286" y="11586"/>
                    <a:pt x="310" y="11538"/>
                  </a:cubicBezTo>
                  <a:lnTo>
                    <a:pt x="2310" y="9538"/>
                  </a:lnTo>
                  <a:lnTo>
                    <a:pt x="2405" y="9633"/>
                  </a:lnTo>
                  <a:cubicBezTo>
                    <a:pt x="2501" y="9728"/>
                    <a:pt x="2620" y="9776"/>
                    <a:pt x="2739" y="9776"/>
                  </a:cubicBezTo>
                  <a:cubicBezTo>
                    <a:pt x="2858" y="9776"/>
                    <a:pt x="2977" y="9728"/>
                    <a:pt x="3048" y="9633"/>
                  </a:cubicBezTo>
                  <a:lnTo>
                    <a:pt x="3263" y="9419"/>
                  </a:lnTo>
                  <a:cubicBezTo>
                    <a:pt x="3310" y="9442"/>
                    <a:pt x="3334" y="9442"/>
                    <a:pt x="3382" y="9442"/>
                  </a:cubicBezTo>
                  <a:lnTo>
                    <a:pt x="3429" y="9442"/>
                  </a:lnTo>
                  <a:lnTo>
                    <a:pt x="4144" y="9300"/>
                  </a:lnTo>
                  <a:cubicBezTo>
                    <a:pt x="4215" y="9276"/>
                    <a:pt x="4287" y="9252"/>
                    <a:pt x="4358" y="9180"/>
                  </a:cubicBezTo>
                  <a:lnTo>
                    <a:pt x="7264" y="6275"/>
                  </a:lnTo>
                  <a:lnTo>
                    <a:pt x="7787" y="5751"/>
                  </a:lnTo>
                  <a:lnTo>
                    <a:pt x="8859" y="4680"/>
                  </a:lnTo>
                  <a:cubicBezTo>
                    <a:pt x="8954" y="4751"/>
                    <a:pt x="9073" y="4799"/>
                    <a:pt x="9193" y="4799"/>
                  </a:cubicBezTo>
                  <a:cubicBezTo>
                    <a:pt x="9335" y="4799"/>
                    <a:pt x="9454" y="4751"/>
                    <a:pt x="9550" y="4656"/>
                  </a:cubicBezTo>
                  <a:lnTo>
                    <a:pt x="9788" y="4418"/>
                  </a:lnTo>
                  <a:cubicBezTo>
                    <a:pt x="9883" y="4322"/>
                    <a:pt x="9931" y="4203"/>
                    <a:pt x="9931" y="4060"/>
                  </a:cubicBezTo>
                  <a:cubicBezTo>
                    <a:pt x="9931" y="3941"/>
                    <a:pt x="9883" y="3822"/>
                    <a:pt x="9788" y="3727"/>
                  </a:cubicBezTo>
                  <a:lnTo>
                    <a:pt x="9669" y="3608"/>
                  </a:lnTo>
                  <a:lnTo>
                    <a:pt x="9740" y="2584"/>
                  </a:lnTo>
                  <a:lnTo>
                    <a:pt x="10288" y="2036"/>
                  </a:lnTo>
                  <a:lnTo>
                    <a:pt x="10526" y="2274"/>
                  </a:lnTo>
                  <a:cubicBezTo>
                    <a:pt x="10621" y="2346"/>
                    <a:pt x="10717" y="2393"/>
                    <a:pt x="10812" y="2393"/>
                  </a:cubicBezTo>
                  <a:cubicBezTo>
                    <a:pt x="10907" y="2393"/>
                    <a:pt x="11002" y="2346"/>
                    <a:pt x="11074" y="2274"/>
                  </a:cubicBezTo>
                  <a:lnTo>
                    <a:pt x="11407" y="1941"/>
                  </a:lnTo>
                  <a:cubicBezTo>
                    <a:pt x="11550" y="1798"/>
                    <a:pt x="11550" y="1560"/>
                    <a:pt x="11407" y="1417"/>
                  </a:cubicBezTo>
                  <a:lnTo>
                    <a:pt x="10097" y="107"/>
                  </a:lnTo>
                  <a:cubicBezTo>
                    <a:pt x="10026" y="36"/>
                    <a:pt x="9931" y="0"/>
                    <a:pt x="98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4" name="Google Shape;5304;p59"/>
            <p:cNvSpPr/>
            <p:nvPr/>
          </p:nvSpPr>
          <p:spPr>
            <a:xfrm>
              <a:off x="1931853" y="2738170"/>
              <a:ext cx="197483" cy="192015"/>
            </a:xfrm>
            <a:custGeom>
              <a:avLst/>
              <a:gdLst/>
              <a:ahLst/>
              <a:cxnLst/>
              <a:rect l="l" t="t" r="r" b="b"/>
              <a:pathLst>
                <a:path w="5598" h="5443" extrusionOk="0">
                  <a:moveTo>
                    <a:pt x="1739" y="346"/>
                  </a:moveTo>
                  <a:lnTo>
                    <a:pt x="2073" y="679"/>
                  </a:lnTo>
                  <a:cubicBezTo>
                    <a:pt x="2096" y="703"/>
                    <a:pt x="2096" y="727"/>
                    <a:pt x="2073" y="727"/>
                  </a:cubicBezTo>
                  <a:lnTo>
                    <a:pt x="763" y="2037"/>
                  </a:lnTo>
                  <a:cubicBezTo>
                    <a:pt x="763" y="2049"/>
                    <a:pt x="757" y="2055"/>
                    <a:pt x="748" y="2055"/>
                  </a:cubicBezTo>
                  <a:cubicBezTo>
                    <a:pt x="739" y="2055"/>
                    <a:pt x="727" y="2049"/>
                    <a:pt x="715" y="2037"/>
                  </a:cubicBezTo>
                  <a:lnTo>
                    <a:pt x="382" y="1703"/>
                  </a:lnTo>
                  <a:cubicBezTo>
                    <a:pt x="382" y="1703"/>
                    <a:pt x="382" y="1680"/>
                    <a:pt x="382" y="1656"/>
                  </a:cubicBezTo>
                  <a:lnTo>
                    <a:pt x="1692" y="346"/>
                  </a:lnTo>
                  <a:close/>
                  <a:moveTo>
                    <a:pt x="1834" y="1465"/>
                  </a:moveTo>
                  <a:lnTo>
                    <a:pt x="2430" y="2061"/>
                  </a:lnTo>
                  <a:cubicBezTo>
                    <a:pt x="2454" y="2084"/>
                    <a:pt x="2501" y="2108"/>
                    <a:pt x="2549" y="2108"/>
                  </a:cubicBezTo>
                  <a:lnTo>
                    <a:pt x="3335" y="2156"/>
                  </a:lnTo>
                  <a:lnTo>
                    <a:pt x="2192" y="3299"/>
                  </a:lnTo>
                  <a:lnTo>
                    <a:pt x="2144" y="2513"/>
                  </a:lnTo>
                  <a:cubicBezTo>
                    <a:pt x="2144" y="2465"/>
                    <a:pt x="2120" y="2418"/>
                    <a:pt x="2096" y="2394"/>
                  </a:cubicBezTo>
                  <a:lnTo>
                    <a:pt x="1501" y="1799"/>
                  </a:lnTo>
                  <a:lnTo>
                    <a:pt x="1834" y="1465"/>
                  </a:lnTo>
                  <a:close/>
                  <a:moveTo>
                    <a:pt x="4097" y="1918"/>
                  </a:moveTo>
                  <a:cubicBezTo>
                    <a:pt x="4144" y="1918"/>
                    <a:pt x="4168" y="1942"/>
                    <a:pt x="4216" y="1965"/>
                  </a:cubicBezTo>
                  <a:lnTo>
                    <a:pt x="4454" y="2203"/>
                  </a:lnTo>
                  <a:cubicBezTo>
                    <a:pt x="4502" y="2275"/>
                    <a:pt x="4502" y="2370"/>
                    <a:pt x="4454" y="2418"/>
                  </a:cubicBezTo>
                  <a:lnTo>
                    <a:pt x="4335" y="2537"/>
                  </a:lnTo>
                  <a:lnTo>
                    <a:pt x="2668" y="4204"/>
                  </a:lnTo>
                  <a:lnTo>
                    <a:pt x="2549" y="4323"/>
                  </a:lnTo>
                  <a:cubicBezTo>
                    <a:pt x="2525" y="4347"/>
                    <a:pt x="2489" y="4359"/>
                    <a:pt x="2451" y="4359"/>
                  </a:cubicBezTo>
                  <a:cubicBezTo>
                    <a:pt x="2412" y="4359"/>
                    <a:pt x="2370" y="4347"/>
                    <a:pt x="2335" y="4323"/>
                  </a:cubicBezTo>
                  <a:lnTo>
                    <a:pt x="2096" y="4085"/>
                  </a:lnTo>
                  <a:cubicBezTo>
                    <a:pt x="2073" y="4037"/>
                    <a:pt x="2049" y="4013"/>
                    <a:pt x="2049" y="3966"/>
                  </a:cubicBezTo>
                  <a:cubicBezTo>
                    <a:pt x="2049" y="3942"/>
                    <a:pt x="2073" y="3894"/>
                    <a:pt x="2096" y="3870"/>
                  </a:cubicBezTo>
                  <a:lnTo>
                    <a:pt x="4002" y="1965"/>
                  </a:lnTo>
                  <a:cubicBezTo>
                    <a:pt x="4025" y="1942"/>
                    <a:pt x="4073" y="1918"/>
                    <a:pt x="4097" y="1918"/>
                  </a:cubicBezTo>
                  <a:close/>
                  <a:moveTo>
                    <a:pt x="1715" y="1"/>
                  </a:moveTo>
                  <a:cubicBezTo>
                    <a:pt x="1620" y="1"/>
                    <a:pt x="1525" y="36"/>
                    <a:pt x="1453" y="108"/>
                  </a:cubicBezTo>
                  <a:lnTo>
                    <a:pt x="144" y="1418"/>
                  </a:lnTo>
                  <a:cubicBezTo>
                    <a:pt x="1" y="1560"/>
                    <a:pt x="1" y="1799"/>
                    <a:pt x="144" y="1942"/>
                  </a:cubicBezTo>
                  <a:lnTo>
                    <a:pt x="477" y="2275"/>
                  </a:lnTo>
                  <a:cubicBezTo>
                    <a:pt x="548" y="2346"/>
                    <a:pt x="644" y="2394"/>
                    <a:pt x="739" y="2394"/>
                  </a:cubicBezTo>
                  <a:cubicBezTo>
                    <a:pt x="834" y="2394"/>
                    <a:pt x="953" y="2346"/>
                    <a:pt x="1025" y="2275"/>
                  </a:cubicBezTo>
                  <a:lnTo>
                    <a:pt x="1263" y="2037"/>
                  </a:lnTo>
                  <a:lnTo>
                    <a:pt x="1811" y="2584"/>
                  </a:lnTo>
                  <a:lnTo>
                    <a:pt x="1882" y="3609"/>
                  </a:lnTo>
                  <a:lnTo>
                    <a:pt x="1858" y="3632"/>
                  </a:lnTo>
                  <a:cubicBezTo>
                    <a:pt x="1763" y="3728"/>
                    <a:pt x="1715" y="3847"/>
                    <a:pt x="1715" y="3966"/>
                  </a:cubicBezTo>
                  <a:cubicBezTo>
                    <a:pt x="1715" y="4109"/>
                    <a:pt x="1763" y="4228"/>
                    <a:pt x="1858" y="4323"/>
                  </a:cubicBezTo>
                  <a:lnTo>
                    <a:pt x="2096" y="4561"/>
                  </a:lnTo>
                  <a:cubicBezTo>
                    <a:pt x="2192" y="4656"/>
                    <a:pt x="2335" y="4704"/>
                    <a:pt x="2454" y="4704"/>
                  </a:cubicBezTo>
                  <a:cubicBezTo>
                    <a:pt x="2573" y="4704"/>
                    <a:pt x="2692" y="4656"/>
                    <a:pt x="2787" y="4585"/>
                  </a:cubicBezTo>
                  <a:lnTo>
                    <a:pt x="3597" y="5395"/>
                  </a:lnTo>
                  <a:cubicBezTo>
                    <a:pt x="3620" y="5418"/>
                    <a:pt x="3668" y="5442"/>
                    <a:pt x="3716" y="5442"/>
                  </a:cubicBezTo>
                  <a:cubicBezTo>
                    <a:pt x="3763" y="5442"/>
                    <a:pt x="3811" y="5418"/>
                    <a:pt x="3835" y="5395"/>
                  </a:cubicBezTo>
                  <a:cubicBezTo>
                    <a:pt x="3906" y="5323"/>
                    <a:pt x="3906" y="5204"/>
                    <a:pt x="3835" y="5156"/>
                  </a:cubicBezTo>
                  <a:lnTo>
                    <a:pt x="3025" y="4323"/>
                  </a:lnTo>
                  <a:lnTo>
                    <a:pt x="3239" y="4109"/>
                  </a:lnTo>
                  <a:lnTo>
                    <a:pt x="4073" y="4918"/>
                  </a:lnTo>
                  <a:cubicBezTo>
                    <a:pt x="4097" y="4966"/>
                    <a:pt x="4144" y="4966"/>
                    <a:pt x="4192" y="4966"/>
                  </a:cubicBezTo>
                  <a:cubicBezTo>
                    <a:pt x="4216" y="4966"/>
                    <a:pt x="4263" y="4966"/>
                    <a:pt x="4311" y="4918"/>
                  </a:cubicBezTo>
                  <a:cubicBezTo>
                    <a:pt x="4359" y="4847"/>
                    <a:pt x="4359" y="4752"/>
                    <a:pt x="4311" y="4680"/>
                  </a:cubicBezTo>
                  <a:lnTo>
                    <a:pt x="3478" y="3870"/>
                  </a:lnTo>
                  <a:lnTo>
                    <a:pt x="3954" y="3394"/>
                  </a:lnTo>
                  <a:lnTo>
                    <a:pt x="4787" y="4204"/>
                  </a:lnTo>
                  <a:cubicBezTo>
                    <a:pt x="4811" y="4228"/>
                    <a:pt x="4859" y="4251"/>
                    <a:pt x="4906" y="4251"/>
                  </a:cubicBezTo>
                  <a:cubicBezTo>
                    <a:pt x="4954" y="4251"/>
                    <a:pt x="4978" y="4228"/>
                    <a:pt x="5026" y="4204"/>
                  </a:cubicBezTo>
                  <a:cubicBezTo>
                    <a:pt x="5097" y="4132"/>
                    <a:pt x="5097" y="4037"/>
                    <a:pt x="5026" y="3966"/>
                  </a:cubicBezTo>
                  <a:lnTo>
                    <a:pt x="4216" y="3156"/>
                  </a:lnTo>
                  <a:lnTo>
                    <a:pt x="4454" y="2894"/>
                  </a:lnTo>
                  <a:lnTo>
                    <a:pt x="5287" y="3704"/>
                  </a:lnTo>
                  <a:cubicBezTo>
                    <a:pt x="5311" y="3739"/>
                    <a:pt x="5353" y="3757"/>
                    <a:pt x="5398" y="3757"/>
                  </a:cubicBezTo>
                  <a:cubicBezTo>
                    <a:pt x="5442" y="3757"/>
                    <a:pt x="5490" y="3739"/>
                    <a:pt x="5526" y="3704"/>
                  </a:cubicBezTo>
                  <a:cubicBezTo>
                    <a:pt x="5597" y="3632"/>
                    <a:pt x="5597" y="3537"/>
                    <a:pt x="5526" y="3466"/>
                  </a:cubicBezTo>
                  <a:lnTo>
                    <a:pt x="4716" y="2656"/>
                  </a:lnTo>
                  <a:cubicBezTo>
                    <a:pt x="4883" y="2465"/>
                    <a:pt x="4883" y="2156"/>
                    <a:pt x="4692" y="1965"/>
                  </a:cubicBezTo>
                  <a:lnTo>
                    <a:pt x="4454" y="1727"/>
                  </a:lnTo>
                  <a:cubicBezTo>
                    <a:pt x="4359" y="1632"/>
                    <a:pt x="4234" y="1584"/>
                    <a:pt x="4109" y="1584"/>
                  </a:cubicBezTo>
                  <a:cubicBezTo>
                    <a:pt x="3984" y="1584"/>
                    <a:pt x="3859" y="1632"/>
                    <a:pt x="3763" y="1727"/>
                  </a:cubicBezTo>
                  <a:lnTo>
                    <a:pt x="3644" y="1822"/>
                  </a:lnTo>
                  <a:lnTo>
                    <a:pt x="2620" y="1775"/>
                  </a:lnTo>
                  <a:lnTo>
                    <a:pt x="2073" y="1227"/>
                  </a:lnTo>
                  <a:lnTo>
                    <a:pt x="2311" y="989"/>
                  </a:lnTo>
                  <a:cubicBezTo>
                    <a:pt x="2477" y="822"/>
                    <a:pt x="2477" y="584"/>
                    <a:pt x="2311" y="441"/>
                  </a:cubicBezTo>
                  <a:lnTo>
                    <a:pt x="1977" y="108"/>
                  </a:lnTo>
                  <a:cubicBezTo>
                    <a:pt x="1906" y="36"/>
                    <a:pt x="1811" y="1"/>
                    <a:pt x="17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5" name="Google Shape;5305;p59"/>
            <p:cNvSpPr/>
            <p:nvPr/>
          </p:nvSpPr>
          <p:spPr>
            <a:xfrm>
              <a:off x="2149450" y="2951781"/>
              <a:ext cx="193250" cy="191804"/>
            </a:xfrm>
            <a:custGeom>
              <a:avLst/>
              <a:gdLst/>
              <a:ahLst/>
              <a:cxnLst/>
              <a:rect l="l" t="t" r="r" b="b"/>
              <a:pathLst>
                <a:path w="5478" h="5437" extrusionOk="0">
                  <a:moveTo>
                    <a:pt x="3073" y="2459"/>
                  </a:moveTo>
                  <a:lnTo>
                    <a:pt x="3263" y="2650"/>
                  </a:lnTo>
                  <a:cubicBezTo>
                    <a:pt x="3287" y="2674"/>
                    <a:pt x="3287" y="2697"/>
                    <a:pt x="3287" y="2721"/>
                  </a:cubicBezTo>
                  <a:cubicBezTo>
                    <a:pt x="3287" y="2769"/>
                    <a:pt x="3287" y="2793"/>
                    <a:pt x="3263" y="2816"/>
                  </a:cubicBezTo>
                  <a:lnTo>
                    <a:pt x="2835" y="3245"/>
                  </a:lnTo>
                  <a:cubicBezTo>
                    <a:pt x="2811" y="3269"/>
                    <a:pt x="2781" y="3281"/>
                    <a:pt x="2751" y="3281"/>
                  </a:cubicBezTo>
                  <a:cubicBezTo>
                    <a:pt x="2721" y="3281"/>
                    <a:pt x="2692" y="3269"/>
                    <a:pt x="2668" y="3245"/>
                  </a:cubicBezTo>
                  <a:lnTo>
                    <a:pt x="2477" y="3055"/>
                  </a:lnTo>
                  <a:lnTo>
                    <a:pt x="3073" y="2459"/>
                  </a:lnTo>
                  <a:close/>
                  <a:moveTo>
                    <a:pt x="1882" y="0"/>
                  </a:moveTo>
                  <a:cubicBezTo>
                    <a:pt x="1840" y="0"/>
                    <a:pt x="1799" y="18"/>
                    <a:pt x="1763" y="54"/>
                  </a:cubicBezTo>
                  <a:cubicBezTo>
                    <a:pt x="1691" y="125"/>
                    <a:pt x="1691" y="245"/>
                    <a:pt x="1763" y="292"/>
                  </a:cubicBezTo>
                  <a:lnTo>
                    <a:pt x="2811" y="1340"/>
                  </a:lnTo>
                  <a:cubicBezTo>
                    <a:pt x="2835" y="1364"/>
                    <a:pt x="2835" y="1364"/>
                    <a:pt x="2835" y="1388"/>
                  </a:cubicBezTo>
                  <a:lnTo>
                    <a:pt x="2954" y="2078"/>
                  </a:lnTo>
                  <a:lnTo>
                    <a:pt x="2954" y="2102"/>
                  </a:lnTo>
                  <a:lnTo>
                    <a:pt x="2906" y="2150"/>
                  </a:lnTo>
                  <a:lnTo>
                    <a:pt x="2596" y="1816"/>
                  </a:lnTo>
                  <a:cubicBezTo>
                    <a:pt x="2561" y="1781"/>
                    <a:pt x="2513" y="1763"/>
                    <a:pt x="2468" y="1763"/>
                  </a:cubicBezTo>
                  <a:cubicBezTo>
                    <a:pt x="2424" y="1763"/>
                    <a:pt x="2382" y="1781"/>
                    <a:pt x="2358" y="1816"/>
                  </a:cubicBezTo>
                  <a:cubicBezTo>
                    <a:pt x="2287" y="1888"/>
                    <a:pt x="2287" y="2007"/>
                    <a:pt x="2358" y="2054"/>
                  </a:cubicBezTo>
                  <a:lnTo>
                    <a:pt x="2668" y="2388"/>
                  </a:lnTo>
                  <a:lnTo>
                    <a:pt x="2406" y="2650"/>
                  </a:lnTo>
                  <a:lnTo>
                    <a:pt x="906" y="1149"/>
                  </a:lnTo>
                  <a:cubicBezTo>
                    <a:pt x="870" y="1126"/>
                    <a:pt x="828" y="1114"/>
                    <a:pt x="787" y="1114"/>
                  </a:cubicBezTo>
                  <a:cubicBezTo>
                    <a:pt x="745" y="1114"/>
                    <a:pt x="703" y="1126"/>
                    <a:pt x="667" y="1149"/>
                  </a:cubicBezTo>
                  <a:cubicBezTo>
                    <a:pt x="596" y="1221"/>
                    <a:pt x="596" y="1340"/>
                    <a:pt x="667" y="1388"/>
                  </a:cubicBezTo>
                  <a:lnTo>
                    <a:pt x="2144" y="2888"/>
                  </a:lnTo>
                  <a:lnTo>
                    <a:pt x="2120" y="2936"/>
                  </a:lnTo>
                  <a:lnTo>
                    <a:pt x="2096" y="2936"/>
                  </a:lnTo>
                  <a:lnTo>
                    <a:pt x="1406" y="2816"/>
                  </a:lnTo>
                  <a:cubicBezTo>
                    <a:pt x="1382" y="2816"/>
                    <a:pt x="1382" y="2816"/>
                    <a:pt x="1358" y="2793"/>
                  </a:cubicBezTo>
                  <a:lnTo>
                    <a:pt x="310" y="1745"/>
                  </a:lnTo>
                  <a:cubicBezTo>
                    <a:pt x="274" y="1709"/>
                    <a:pt x="233" y="1691"/>
                    <a:pt x="191" y="1691"/>
                  </a:cubicBezTo>
                  <a:cubicBezTo>
                    <a:pt x="149" y="1691"/>
                    <a:pt x="108" y="1709"/>
                    <a:pt x="72" y="1745"/>
                  </a:cubicBezTo>
                  <a:cubicBezTo>
                    <a:pt x="1" y="1816"/>
                    <a:pt x="1" y="1912"/>
                    <a:pt x="72" y="1983"/>
                  </a:cubicBezTo>
                  <a:lnTo>
                    <a:pt x="1120" y="3031"/>
                  </a:lnTo>
                  <a:cubicBezTo>
                    <a:pt x="1191" y="3102"/>
                    <a:pt x="1263" y="3126"/>
                    <a:pt x="1334" y="3150"/>
                  </a:cubicBezTo>
                  <a:lnTo>
                    <a:pt x="2049" y="3293"/>
                  </a:lnTo>
                  <a:lnTo>
                    <a:pt x="2096" y="3293"/>
                  </a:lnTo>
                  <a:cubicBezTo>
                    <a:pt x="2144" y="3293"/>
                    <a:pt x="2168" y="3293"/>
                    <a:pt x="2215" y="3269"/>
                  </a:cubicBezTo>
                  <a:lnTo>
                    <a:pt x="2430" y="3483"/>
                  </a:lnTo>
                  <a:cubicBezTo>
                    <a:pt x="2501" y="3579"/>
                    <a:pt x="2620" y="3626"/>
                    <a:pt x="2739" y="3626"/>
                  </a:cubicBezTo>
                  <a:cubicBezTo>
                    <a:pt x="2858" y="3626"/>
                    <a:pt x="2977" y="3579"/>
                    <a:pt x="3073" y="3483"/>
                  </a:cubicBezTo>
                  <a:lnTo>
                    <a:pt x="3168" y="3388"/>
                  </a:lnTo>
                  <a:lnTo>
                    <a:pt x="5168" y="5388"/>
                  </a:lnTo>
                  <a:cubicBezTo>
                    <a:pt x="5192" y="5436"/>
                    <a:pt x="5240" y="5436"/>
                    <a:pt x="5287" y="5436"/>
                  </a:cubicBezTo>
                  <a:cubicBezTo>
                    <a:pt x="5335" y="5436"/>
                    <a:pt x="5383" y="5436"/>
                    <a:pt x="5407" y="5388"/>
                  </a:cubicBezTo>
                  <a:cubicBezTo>
                    <a:pt x="5478" y="5317"/>
                    <a:pt x="5478" y="5222"/>
                    <a:pt x="5407" y="5150"/>
                  </a:cubicBezTo>
                  <a:lnTo>
                    <a:pt x="3406" y="3150"/>
                  </a:lnTo>
                  <a:lnTo>
                    <a:pt x="3501" y="3055"/>
                  </a:lnTo>
                  <a:cubicBezTo>
                    <a:pt x="3597" y="2959"/>
                    <a:pt x="3644" y="2840"/>
                    <a:pt x="3644" y="2721"/>
                  </a:cubicBezTo>
                  <a:cubicBezTo>
                    <a:pt x="3644" y="2602"/>
                    <a:pt x="3597" y="2483"/>
                    <a:pt x="3501" y="2412"/>
                  </a:cubicBezTo>
                  <a:lnTo>
                    <a:pt x="3287" y="2197"/>
                  </a:lnTo>
                  <a:cubicBezTo>
                    <a:pt x="3311" y="2126"/>
                    <a:pt x="3311" y="2078"/>
                    <a:pt x="3311" y="2031"/>
                  </a:cubicBezTo>
                  <a:lnTo>
                    <a:pt x="3168" y="1316"/>
                  </a:lnTo>
                  <a:cubicBezTo>
                    <a:pt x="3144" y="1245"/>
                    <a:pt x="3120" y="1173"/>
                    <a:pt x="3049" y="1102"/>
                  </a:cubicBezTo>
                  <a:lnTo>
                    <a:pt x="2001" y="54"/>
                  </a:lnTo>
                  <a:cubicBezTo>
                    <a:pt x="1965" y="18"/>
                    <a:pt x="1924" y="0"/>
                    <a:pt x="18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6" name="Google Shape;5306;p59"/>
            <p:cNvSpPr/>
            <p:nvPr/>
          </p:nvSpPr>
          <p:spPr>
            <a:xfrm>
              <a:off x="2188115" y="2972771"/>
              <a:ext cx="36971" cy="35524"/>
            </a:xfrm>
            <a:custGeom>
              <a:avLst/>
              <a:gdLst/>
              <a:ahLst/>
              <a:cxnLst/>
              <a:rect l="l" t="t" r="r" b="b"/>
              <a:pathLst>
                <a:path w="1048" h="1007" extrusionOk="0">
                  <a:moveTo>
                    <a:pt x="200" y="1"/>
                  </a:moveTo>
                  <a:cubicBezTo>
                    <a:pt x="155" y="1"/>
                    <a:pt x="107" y="19"/>
                    <a:pt x="72" y="54"/>
                  </a:cubicBezTo>
                  <a:cubicBezTo>
                    <a:pt x="0" y="126"/>
                    <a:pt x="0" y="221"/>
                    <a:pt x="72" y="293"/>
                  </a:cubicBezTo>
                  <a:lnTo>
                    <a:pt x="738" y="959"/>
                  </a:lnTo>
                  <a:cubicBezTo>
                    <a:pt x="762" y="983"/>
                    <a:pt x="810" y="1007"/>
                    <a:pt x="857" y="1007"/>
                  </a:cubicBezTo>
                  <a:cubicBezTo>
                    <a:pt x="905" y="1007"/>
                    <a:pt x="953" y="983"/>
                    <a:pt x="976" y="959"/>
                  </a:cubicBezTo>
                  <a:cubicBezTo>
                    <a:pt x="1048" y="888"/>
                    <a:pt x="1048" y="769"/>
                    <a:pt x="976" y="721"/>
                  </a:cubicBezTo>
                  <a:lnTo>
                    <a:pt x="310" y="54"/>
                  </a:lnTo>
                  <a:cubicBezTo>
                    <a:pt x="286" y="19"/>
                    <a:pt x="244" y="1"/>
                    <a:pt x="2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530" name="Google Shape;5530;p59"/>
          <p:cNvGrpSpPr/>
          <p:nvPr/>
        </p:nvGrpSpPr>
        <p:grpSpPr>
          <a:xfrm>
            <a:off x="6088073" y="2087481"/>
            <a:ext cx="389008" cy="376412"/>
            <a:chOff x="4017939" y="4097096"/>
            <a:chExt cx="389008" cy="376412"/>
          </a:xfrm>
          <a:solidFill>
            <a:srgbClr val="F9FBEE"/>
          </a:solidFill>
        </p:grpSpPr>
        <p:sp>
          <p:nvSpPr>
            <p:cNvPr id="5531" name="Google Shape;5531;p59"/>
            <p:cNvSpPr/>
            <p:nvPr/>
          </p:nvSpPr>
          <p:spPr>
            <a:xfrm>
              <a:off x="4017939" y="4097096"/>
              <a:ext cx="268850" cy="241157"/>
            </a:xfrm>
            <a:custGeom>
              <a:avLst/>
              <a:gdLst/>
              <a:ahLst/>
              <a:cxnLst/>
              <a:rect l="l" t="t" r="r" b="b"/>
              <a:pathLst>
                <a:path w="7621" h="6836" extrusionOk="0">
                  <a:moveTo>
                    <a:pt x="4549" y="0"/>
                  </a:moveTo>
                  <a:cubicBezTo>
                    <a:pt x="2048" y="0"/>
                    <a:pt x="0" y="2025"/>
                    <a:pt x="0" y="4525"/>
                  </a:cubicBezTo>
                  <a:cubicBezTo>
                    <a:pt x="0" y="5311"/>
                    <a:pt x="191" y="6097"/>
                    <a:pt x="572" y="6764"/>
                  </a:cubicBezTo>
                  <a:cubicBezTo>
                    <a:pt x="619" y="6811"/>
                    <a:pt x="667" y="6835"/>
                    <a:pt x="714" y="6835"/>
                  </a:cubicBezTo>
                  <a:lnTo>
                    <a:pt x="810" y="6835"/>
                  </a:lnTo>
                  <a:cubicBezTo>
                    <a:pt x="881" y="6787"/>
                    <a:pt x="905" y="6692"/>
                    <a:pt x="857" y="6597"/>
                  </a:cubicBezTo>
                  <a:cubicBezTo>
                    <a:pt x="500" y="5978"/>
                    <a:pt x="333" y="5263"/>
                    <a:pt x="333" y="4525"/>
                  </a:cubicBezTo>
                  <a:cubicBezTo>
                    <a:pt x="333" y="2215"/>
                    <a:pt x="2215" y="310"/>
                    <a:pt x="4549" y="310"/>
                  </a:cubicBezTo>
                  <a:cubicBezTo>
                    <a:pt x="5573" y="310"/>
                    <a:pt x="6573" y="691"/>
                    <a:pt x="7335" y="1382"/>
                  </a:cubicBezTo>
                  <a:cubicBezTo>
                    <a:pt x="7367" y="1403"/>
                    <a:pt x="7404" y="1415"/>
                    <a:pt x="7441" y="1415"/>
                  </a:cubicBezTo>
                  <a:cubicBezTo>
                    <a:pt x="7487" y="1415"/>
                    <a:pt x="7534" y="1397"/>
                    <a:pt x="7573" y="1358"/>
                  </a:cubicBezTo>
                  <a:cubicBezTo>
                    <a:pt x="7621" y="1286"/>
                    <a:pt x="7621" y="1191"/>
                    <a:pt x="7549" y="1120"/>
                  </a:cubicBezTo>
                  <a:cubicBezTo>
                    <a:pt x="6716" y="405"/>
                    <a:pt x="5644" y="0"/>
                    <a:pt x="45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2" name="Google Shape;5532;p59"/>
            <p:cNvSpPr/>
            <p:nvPr/>
          </p:nvSpPr>
          <p:spPr>
            <a:xfrm>
              <a:off x="4046480" y="4125672"/>
              <a:ext cx="263840" cy="262958"/>
            </a:xfrm>
            <a:custGeom>
              <a:avLst/>
              <a:gdLst/>
              <a:ahLst/>
              <a:cxnLst/>
              <a:rect l="l" t="t" r="r" b="b"/>
              <a:pathLst>
                <a:path w="7479" h="7454" extrusionOk="0">
                  <a:moveTo>
                    <a:pt x="4633" y="2125"/>
                  </a:moveTo>
                  <a:cubicBezTo>
                    <a:pt x="4907" y="2125"/>
                    <a:pt x="5180" y="2227"/>
                    <a:pt x="5383" y="2429"/>
                  </a:cubicBezTo>
                  <a:cubicBezTo>
                    <a:pt x="5597" y="2643"/>
                    <a:pt x="5692" y="2905"/>
                    <a:pt x="5692" y="3191"/>
                  </a:cubicBezTo>
                  <a:cubicBezTo>
                    <a:pt x="5692" y="3382"/>
                    <a:pt x="5669" y="3548"/>
                    <a:pt x="5573" y="3715"/>
                  </a:cubicBezTo>
                  <a:lnTo>
                    <a:pt x="5097" y="3715"/>
                  </a:lnTo>
                  <a:lnTo>
                    <a:pt x="4811" y="3144"/>
                  </a:lnTo>
                  <a:cubicBezTo>
                    <a:pt x="4787" y="3096"/>
                    <a:pt x="4716" y="3048"/>
                    <a:pt x="4668" y="3048"/>
                  </a:cubicBezTo>
                  <a:cubicBezTo>
                    <a:pt x="4597" y="3048"/>
                    <a:pt x="4549" y="3096"/>
                    <a:pt x="4525" y="3144"/>
                  </a:cubicBezTo>
                  <a:lnTo>
                    <a:pt x="4264" y="3667"/>
                  </a:lnTo>
                  <a:lnTo>
                    <a:pt x="3906" y="3667"/>
                  </a:lnTo>
                  <a:lnTo>
                    <a:pt x="3644" y="3120"/>
                  </a:lnTo>
                  <a:cubicBezTo>
                    <a:pt x="3625" y="3081"/>
                    <a:pt x="3590" y="3042"/>
                    <a:pt x="3538" y="3042"/>
                  </a:cubicBezTo>
                  <a:cubicBezTo>
                    <a:pt x="3527" y="3042"/>
                    <a:pt x="3515" y="3044"/>
                    <a:pt x="3501" y="3048"/>
                  </a:cubicBezTo>
                  <a:cubicBezTo>
                    <a:pt x="3430" y="3048"/>
                    <a:pt x="3382" y="3072"/>
                    <a:pt x="3359" y="3144"/>
                  </a:cubicBezTo>
                  <a:lnTo>
                    <a:pt x="3097" y="3834"/>
                  </a:lnTo>
                  <a:lnTo>
                    <a:pt x="2763" y="3072"/>
                  </a:lnTo>
                  <a:cubicBezTo>
                    <a:pt x="2739" y="3001"/>
                    <a:pt x="2692" y="2977"/>
                    <a:pt x="2620" y="2977"/>
                  </a:cubicBezTo>
                  <a:cubicBezTo>
                    <a:pt x="2549" y="2977"/>
                    <a:pt x="2501" y="3001"/>
                    <a:pt x="2477" y="3072"/>
                  </a:cubicBezTo>
                  <a:lnTo>
                    <a:pt x="2096" y="3977"/>
                  </a:lnTo>
                  <a:lnTo>
                    <a:pt x="2073" y="3953"/>
                  </a:lnTo>
                  <a:cubicBezTo>
                    <a:pt x="1882" y="3739"/>
                    <a:pt x="1763" y="3477"/>
                    <a:pt x="1763" y="3191"/>
                  </a:cubicBezTo>
                  <a:cubicBezTo>
                    <a:pt x="1763" y="2905"/>
                    <a:pt x="1882" y="2643"/>
                    <a:pt x="2073" y="2429"/>
                  </a:cubicBezTo>
                  <a:cubicBezTo>
                    <a:pt x="2287" y="2227"/>
                    <a:pt x="2561" y="2125"/>
                    <a:pt x="2835" y="2125"/>
                  </a:cubicBezTo>
                  <a:cubicBezTo>
                    <a:pt x="3109" y="2125"/>
                    <a:pt x="3382" y="2227"/>
                    <a:pt x="3597" y="2429"/>
                  </a:cubicBezTo>
                  <a:lnTo>
                    <a:pt x="3621" y="2477"/>
                  </a:lnTo>
                  <a:cubicBezTo>
                    <a:pt x="3644" y="2501"/>
                    <a:pt x="3692" y="2524"/>
                    <a:pt x="3740" y="2524"/>
                  </a:cubicBezTo>
                  <a:cubicBezTo>
                    <a:pt x="3787" y="2524"/>
                    <a:pt x="3811" y="2501"/>
                    <a:pt x="3859" y="2477"/>
                  </a:cubicBezTo>
                  <a:lnTo>
                    <a:pt x="3883" y="2429"/>
                  </a:lnTo>
                  <a:cubicBezTo>
                    <a:pt x="4085" y="2227"/>
                    <a:pt x="4359" y="2125"/>
                    <a:pt x="4633" y="2125"/>
                  </a:cubicBezTo>
                  <a:close/>
                  <a:moveTo>
                    <a:pt x="3740" y="0"/>
                  </a:moveTo>
                  <a:cubicBezTo>
                    <a:pt x="2787" y="0"/>
                    <a:pt x="1882" y="357"/>
                    <a:pt x="1191" y="1000"/>
                  </a:cubicBezTo>
                  <a:cubicBezTo>
                    <a:pt x="1120" y="1048"/>
                    <a:pt x="1120" y="1167"/>
                    <a:pt x="1168" y="1215"/>
                  </a:cubicBezTo>
                  <a:cubicBezTo>
                    <a:pt x="1207" y="1254"/>
                    <a:pt x="1254" y="1272"/>
                    <a:pt x="1299" y="1272"/>
                  </a:cubicBezTo>
                  <a:cubicBezTo>
                    <a:pt x="1337" y="1272"/>
                    <a:pt x="1374" y="1260"/>
                    <a:pt x="1406" y="1238"/>
                  </a:cubicBezTo>
                  <a:cubicBezTo>
                    <a:pt x="2049" y="643"/>
                    <a:pt x="2858" y="310"/>
                    <a:pt x="3740" y="310"/>
                  </a:cubicBezTo>
                  <a:cubicBezTo>
                    <a:pt x="5597" y="310"/>
                    <a:pt x="7121" y="1834"/>
                    <a:pt x="7145" y="3715"/>
                  </a:cubicBezTo>
                  <a:lnTo>
                    <a:pt x="5931" y="3715"/>
                  </a:lnTo>
                  <a:cubicBezTo>
                    <a:pt x="6002" y="3548"/>
                    <a:pt x="6026" y="3358"/>
                    <a:pt x="6026" y="3191"/>
                  </a:cubicBezTo>
                  <a:cubicBezTo>
                    <a:pt x="6026" y="2810"/>
                    <a:pt x="5883" y="2477"/>
                    <a:pt x="5621" y="2215"/>
                  </a:cubicBezTo>
                  <a:cubicBezTo>
                    <a:pt x="5343" y="1937"/>
                    <a:pt x="4985" y="1800"/>
                    <a:pt x="4628" y="1800"/>
                  </a:cubicBezTo>
                  <a:cubicBezTo>
                    <a:pt x="4312" y="1800"/>
                    <a:pt x="3997" y="1907"/>
                    <a:pt x="3740" y="2120"/>
                  </a:cubicBezTo>
                  <a:cubicBezTo>
                    <a:pt x="3482" y="1907"/>
                    <a:pt x="3162" y="1800"/>
                    <a:pt x="2843" y="1800"/>
                  </a:cubicBezTo>
                  <a:cubicBezTo>
                    <a:pt x="2483" y="1800"/>
                    <a:pt x="2124" y="1937"/>
                    <a:pt x="1858" y="2215"/>
                  </a:cubicBezTo>
                  <a:cubicBezTo>
                    <a:pt x="1596" y="2477"/>
                    <a:pt x="1430" y="2810"/>
                    <a:pt x="1430" y="3191"/>
                  </a:cubicBezTo>
                  <a:cubicBezTo>
                    <a:pt x="1430" y="3548"/>
                    <a:pt x="1572" y="3906"/>
                    <a:pt x="1834" y="4144"/>
                  </a:cubicBezTo>
                  <a:lnTo>
                    <a:pt x="358" y="4144"/>
                  </a:lnTo>
                  <a:cubicBezTo>
                    <a:pt x="334" y="4025"/>
                    <a:pt x="334" y="3858"/>
                    <a:pt x="334" y="3715"/>
                  </a:cubicBezTo>
                  <a:cubicBezTo>
                    <a:pt x="334" y="3001"/>
                    <a:pt x="548" y="2310"/>
                    <a:pt x="977" y="1739"/>
                  </a:cubicBezTo>
                  <a:cubicBezTo>
                    <a:pt x="1025" y="1643"/>
                    <a:pt x="1001" y="1548"/>
                    <a:pt x="930" y="1500"/>
                  </a:cubicBezTo>
                  <a:cubicBezTo>
                    <a:pt x="900" y="1481"/>
                    <a:pt x="866" y="1469"/>
                    <a:pt x="834" y="1469"/>
                  </a:cubicBezTo>
                  <a:cubicBezTo>
                    <a:pt x="787" y="1469"/>
                    <a:pt x="743" y="1492"/>
                    <a:pt x="715" y="1548"/>
                  </a:cubicBezTo>
                  <a:cubicBezTo>
                    <a:pt x="239" y="2167"/>
                    <a:pt x="1" y="2929"/>
                    <a:pt x="1" y="3715"/>
                  </a:cubicBezTo>
                  <a:cubicBezTo>
                    <a:pt x="1" y="4287"/>
                    <a:pt x="120" y="4834"/>
                    <a:pt x="358" y="5334"/>
                  </a:cubicBezTo>
                  <a:cubicBezTo>
                    <a:pt x="406" y="5406"/>
                    <a:pt x="453" y="5430"/>
                    <a:pt x="501" y="5430"/>
                  </a:cubicBezTo>
                  <a:cubicBezTo>
                    <a:pt x="525" y="5430"/>
                    <a:pt x="548" y="5430"/>
                    <a:pt x="572" y="5406"/>
                  </a:cubicBezTo>
                  <a:cubicBezTo>
                    <a:pt x="668" y="5382"/>
                    <a:pt x="691" y="5287"/>
                    <a:pt x="668" y="5192"/>
                  </a:cubicBezTo>
                  <a:cubicBezTo>
                    <a:pt x="548" y="4977"/>
                    <a:pt x="453" y="4715"/>
                    <a:pt x="406" y="4477"/>
                  </a:cubicBezTo>
                  <a:lnTo>
                    <a:pt x="2144" y="4477"/>
                  </a:lnTo>
                  <a:lnTo>
                    <a:pt x="3406" y="5739"/>
                  </a:lnTo>
                  <a:cubicBezTo>
                    <a:pt x="3501" y="5811"/>
                    <a:pt x="3621" y="5858"/>
                    <a:pt x="3740" y="5858"/>
                  </a:cubicBezTo>
                  <a:cubicBezTo>
                    <a:pt x="3859" y="5858"/>
                    <a:pt x="3978" y="5811"/>
                    <a:pt x="4073" y="5739"/>
                  </a:cubicBezTo>
                  <a:lnTo>
                    <a:pt x="4525" y="5263"/>
                  </a:lnTo>
                  <a:cubicBezTo>
                    <a:pt x="4597" y="5192"/>
                    <a:pt x="4597" y="5096"/>
                    <a:pt x="4525" y="5025"/>
                  </a:cubicBezTo>
                  <a:cubicBezTo>
                    <a:pt x="4502" y="5001"/>
                    <a:pt x="4460" y="4989"/>
                    <a:pt x="4418" y="4989"/>
                  </a:cubicBezTo>
                  <a:cubicBezTo>
                    <a:pt x="4377" y="4989"/>
                    <a:pt x="4335" y="5001"/>
                    <a:pt x="4311" y="5025"/>
                  </a:cubicBezTo>
                  <a:lnTo>
                    <a:pt x="3835" y="5501"/>
                  </a:lnTo>
                  <a:cubicBezTo>
                    <a:pt x="3811" y="5525"/>
                    <a:pt x="3763" y="5549"/>
                    <a:pt x="3740" y="5549"/>
                  </a:cubicBezTo>
                  <a:cubicBezTo>
                    <a:pt x="3692" y="5549"/>
                    <a:pt x="3668" y="5525"/>
                    <a:pt x="3644" y="5501"/>
                  </a:cubicBezTo>
                  <a:lnTo>
                    <a:pt x="2358" y="4215"/>
                  </a:lnTo>
                  <a:lnTo>
                    <a:pt x="2620" y="3548"/>
                  </a:lnTo>
                  <a:lnTo>
                    <a:pt x="2954" y="4310"/>
                  </a:lnTo>
                  <a:cubicBezTo>
                    <a:pt x="2978" y="4382"/>
                    <a:pt x="3049" y="4430"/>
                    <a:pt x="3097" y="4430"/>
                  </a:cubicBezTo>
                  <a:cubicBezTo>
                    <a:pt x="3168" y="4406"/>
                    <a:pt x="3240" y="4382"/>
                    <a:pt x="3263" y="4310"/>
                  </a:cubicBezTo>
                  <a:lnTo>
                    <a:pt x="3525" y="3596"/>
                  </a:lnTo>
                  <a:lnTo>
                    <a:pt x="3668" y="3906"/>
                  </a:lnTo>
                  <a:cubicBezTo>
                    <a:pt x="3692" y="3953"/>
                    <a:pt x="3763" y="4001"/>
                    <a:pt x="3811" y="4001"/>
                  </a:cubicBezTo>
                  <a:lnTo>
                    <a:pt x="4359" y="4001"/>
                  </a:lnTo>
                  <a:cubicBezTo>
                    <a:pt x="4430" y="4001"/>
                    <a:pt x="4478" y="3953"/>
                    <a:pt x="4502" y="3906"/>
                  </a:cubicBezTo>
                  <a:lnTo>
                    <a:pt x="4668" y="3572"/>
                  </a:lnTo>
                  <a:lnTo>
                    <a:pt x="4835" y="3929"/>
                  </a:lnTo>
                  <a:cubicBezTo>
                    <a:pt x="4883" y="4001"/>
                    <a:pt x="4930" y="4025"/>
                    <a:pt x="5002" y="4025"/>
                  </a:cubicBezTo>
                  <a:lnTo>
                    <a:pt x="5311" y="4025"/>
                  </a:lnTo>
                  <a:lnTo>
                    <a:pt x="4787" y="4549"/>
                  </a:lnTo>
                  <a:cubicBezTo>
                    <a:pt x="4740" y="4596"/>
                    <a:pt x="4740" y="4715"/>
                    <a:pt x="4787" y="4763"/>
                  </a:cubicBezTo>
                  <a:cubicBezTo>
                    <a:pt x="4823" y="4799"/>
                    <a:pt x="4865" y="4817"/>
                    <a:pt x="4907" y="4817"/>
                  </a:cubicBezTo>
                  <a:cubicBezTo>
                    <a:pt x="4948" y="4817"/>
                    <a:pt x="4990" y="4799"/>
                    <a:pt x="5026" y="4763"/>
                  </a:cubicBezTo>
                  <a:lnTo>
                    <a:pt x="5621" y="4168"/>
                  </a:lnTo>
                  <a:cubicBezTo>
                    <a:pt x="5669" y="4120"/>
                    <a:pt x="5716" y="4072"/>
                    <a:pt x="5740" y="4025"/>
                  </a:cubicBezTo>
                  <a:lnTo>
                    <a:pt x="7121" y="4025"/>
                  </a:lnTo>
                  <a:cubicBezTo>
                    <a:pt x="6978" y="5763"/>
                    <a:pt x="5502" y="7144"/>
                    <a:pt x="3740" y="7144"/>
                  </a:cubicBezTo>
                  <a:cubicBezTo>
                    <a:pt x="3597" y="7144"/>
                    <a:pt x="3454" y="7121"/>
                    <a:pt x="3335" y="7121"/>
                  </a:cubicBezTo>
                  <a:cubicBezTo>
                    <a:pt x="3322" y="7117"/>
                    <a:pt x="3310" y="7116"/>
                    <a:pt x="3298" y="7116"/>
                  </a:cubicBezTo>
                  <a:cubicBezTo>
                    <a:pt x="3222" y="7116"/>
                    <a:pt x="3165" y="7181"/>
                    <a:pt x="3144" y="7263"/>
                  </a:cubicBezTo>
                  <a:cubicBezTo>
                    <a:pt x="3144" y="7335"/>
                    <a:pt x="3192" y="7430"/>
                    <a:pt x="3287" y="7430"/>
                  </a:cubicBezTo>
                  <a:cubicBezTo>
                    <a:pt x="3430" y="7454"/>
                    <a:pt x="3597" y="7454"/>
                    <a:pt x="3740" y="7454"/>
                  </a:cubicBezTo>
                  <a:cubicBezTo>
                    <a:pt x="5788" y="7454"/>
                    <a:pt x="7478" y="5787"/>
                    <a:pt x="7478" y="3715"/>
                  </a:cubicBezTo>
                  <a:cubicBezTo>
                    <a:pt x="7478" y="1667"/>
                    <a:pt x="5788" y="0"/>
                    <a:pt x="3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3" name="Google Shape;5533;p59"/>
            <p:cNvSpPr/>
            <p:nvPr/>
          </p:nvSpPr>
          <p:spPr>
            <a:xfrm>
              <a:off x="4364903" y="4255038"/>
              <a:ext cx="39511" cy="11783"/>
            </a:xfrm>
            <a:custGeom>
              <a:avLst/>
              <a:gdLst/>
              <a:ahLst/>
              <a:cxnLst/>
              <a:rect l="l" t="t" r="r" b="b"/>
              <a:pathLst>
                <a:path w="1120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lnTo>
                    <a:pt x="953" y="334"/>
                  </a:lnTo>
                  <a:cubicBezTo>
                    <a:pt x="1048" y="334"/>
                    <a:pt x="1120" y="262"/>
                    <a:pt x="1120" y="167"/>
                  </a:cubicBezTo>
                  <a:cubicBezTo>
                    <a:pt x="1120" y="72"/>
                    <a:pt x="1048" y="0"/>
                    <a:pt x="9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4" name="Google Shape;5534;p59"/>
            <p:cNvSpPr/>
            <p:nvPr/>
          </p:nvSpPr>
          <p:spPr>
            <a:xfrm>
              <a:off x="4131360" y="4153048"/>
              <a:ext cx="275588" cy="320461"/>
            </a:xfrm>
            <a:custGeom>
              <a:avLst/>
              <a:gdLst/>
              <a:ahLst/>
              <a:cxnLst/>
              <a:rect l="l" t="t" r="r" b="b"/>
              <a:pathLst>
                <a:path w="7812" h="9084" extrusionOk="0">
                  <a:moveTo>
                    <a:pt x="4977" y="5630"/>
                  </a:moveTo>
                  <a:lnTo>
                    <a:pt x="5596" y="6202"/>
                  </a:lnTo>
                  <a:lnTo>
                    <a:pt x="4763" y="7035"/>
                  </a:lnTo>
                  <a:lnTo>
                    <a:pt x="4191" y="6464"/>
                  </a:lnTo>
                  <a:cubicBezTo>
                    <a:pt x="4501" y="6225"/>
                    <a:pt x="4763" y="5940"/>
                    <a:pt x="4977" y="5630"/>
                  </a:cubicBezTo>
                  <a:close/>
                  <a:moveTo>
                    <a:pt x="5811" y="6440"/>
                  </a:moveTo>
                  <a:lnTo>
                    <a:pt x="6216" y="6821"/>
                  </a:lnTo>
                  <a:lnTo>
                    <a:pt x="5406" y="7631"/>
                  </a:lnTo>
                  <a:lnTo>
                    <a:pt x="5001" y="7249"/>
                  </a:lnTo>
                  <a:lnTo>
                    <a:pt x="5811" y="6440"/>
                  </a:lnTo>
                  <a:close/>
                  <a:moveTo>
                    <a:pt x="6454" y="7035"/>
                  </a:moveTo>
                  <a:lnTo>
                    <a:pt x="6835" y="7416"/>
                  </a:lnTo>
                  <a:lnTo>
                    <a:pt x="6025" y="8226"/>
                  </a:lnTo>
                  <a:lnTo>
                    <a:pt x="5644" y="7845"/>
                  </a:lnTo>
                  <a:lnTo>
                    <a:pt x="6454" y="7035"/>
                  </a:lnTo>
                  <a:close/>
                  <a:moveTo>
                    <a:pt x="7073" y="7631"/>
                  </a:moveTo>
                  <a:lnTo>
                    <a:pt x="7216" y="7773"/>
                  </a:lnTo>
                  <a:cubicBezTo>
                    <a:pt x="7454" y="7988"/>
                    <a:pt x="7454" y="8369"/>
                    <a:pt x="7240" y="8583"/>
                  </a:cubicBezTo>
                  <a:cubicBezTo>
                    <a:pt x="7130" y="8705"/>
                    <a:pt x="6976" y="8765"/>
                    <a:pt x="6823" y="8765"/>
                  </a:cubicBezTo>
                  <a:cubicBezTo>
                    <a:pt x="6678" y="8765"/>
                    <a:pt x="6534" y="8711"/>
                    <a:pt x="6430" y="8607"/>
                  </a:cubicBezTo>
                  <a:lnTo>
                    <a:pt x="6263" y="8440"/>
                  </a:lnTo>
                  <a:lnTo>
                    <a:pt x="7073" y="7631"/>
                  </a:lnTo>
                  <a:close/>
                  <a:moveTo>
                    <a:pt x="4711" y="1"/>
                  </a:moveTo>
                  <a:cubicBezTo>
                    <a:pt x="4670" y="1"/>
                    <a:pt x="4628" y="12"/>
                    <a:pt x="4596" y="34"/>
                  </a:cubicBezTo>
                  <a:cubicBezTo>
                    <a:pt x="4525" y="81"/>
                    <a:pt x="4525" y="200"/>
                    <a:pt x="4572" y="272"/>
                  </a:cubicBezTo>
                  <a:cubicBezTo>
                    <a:pt x="5215" y="1010"/>
                    <a:pt x="5549" y="1963"/>
                    <a:pt x="5549" y="2939"/>
                  </a:cubicBezTo>
                  <a:cubicBezTo>
                    <a:pt x="5549" y="5273"/>
                    <a:pt x="3644" y="7178"/>
                    <a:pt x="1334" y="7178"/>
                  </a:cubicBezTo>
                  <a:cubicBezTo>
                    <a:pt x="953" y="7178"/>
                    <a:pt x="572" y="7107"/>
                    <a:pt x="214" y="7011"/>
                  </a:cubicBezTo>
                  <a:lnTo>
                    <a:pt x="167" y="7011"/>
                  </a:lnTo>
                  <a:cubicBezTo>
                    <a:pt x="71" y="7011"/>
                    <a:pt x="0" y="7083"/>
                    <a:pt x="0" y="7154"/>
                  </a:cubicBezTo>
                  <a:cubicBezTo>
                    <a:pt x="0" y="7226"/>
                    <a:pt x="48" y="7297"/>
                    <a:pt x="119" y="7321"/>
                  </a:cubicBezTo>
                  <a:cubicBezTo>
                    <a:pt x="500" y="7440"/>
                    <a:pt x="929" y="7488"/>
                    <a:pt x="1334" y="7488"/>
                  </a:cubicBezTo>
                  <a:cubicBezTo>
                    <a:pt x="2286" y="7488"/>
                    <a:pt x="3191" y="7178"/>
                    <a:pt x="3929" y="6678"/>
                  </a:cubicBezTo>
                  <a:lnTo>
                    <a:pt x="6192" y="8845"/>
                  </a:lnTo>
                  <a:cubicBezTo>
                    <a:pt x="6382" y="9012"/>
                    <a:pt x="6597" y="9083"/>
                    <a:pt x="6811" y="9083"/>
                  </a:cubicBezTo>
                  <a:cubicBezTo>
                    <a:pt x="7049" y="9083"/>
                    <a:pt x="7287" y="9012"/>
                    <a:pt x="7478" y="8821"/>
                  </a:cubicBezTo>
                  <a:cubicBezTo>
                    <a:pt x="7811" y="8464"/>
                    <a:pt x="7811" y="7892"/>
                    <a:pt x="7454" y="7535"/>
                  </a:cubicBezTo>
                  <a:lnTo>
                    <a:pt x="5168" y="5368"/>
                  </a:lnTo>
                  <a:cubicBezTo>
                    <a:pt x="5573" y="4749"/>
                    <a:pt x="5811" y="4011"/>
                    <a:pt x="5858" y="3225"/>
                  </a:cubicBezTo>
                  <a:lnTo>
                    <a:pt x="6168" y="3225"/>
                  </a:lnTo>
                  <a:cubicBezTo>
                    <a:pt x="6239" y="3225"/>
                    <a:pt x="6311" y="3153"/>
                    <a:pt x="6311" y="3058"/>
                  </a:cubicBezTo>
                  <a:cubicBezTo>
                    <a:pt x="6311" y="2963"/>
                    <a:pt x="6239" y="2891"/>
                    <a:pt x="6168" y="2891"/>
                  </a:cubicBezTo>
                  <a:lnTo>
                    <a:pt x="5882" y="2891"/>
                  </a:lnTo>
                  <a:cubicBezTo>
                    <a:pt x="5858" y="1867"/>
                    <a:pt x="5501" y="843"/>
                    <a:pt x="4834" y="58"/>
                  </a:cubicBezTo>
                  <a:cubicBezTo>
                    <a:pt x="4808" y="18"/>
                    <a:pt x="4760" y="1"/>
                    <a:pt x="47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5" name="Google Shape;5535;p59"/>
            <p:cNvSpPr/>
            <p:nvPr/>
          </p:nvSpPr>
          <p:spPr>
            <a:xfrm>
              <a:off x="4049831" y="4318892"/>
              <a:ext cx="96660" cy="96625"/>
            </a:xfrm>
            <a:custGeom>
              <a:avLst/>
              <a:gdLst/>
              <a:ahLst/>
              <a:cxnLst/>
              <a:rect l="l" t="t" r="r" b="b"/>
              <a:pathLst>
                <a:path w="2740" h="2739" extrusionOk="0">
                  <a:moveTo>
                    <a:pt x="1668" y="310"/>
                  </a:moveTo>
                  <a:lnTo>
                    <a:pt x="1668" y="905"/>
                  </a:lnTo>
                  <a:cubicBezTo>
                    <a:pt x="1668" y="1001"/>
                    <a:pt x="1739" y="1072"/>
                    <a:pt x="1811" y="1072"/>
                  </a:cubicBezTo>
                  <a:lnTo>
                    <a:pt x="2406" y="1072"/>
                  </a:lnTo>
                  <a:lnTo>
                    <a:pt x="2406" y="1667"/>
                  </a:lnTo>
                  <a:lnTo>
                    <a:pt x="1811" y="1667"/>
                  </a:lnTo>
                  <a:cubicBezTo>
                    <a:pt x="1739" y="1667"/>
                    <a:pt x="1668" y="1739"/>
                    <a:pt x="1668" y="1834"/>
                  </a:cubicBezTo>
                  <a:lnTo>
                    <a:pt x="1668" y="2406"/>
                  </a:lnTo>
                  <a:lnTo>
                    <a:pt x="1073" y="2406"/>
                  </a:lnTo>
                  <a:lnTo>
                    <a:pt x="1073" y="1834"/>
                  </a:lnTo>
                  <a:cubicBezTo>
                    <a:pt x="1073" y="1739"/>
                    <a:pt x="1001" y="1667"/>
                    <a:pt x="906" y="1667"/>
                  </a:cubicBezTo>
                  <a:lnTo>
                    <a:pt x="311" y="1667"/>
                  </a:lnTo>
                  <a:lnTo>
                    <a:pt x="311" y="1072"/>
                  </a:lnTo>
                  <a:lnTo>
                    <a:pt x="906" y="1072"/>
                  </a:lnTo>
                  <a:cubicBezTo>
                    <a:pt x="1001" y="1072"/>
                    <a:pt x="1073" y="1001"/>
                    <a:pt x="1073" y="905"/>
                  </a:cubicBezTo>
                  <a:lnTo>
                    <a:pt x="1073" y="310"/>
                  </a:lnTo>
                  <a:close/>
                  <a:moveTo>
                    <a:pt x="1001" y="0"/>
                  </a:moveTo>
                  <a:cubicBezTo>
                    <a:pt x="858" y="0"/>
                    <a:pt x="739" y="119"/>
                    <a:pt x="739" y="262"/>
                  </a:cubicBezTo>
                  <a:lnTo>
                    <a:pt x="739" y="739"/>
                  </a:lnTo>
                  <a:lnTo>
                    <a:pt x="239" y="739"/>
                  </a:lnTo>
                  <a:cubicBezTo>
                    <a:pt x="96" y="739"/>
                    <a:pt x="1" y="858"/>
                    <a:pt x="1" y="1001"/>
                  </a:cubicBezTo>
                  <a:lnTo>
                    <a:pt x="1" y="1739"/>
                  </a:lnTo>
                  <a:cubicBezTo>
                    <a:pt x="1" y="1882"/>
                    <a:pt x="96" y="1977"/>
                    <a:pt x="239" y="1977"/>
                  </a:cubicBezTo>
                  <a:lnTo>
                    <a:pt x="739" y="1977"/>
                  </a:lnTo>
                  <a:lnTo>
                    <a:pt x="739" y="2477"/>
                  </a:lnTo>
                  <a:cubicBezTo>
                    <a:pt x="739" y="2620"/>
                    <a:pt x="858" y="2739"/>
                    <a:pt x="1001" y="2739"/>
                  </a:cubicBezTo>
                  <a:lnTo>
                    <a:pt x="1716" y="2739"/>
                  </a:lnTo>
                  <a:cubicBezTo>
                    <a:pt x="1859" y="2739"/>
                    <a:pt x="1978" y="2620"/>
                    <a:pt x="1978" y="2477"/>
                  </a:cubicBezTo>
                  <a:lnTo>
                    <a:pt x="1978" y="1977"/>
                  </a:lnTo>
                  <a:lnTo>
                    <a:pt x="2478" y="1977"/>
                  </a:lnTo>
                  <a:cubicBezTo>
                    <a:pt x="2621" y="1977"/>
                    <a:pt x="2740" y="1882"/>
                    <a:pt x="2740" y="1739"/>
                  </a:cubicBezTo>
                  <a:lnTo>
                    <a:pt x="2740" y="1001"/>
                  </a:lnTo>
                  <a:cubicBezTo>
                    <a:pt x="2740" y="858"/>
                    <a:pt x="2621" y="739"/>
                    <a:pt x="2478" y="739"/>
                  </a:cubicBezTo>
                  <a:lnTo>
                    <a:pt x="1978" y="739"/>
                  </a:lnTo>
                  <a:lnTo>
                    <a:pt x="1978" y="262"/>
                  </a:lnTo>
                  <a:cubicBezTo>
                    <a:pt x="1978" y="119"/>
                    <a:pt x="1859" y="0"/>
                    <a:pt x="17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4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4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4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4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4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42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42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4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4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2" grpId="0" build="p"/>
      <p:bldP spid="4293" grpId="0"/>
      <p:bldP spid="4294" grpId="0" build="p"/>
      <p:bldP spid="4295" grpId="0" build="p"/>
      <p:bldP spid="4296" grpId="0" build="p"/>
      <p:bldP spid="4297" grpId="0" animBg="1"/>
      <p:bldP spid="429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3"/>
        </a:solidFill>
        <a:effectLst/>
      </p:bgPr>
    </p:bg>
    <p:spTree>
      <p:nvGrpSpPr>
        <p:cNvPr id="1" name="Shape 4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2" name="Google Shape;4292;p41"/>
          <p:cNvSpPr txBox="1">
            <a:spLocks noGrp="1"/>
          </p:cNvSpPr>
          <p:nvPr>
            <p:ph type="subTitle" idx="1"/>
          </p:nvPr>
        </p:nvSpPr>
        <p:spPr>
          <a:xfrm>
            <a:off x="1522250" y="2824325"/>
            <a:ext cx="2746800" cy="4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Challenge 3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93" name="Google Shape;4293;p41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IMPLEMENTATION CHALLENGES &amp; SOLUTIONS</a:t>
            </a:r>
            <a:endParaRPr lang="en-US" altLang="en-GB" b="0">
              <a:latin typeface="Times New Roman" panose="02020603050405020304" charset="0"/>
              <a:ea typeface="Red Hat Display Medium" panose="02010303040201060303"/>
              <a:cs typeface="Times New Roman" panose="02020603050405020304" charset="0"/>
              <a:sym typeface="Red Hat Display Medium" panose="02010303040201060303"/>
            </a:endParaRPr>
          </a:p>
        </p:txBody>
      </p:sp>
      <p:sp>
        <p:nvSpPr>
          <p:cNvPr id="4294" name="Google Shape;4294;p41"/>
          <p:cNvSpPr txBox="1">
            <a:spLocks noGrp="1"/>
          </p:cNvSpPr>
          <p:nvPr>
            <p:ph type="subTitle" idx="2"/>
          </p:nvPr>
        </p:nvSpPr>
        <p:spPr>
          <a:xfrm>
            <a:off x="1522250" y="3304325"/>
            <a:ext cx="2746800" cy="10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OCR Accuracy on Medical Reports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95" name="Google Shape;4295;p41"/>
          <p:cNvSpPr txBox="1">
            <a:spLocks noGrp="1"/>
          </p:cNvSpPr>
          <p:nvPr>
            <p:ph type="subTitle" idx="3"/>
          </p:nvPr>
        </p:nvSpPr>
        <p:spPr>
          <a:xfrm>
            <a:off x="4874950" y="2824325"/>
            <a:ext cx="2746800" cy="4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Solution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96" name="Google Shape;4296;p41"/>
          <p:cNvSpPr txBox="1">
            <a:spLocks noGrp="1"/>
          </p:cNvSpPr>
          <p:nvPr>
            <p:ph type="subTitle" idx="4"/>
          </p:nvPr>
        </p:nvSpPr>
        <p:spPr>
          <a:xfrm>
            <a:off x="4874950" y="3304325"/>
            <a:ext cx="2746800" cy="10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Image preprocessing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Manual correction interface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Confidence scoring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97" name="Google Shape;4297;p41"/>
          <p:cNvSpPr/>
          <p:nvPr/>
        </p:nvSpPr>
        <p:spPr>
          <a:xfrm>
            <a:off x="2413100" y="1758353"/>
            <a:ext cx="965100" cy="965100"/>
          </a:xfrm>
          <a:prstGeom prst="ellipse">
            <a:avLst/>
          </a:prstGeom>
          <a:solidFill>
            <a:srgbClr val="1880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98" name="Google Shape;4298;p41"/>
          <p:cNvSpPr/>
          <p:nvPr/>
        </p:nvSpPr>
        <p:spPr>
          <a:xfrm>
            <a:off x="5765800" y="1758353"/>
            <a:ext cx="965100" cy="965100"/>
          </a:xfrm>
          <a:prstGeom prst="ellipse">
            <a:avLst/>
          </a:prstGeom>
          <a:solidFill>
            <a:srgbClr val="1880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530" name="Google Shape;5530;p59"/>
          <p:cNvGrpSpPr/>
          <p:nvPr/>
        </p:nvGrpSpPr>
        <p:grpSpPr>
          <a:xfrm>
            <a:off x="6088073" y="2087481"/>
            <a:ext cx="389008" cy="376412"/>
            <a:chOff x="4017939" y="4097096"/>
            <a:chExt cx="389008" cy="376412"/>
          </a:xfrm>
          <a:solidFill>
            <a:srgbClr val="F9FBEE"/>
          </a:solidFill>
        </p:grpSpPr>
        <p:sp>
          <p:nvSpPr>
            <p:cNvPr id="5531" name="Google Shape;5531;p59"/>
            <p:cNvSpPr/>
            <p:nvPr/>
          </p:nvSpPr>
          <p:spPr>
            <a:xfrm>
              <a:off x="4017939" y="4097096"/>
              <a:ext cx="268850" cy="241157"/>
            </a:xfrm>
            <a:custGeom>
              <a:avLst/>
              <a:gdLst/>
              <a:ahLst/>
              <a:cxnLst/>
              <a:rect l="l" t="t" r="r" b="b"/>
              <a:pathLst>
                <a:path w="7621" h="6836" extrusionOk="0">
                  <a:moveTo>
                    <a:pt x="4549" y="0"/>
                  </a:moveTo>
                  <a:cubicBezTo>
                    <a:pt x="2048" y="0"/>
                    <a:pt x="0" y="2025"/>
                    <a:pt x="0" y="4525"/>
                  </a:cubicBezTo>
                  <a:cubicBezTo>
                    <a:pt x="0" y="5311"/>
                    <a:pt x="191" y="6097"/>
                    <a:pt x="572" y="6764"/>
                  </a:cubicBezTo>
                  <a:cubicBezTo>
                    <a:pt x="619" y="6811"/>
                    <a:pt x="667" y="6835"/>
                    <a:pt x="714" y="6835"/>
                  </a:cubicBezTo>
                  <a:lnTo>
                    <a:pt x="810" y="6835"/>
                  </a:lnTo>
                  <a:cubicBezTo>
                    <a:pt x="881" y="6787"/>
                    <a:pt x="905" y="6692"/>
                    <a:pt x="857" y="6597"/>
                  </a:cubicBezTo>
                  <a:cubicBezTo>
                    <a:pt x="500" y="5978"/>
                    <a:pt x="333" y="5263"/>
                    <a:pt x="333" y="4525"/>
                  </a:cubicBezTo>
                  <a:cubicBezTo>
                    <a:pt x="333" y="2215"/>
                    <a:pt x="2215" y="310"/>
                    <a:pt x="4549" y="310"/>
                  </a:cubicBezTo>
                  <a:cubicBezTo>
                    <a:pt x="5573" y="310"/>
                    <a:pt x="6573" y="691"/>
                    <a:pt x="7335" y="1382"/>
                  </a:cubicBezTo>
                  <a:cubicBezTo>
                    <a:pt x="7367" y="1403"/>
                    <a:pt x="7404" y="1415"/>
                    <a:pt x="7441" y="1415"/>
                  </a:cubicBezTo>
                  <a:cubicBezTo>
                    <a:pt x="7487" y="1415"/>
                    <a:pt x="7534" y="1397"/>
                    <a:pt x="7573" y="1358"/>
                  </a:cubicBezTo>
                  <a:cubicBezTo>
                    <a:pt x="7621" y="1286"/>
                    <a:pt x="7621" y="1191"/>
                    <a:pt x="7549" y="1120"/>
                  </a:cubicBezTo>
                  <a:cubicBezTo>
                    <a:pt x="6716" y="405"/>
                    <a:pt x="5644" y="0"/>
                    <a:pt x="45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2" name="Google Shape;5532;p59"/>
            <p:cNvSpPr/>
            <p:nvPr/>
          </p:nvSpPr>
          <p:spPr>
            <a:xfrm>
              <a:off x="4046480" y="4125672"/>
              <a:ext cx="263840" cy="262958"/>
            </a:xfrm>
            <a:custGeom>
              <a:avLst/>
              <a:gdLst/>
              <a:ahLst/>
              <a:cxnLst/>
              <a:rect l="l" t="t" r="r" b="b"/>
              <a:pathLst>
                <a:path w="7479" h="7454" extrusionOk="0">
                  <a:moveTo>
                    <a:pt x="4633" y="2125"/>
                  </a:moveTo>
                  <a:cubicBezTo>
                    <a:pt x="4907" y="2125"/>
                    <a:pt x="5180" y="2227"/>
                    <a:pt x="5383" y="2429"/>
                  </a:cubicBezTo>
                  <a:cubicBezTo>
                    <a:pt x="5597" y="2643"/>
                    <a:pt x="5692" y="2905"/>
                    <a:pt x="5692" y="3191"/>
                  </a:cubicBezTo>
                  <a:cubicBezTo>
                    <a:pt x="5692" y="3382"/>
                    <a:pt x="5669" y="3548"/>
                    <a:pt x="5573" y="3715"/>
                  </a:cubicBezTo>
                  <a:lnTo>
                    <a:pt x="5097" y="3715"/>
                  </a:lnTo>
                  <a:lnTo>
                    <a:pt x="4811" y="3144"/>
                  </a:lnTo>
                  <a:cubicBezTo>
                    <a:pt x="4787" y="3096"/>
                    <a:pt x="4716" y="3048"/>
                    <a:pt x="4668" y="3048"/>
                  </a:cubicBezTo>
                  <a:cubicBezTo>
                    <a:pt x="4597" y="3048"/>
                    <a:pt x="4549" y="3096"/>
                    <a:pt x="4525" y="3144"/>
                  </a:cubicBezTo>
                  <a:lnTo>
                    <a:pt x="4264" y="3667"/>
                  </a:lnTo>
                  <a:lnTo>
                    <a:pt x="3906" y="3667"/>
                  </a:lnTo>
                  <a:lnTo>
                    <a:pt x="3644" y="3120"/>
                  </a:lnTo>
                  <a:cubicBezTo>
                    <a:pt x="3625" y="3081"/>
                    <a:pt x="3590" y="3042"/>
                    <a:pt x="3538" y="3042"/>
                  </a:cubicBezTo>
                  <a:cubicBezTo>
                    <a:pt x="3527" y="3042"/>
                    <a:pt x="3515" y="3044"/>
                    <a:pt x="3501" y="3048"/>
                  </a:cubicBezTo>
                  <a:cubicBezTo>
                    <a:pt x="3430" y="3048"/>
                    <a:pt x="3382" y="3072"/>
                    <a:pt x="3359" y="3144"/>
                  </a:cubicBezTo>
                  <a:lnTo>
                    <a:pt x="3097" y="3834"/>
                  </a:lnTo>
                  <a:lnTo>
                    <a:pt x="2763" y="3072"/>
                  </a:lnTo>
                  <a:cubicBezTo>
                    <a:pt x="2739" y="3001"/>
                    <a:pt x="2692" y="2977"/>
                    <a:pt x="2620" y="2977"/>
                  </a:cubicBezTo>
                  <a:cubicBezTo>
                    <a:pt x="2549" y="2977"/>
                    <a:pt x="2501" y="3001"/>
                    <a:pt x="2477" y="3072"/>
                  </a:cubicBezTo>
                  <a:lnTo>
                    <a:pt x="2096" y="3977"/>
                  </a:lnTo>
                  <a:lnTo>
                    <a:pt x="2073" y="3953"/>
                  </a:lnTo>
                  <a:cubicBezTo>
                    <a:pt x="1882" y="3739"/>
                    <a:pt x="1763" y="3477"/>
                    <a:pt x="1763" y="3191"/>
                  </a:cubicBezTo>
                  <a:cubicBezTo>
                    <a:pt x="1763" y="2905"/>
                    <a:pt x="1882" y="2643"/>
                    <a:pt x="2073" y="2429"/>
                  </a:cubicBezTo>
                  <a:cubicBezTo>
                    <a:pt x="2287" y="2227"/>
                    <a:pt x="2561" y="2125"/>
                    <a:pt x="2835" y="2125"/>
                  </a:cubicBezTo>
                  <a:cubicBezTo>
                    <a:pt x="3109" y="2125"/>
                    <a:pt x="3382" y="2227"/>
                    <a:pt x="3597" y="2429"/>
                  </a:cubicBezTo>
                  <a:lnTo>
                    <a:pt x="3621" y="2477"/>
                  </a:lnTo>
                  <a:cubicBezTo>
                    <a:pt x="3644" y="2501"/>
                    <a:pt x="3692" y="2524"/>
                    <a:pt x="3740" y="2524"/>
                  </a:cubicBezTo>
                  <a:cubicBezTo>
                    <a:pt x="3787" y="2524"/>
                    <a:pt x="3811" y="2501"/>
                    <a:pt x="3859" y="2477"/>
                  </a:cubicBezTo>
                  <a:lnTo>
                    <a:pt x="3883" y="2429"/>
                  </a:lnTo>
                  <a:cubicBezTo>
                    <a:pt x="4085" y="2227"/>
                    <a:pt x="4359" y="2125"/>
                    <a:pt x="4633" y="2125"/>
                  </a:cubicBezTo>
                  <a:close/>
                  <a:moveTo>
                    <a:pt x="3740" y="0"/>
                  </a:moveTo>
                  <a:cubicBezTo>
                    <a:pt x="2787" y="0"/>
                    <a:pt x="1882" y="357"/>
                    <a:pt x="1191" y="1000"/>
                  </a:cubicBezTo>
                  <a:cubicBezTo>
                    <a:pt x="1120" y="1048"/>
                    <a:pt x="1120" y="1167"/>
                    <a:pt x="1168" y="1215"/>
                  </a:cubicBezTo>
                  <a:cubicBezTo>
                    <a:pt x="1207" y="1254"/>
                    <a:pt x="1254" y="1272"/>
                    <a:pt x="1299" y="1272"/>
                  </a:cubicBezTo>
                  <a:cubicBezTo>
                    <a:pt x="1337" y="1272"/>
                    <a:pt x="1374" y="1260"/>
                    <a:pt x="1406" y="1238"/>
                  </a:cubicBezTo>
                  <a:cubicBezTo>
                    <a:pt x="2049" y="643"/>
                    <a:pt x="2858" y="310"/>
                    <a:pt x="3740" y="310"/>
                  </a:cubicBezTo>
                  <a:cubicBezTo>
                    <a:pt x="5597" y="310"/>
                    <a:pt x="7121" y="1834"/>
                    <a:pt x="7145" y="3715"/>
                  </a:cubicBezTo>
                  <a:lnTo>
                    <a:pt x="5931" y="3715"/>
                  </a:lnTo>
                  <a:cubicBezTo>
                    <a:pt x="6002" y="3548"/>
                    <a:pt x="6026" y="3358"/>
                    <a:pt x="6026" y="3191"/>
                  </a:cubicBezTo>
                  <a:cubicBezTo>
                    <a:pt x="6026" y="2810"/>
                    <a:pt x="5883" y="2477"/>
                    <a:pt x="5621" y="2215"/>
                  </a:cubicBezTo>
                  <a:cubicBezTo>
                    <a:pt x="5343" y="1937"/>
                    <a:pt x="4985" y="1800"/>
                    <a:pt x="4628" y="1800"/>
                  </a:cubicBezTo>
                  <a:cubicBezTo>
                    <a:pt x="4312" y="1800"/>
                    <a:pt x="3997" y="1907"/>
                    <a:pt x="3740" y="2120"/>
                  </a:cubicBezTo>
                  <a:cubicBezTo>
                    <a:pt x="3482" y="1907"/>
                    <a:pt x="3162" y="1800"/>
                    <a:pt x="2843" y="1800"/>
                  </a:cubicBezTo>
                  <a:cubicBezTo>
                    <a:pt x="2483" y="1800"/>
                    <a:pt x="2124" y="1937"/>
                    <a:pt x="1858" y="2215"/>
                  </a:cubicBezTo>
                  <a:cubicBezTo>
                    <a:pt x="1596" y="2477"/>
                    <a:pt x="1430" y="2810"/>
                    <a:pt x="1430" y="3191"/>
                  </a:cubicBezTo>
                  <a:cubicBezTo>
                    <a:pt x="1430" y="3548"/>
                    <a:pt x="1572" y="3906"/>
                    <a:pt x="1834" y="4144"/>
                  </a:cubicBezTo>
                  <a:lnTo>
                    <a:pt x="358" y="4144"/>
                  </a:lnTo>
                  <a:cubicBezTo>
                    <a:pt x="334" y="4025"/>
                    <a:pt x="334" y="3858"/>
                    <a:pt x="334" y="3715"/>
                  </a:cubicBezTo>
                  <a:cubicBezTo>
                    <a:pt x="334" y="3001"/>
                    <a:pt x="548" y="2310"/>
                    <a:pt x="977" y="1739"/>
                  </a:cubicBezTo>
                  <a:cubicBezTo>
                    <a:pt x="1025" y="1643"/>
                    <a:pt x="1001" y="1548"/>
                    <a:pt x="930" y="1500"/>
                  </a:cubicBezTo>
                  <a:cubicBezTo>
                    <a:pt x="900" y="1481"/>
                    <a:pt x="866" y="1469"/>
                    <a:pt x="834" y="1469"/>
                  </a:cubicBezTo>
                  <a:cubicBezTo>
                    <a:pt x="787" y="1469"/>
                    <a:pt x="743" y="1492"/>
                    <a:pt x="715" y="1548"/>
                  </a:cubicBezTo>
                  <a:cubicBezTo>
                    <a:pt x="239" y="2167"/>
                    <a:pt x="1" y="2929"/>
                    <a:pt x="1" y="3715"/>
                  </a:cubicBezTo>
                  <a:cubicBezTo>
                    <a:pt x="1" y="4287"/>
                    <a:pt x="120" y="4834"/>
                    <a:pt x="358" y="5334"/>
                  </a:cubicBezTo>
                  <a:cubicBezTo>
                    <a:pt x="406" y="5406"/>
                    <a:pt x="453" y="5430"/>
                    <a:pt x="501" y="5430"/>
                  </a:cubicBezTo>
                  <a:cubicBezTo>
                    <a:pt x="525" y="5430"/>
                    <a:pt x="548" y="5430"/>
                    <a:pt x="572" y="5406"/>
                  </a:cubicBezTo>
                  <a:cubicBezTo>
                    <a:pt x="668" y="5382"/>
                    <a:pt x="691" y="5287"/>
                    <a:pt x="668" y="5192"/>
                  </a:cubicBezTo>
                  <a:cubicBezTo>
                    <a:pt x="548" y="4977"/>
                    <a:pt x="453" y="4715"/>
                    <a:pt x="406" y="4477"/>
                  </a:cubicBezTo>
                  <a:lnTo>
                    <a:pt x="2144" y="4477"/>
                  </a:lnTo>
                  <a:lnTo>
                    <a:pt x="3406" y="5739"/>
                  </a:lnTo>
                  <a:cubicBezTo>
                    <a:pt x="3501" y="5811"/>
                    <a:pt x="3621" y="5858"/>
                    <a:pt x="3740" y="5858"/>
                  </a:cubicBezTo>
                  <a:cubicBezTo>
                    <a:pt x="3859" y="5858"/>
                    <a:pt x="3978" y="5811"/>
                    <a:pt x="4073" y="5739"/>
                  </a:cubicBezTo>
                  <a:lnTo>
                    <a:pt x="4525" y="5263"/>
                  </a:lnTo>
                  <a:cubicBezTo>
                    <a:pt x="4597" y="5192"/>
                    <a:pt x="4597" y="5096"/>
                    <a:pt x="4525" y="5025"/>
                  </a:cubicBezTo>
                  <a:cubicBezTo>
                    <a:pt x="4502" y="5001"/>
                    <a:pt x="4460" y="4989"/>
                    <a:pt x="4418" y="4989"/>
                  </a:cubicBezTo>
                  <a:cubicBezTo>
                    <a:pt x="4377" y="4989"/>
                    <a:pt x="4335" y="5001"/>
                    <a:pt x="4311" y="5025"/>
                  </a:cubicBezTo>
                  <a:lnTo>
                    <a:pt x="3835" y="5501"/>
                  </a:lnTo>
                  <a:cubicBezTo>
                    <a:pt x="3811" y="5525"/>
                    <a:pt x="3763" y="5549"/>
                    <a:pt x="3740" y="5549"/>
                  </a:cubicBezTo>
                  <a:cubicBezTo>
                    <a:pt x="3692" y="5549"/>
                    <a:pt x="3668" y="5525"/>
                    <a:pt x="3644" y="5501"/>
                  </a:cubicBezTo>
                  <a:lnTo>
                    <a:pt x="2358" y="4215"/>
                  </a:lnTo>
                  <a:lnTo>
                    <a:pt x="2620" y="3548"/>
                  </a:lnTo>
                  <a:lnTo>
                    <a:pt x="2954" y="4310"/>
                  </a:lnTo>
                  <a:cubicBezTo>
                    <a:pt x="2978" y="4382"/>
                    <a:pt x="3049" y="4430"/>
                    <a:pt x="3097" y="4430"/>
                  </a:cubicBezTo>
                  <a:cubicBezTo>
                    <a:pt x="3168" y="4406"/>
                    <a:pt x="3240" y="4382"/>
                    <a:pt x="3263" y="4310"/>
                  </a:cubicBezTo>
                  <a:lnTo>
                    <a:pt x="3525" y="3596"/>
                  </a:lnTo>
                  <a:lnTo>
                    <a:pt x="3668" y="3906"/>
                  </a:lnTo>
                  <a:cubicBezTo>
                    <a:pt x="3692" y="3953"/>
                    <a:pt x="3763" y="4001"/>
                    <a:pt x="3811" y="4001"/>
                  </a:cubicBezTo>
                  <a:lnTo>
                    <a:pt x="4359" y="4001"/>
                  </a:lnTo>
                  <a:cubicBezTo>
                    <a:pt x="4430" y="4001"/>
                    <a:pt x="4478" y="3953"/>
                    <a:pt x="4502" y="3906"/>
                  </a:cubicBezTo>
                  <a:lnTo>
                    <a:pt x="4668" y="3572"/>
                  </a:lnTo>
                  <a:lnTo>
                    <a:pt x="4835" y="3929"/>
                  </a:lnTo>
                  <a:cubicBezTo>
                    <a:pt x="4883" y="4001"/>
                    <a:pt x="4930" y="4025"/>
                    <a:pt x="5002" y="4025"/>
                  </a:cubicBezTo>
                  <a:lnTo>
                    <a:pt x="5311" y="4025"/>
                  </a:lnTo>
                  <a:lnTo>
                    <a:pt x="4787" y="4549"/>
                  </a:lnTo>
                  <a:cubicBezTo>
                    <a:pt x="4740" y="4596"/>
                    <a:pt x="4740" y="4715"/>
                    <a:pt x="4787" y="4763"/>
                  </a:cubicBezTo>
                  <a:cubicBezTo>
                    <a:pt x="4823" y="4799"/>
                    <a:pt x="4865" y="4817"/>
                    <a:pt x="4907" y="4817"/>
                  </a:cubicBezTo>
                  <a:cubicBezTo>
                    <a:pt x="4948" y="4817"/>
                    <a:pt x="4990" y="4799"/>
                    <a:pt x="5026" y="4763"/>
                  </a:cubicBezTo>
                  <a:lnTo>
                    <a:pt x="5621" y="4168"/>
                  </a:lnTo>
                  <a:cubicBezTo>
                    <a:pt x="5669" y="4120"/>
                    <a:pt x="5716" y="4072"/>
                    <a:pt x="5740" y="4025"/>
                  </a:cubicBezTo>
                  <a:lnTo>
                    <a:pt x="7121" y="4025"/>
                  </a:lnTo>
                  <a:cubicBezTo>
                    <a:pt x="6978" y="5763"/>
                    <a:pt x="5502" y="7144"/>
                    <a:pt x="3740" y="7144"/>
                  </a:cubicBezTo>
                  <a:cubicBezTo>
                    <a:pt x="3597" y="7144"/>
                    <a:pt x="3454" y="7121"/>
                    <a:pt x="3335" y="7121"/>
                  </a:cubicBezTo>
                  <a:cubicBezTo>
                    <a:pt x="3322" y="7117"/>
                    <a:pt x="3310" y="7116"/>
                    <a:pt x="3298" y="7116"/>
                  </a:cubicBezTo>
                  <a:cubicBezTo>
                    <a:pt x="3222" y="7116"/>
                    <a:pt x="3165" y="7181"/>
                    <a:pt x="3144" y="7263"/>
                  </a:cubicBezTo>
                  <a:cubicBezTo>
                    <a:pt x="3144" y="7335"/>
                    <a:pt x="3192" y="7430"/>
                    <a:pt x="3287" y="7430"/>
                  </a:cubicBezTo>
                  <a:cubicBezTo>
                    <a:pt x="3430" y="7454"/>
                    <a:pt x="3597" y="7454"/>
                    <a:pt x="3740" y="7454"/>
                  </a:cubicBezTo>
                  <a:cubicBezTo>
                    <a:pt x="5788" y="7454"/>
                    <a:pt x="7478" y="5787"/>
                    <a:pt x="7478" y="3715"/>
                  </a:cubicBezTo>
                  <a:cubicBezTo>
                    <a:pt x="7478" y="1667"/>
                    <a:pt x="5788" y="0"/>
                    <a:pt x="3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3" name="Google Shape;5533;p59"/>
            <p:cNvSpPr/>
            <p:nvPr/>
          </p:nvSpPr>
          <p:spPr>
            <a:xfrm>
              <a:off x="4364903" y="4255038"/>
              <a:ext cx="39511" cy="11783"/>
            </a:xfrm>
            <a:custGeom>
              <a:avLst/>
              <a:gdLst/>
              <a:ahLst/>
              <a:cxnLst/>
              <a:rect l="l" t="t" r="r" b="b"/>
              <a:pathLst>
                <a:path w="1120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lnTo>
                    <a:pt x="953" y="334"/>
                  </a:lnTo>
                  <a:cubicBezTo>
                    <a:pt x="1048" y="334"/>
                    <a:pt x="1120" y="262"/>
                    <a:pt x="1120" y="167"/>
                  </a:cubicBezTo>
                  <a:cubicBezTo>
                    <a:pt x="1120" y="72"/>
                    <a:pt x="1048" y="0"/>
                    <a:pt x="9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4" name="Google Shape;5534;p59"/>
            <p:cNvSpPr/>
            <p:nvPr/>
          </p:nvSpPr>
          <p:spPr>
            <a:xfrm>
              <a:off x="4131360" y="4153048"/>
              <a:ext cx="275588" cy="320461"/>
            </a:xfrm>
            <a:custGeom>
              <a:avLst/>
              <a:gdLst/>
              <a:ahLst/>
              <a:cxnLst/>
              <a:rect l="l" t="t" r="r" b="b"/>
              <a:pathLst>
                <a:path w="7812" h="9084" extrusionOk="0">
                  <a:moveTo>
                    <a:pt x="4977" y="5630"/>
                  </a:moveTo>
                  <a:lnTo>
                    <a:pt x="5596" y="6202"/>
                  </a:lnTo>
                  <a:lnTo>
                    <a:pt x="4763" y="7035"/>
                  </a:lnTo>
                  <a:lnTo>
                    <a:pt x="4191" y="6464"/>
                  </a:lnTo>
                  <a:cubicBezTo>
                    <a:pt x="4501" y="6225"/>
                    <a:pt x="4763" y="5940"/>
                    <a:pt x="4977" y="5630"/>
                  </a:cubicBezTo>
                  <a:close/>
                  <a:moveTo>
                    <a:pt x="5811" y="6440"/>
                  </a:moveTo>
                  <a:lnTo>
                    <a:pt x="6216" y="6821"/>
                  </a:lnTo>
                  <a:lnTo>
                    <a:pt x="5406" y="7631"/>
                  </a:lnTo>
                  <a:lnTo>
                    <a:pt x="5001" y="7249"/>
                  </a:lnTo>
                  <a:lnTo>
                    <a:pt x="5811" y="6440"/>
                  </a:lnTo>
                  <a:close/>
                  <a:moveTo>
                    <a:pt x="6454" y="7035"/>
                  </a:moveTo>
                  <a:lnTo>
                    <a:pt x="6835" y="7416"/>
                  </a:lnTo>
                  <a:lnTo>
                    <a:pt x="6025" y="8226"/>
                  </a:lnTo>
                  <a:lnTo>
                    <a:pt x="5644" y="7845"/>
                  </a:lnTo>
                  <a:lnTo>
                    <a:pt x="6454" y="7035"/>
                  </a:lnTo>
                  <a:close/>
                  <a:moveTo>
                    <a:pt x="7073" y="7631"/>
                  </a:moveTo>
                  <a:lnTo>
                    <a:pt x="7216" y="7773"/>
                  </a:lnTo>
                  <a:cubicBezTo>
                    <a:pt x="7454" y="7988"/>
                    <a:pt x="7454" y="8369"/>
                    <a:pt x="7240" y="8583"/>
                  </a:cubicBezTo>
                  <a:cubicBezTo>
                    <a:pt x="7130" y="8705"/>
                    <a:pt x="6976" y="8765"/>
                    <a:pt x="6823" y="8765"/>
                  </a:cubicBezTo>
                  <a:cubicBezTo>
                    <a:pt x="6678" y="8765"/>
                    <a:pt x="6534" y="8711"/>
                    <a:pt x="6430" y="8607"/>
                  </a:cubicBezTo>
                  <a:lnTo>
                    <a:pt x="6263" y="8440"/>
                  </a:lnTo>
                  <a:lnTo>
                    <a:pt x="7073" y="7631"/>
                  </a:lnTo>
                  <a:close/>
                  <a:moveTo>
                    <a:pt x="4711" y="1"/>
                  </a:moveTo>
                  <a:cubicBezTo>
                    <a:pt x="4670" y="1"/>
                    <a:pt x="4628" y="12"/>
                    <a:pt x="4596" y="34"/>
                  </a:cubicBezTo>
                  <a:cubicBezTo>
                    <a:pt x="4525" y="81"/>
                    <a:pt x="4525" y="200"/>
                    <a:pt x="4572" y="272"/>
                  </a:cubicBezTo>
                  <a:cubicBezTo>
                    <a:pt x="5215" y="1010"/>
                    <a:pt x="5549" y="1963"/>
                    <a:pt x="5549" y="2939"/>
                  </a:cubicBezTo>
                  <a:cubicBezTo>
                    <a:pt x="5549" y="5273"/>
                    <a:pt x="3644" y="7178"/>
                    <a:pt x="1334" y="7178"/>
                  </a:cubicBezTo>
                  <a:cubicBezTo>
                    <a:pt x="953" y="7178"/>
                    <a:pt x="572" y="7107"/>
                    <a:pt x="214" y="7011"/>
                  </a:cubicBezTo>
                  <a:lnTo>
                    <a:pt x="167" y="7011"/>
                  </a:lnTo>
                  <a:cubicBezTo>
                    <a:pt x="71" y="7011"/>
                    <a:pt x="0" y="7083"/>
                    <a:pt x="0" y="7154"/>
                  </a:cubicBezTo>
                  <a:cubicBezTo>
                    <a:pt x="0" y="7226"/>
                    <a:pt x="48" y="7297"/>
                    <a:pt x="119" y="7321"/>
                  </a:cubicBezTo>
                  <a:cubicBezTo>
                    <a:pt x="500" y="7440"/>
                    <a:pt x="929" y="7488"/>
                    <a:pt x="1334" y="7488"/>
                  </a:cubicBezTo>
                  <a:cubicBezTo>
                    <a:pt x="2286" y="7488"/>
                    <a:pt x="3191" y="7178"/>
                    <a:pt x="3929" y="6678"/>
                  </a:cubicBezTo>
                  <a:lnTo>
                    <a:pt x="6192" y="8845"/>
                  </a:lnTo>
                  <a:cubicBezTo>
                    <a:pt x="6382" y="9012"/>
                    <a:pt x="6597" y="9083"/>
                    <a:pt x="6811" y="9083"/>
                  </a:cubicBezTo>
                  <a:cubicBezTo>
                    <a:pt x="7049" y="9083"/>
                    <a:pt x="7287" y="9012"/>
                    <a:pt x="7478" y="8821"/>
                  </a:cubicBezTo>
                  <a:cubicBezTo>
                    <a:pt x="7811" y="8464"/>
                    <a:pt x="7811" y="7892"/>
                    <a:pt x="7454" y="7535"/>
                  </a:cubicBezTo>
                  <a:lnTo>
                    <a:pt x="5168" y="5368"/>
                  </a:lnTo>
                  <a:cubicBezTo>
                    <a:pt x="5573" y="4749"/>
                    <a:pt x="5811" y="4011"/>
                    <a:pt x="5858" y="3225"/>
                  </a:cubicBezTo>
                  <a:lnTo>
                    <a:pt x="6168" y="3225"/>
                  </a:lnTo>
                  <a:cubicBezTo>
                    <a:pt x="6239" y="3225"/>
                    <a:pt x="6311" y="3153"/>
                    <a:pt x="6311" y="3058"/>
                  </a:cubicBezTo>
                  <a:cubicBezTo>
                    <a:pt x="6311" y="2963"/>
                    <a:pt x="6239" y="2891"/>
                    <a:pt x="6168" y="2891"/>
                  </a:cubicBezTo>
                  <a:lnTo>
                    <a:pt x="5882" y="2891"/>
                  </a:lnTo>
                  <a:cubicBezTo>
                    <a:pt x="5858" y="1867"/>
                    <a:pt x="5501" y="843"/>
                    <a:pt x="4834" y="58"/>
                  </a:cubicBezTo>
                  <a:cubicBezTo>
                    <a:pt x="4808" y="18"/>
                    <a:pt x="4760" y="1"/>
                    <a:pt x="47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5" name="Google Shape;5535;p59"/>
            <p:cNvSpPr/>
            <p:nvPr/>
          </p:nvSpPr>
          <p:spPr>
            <a:xfrm>
              <a:off x="4049831" y="4318892"/>
              <a:ext cx="96660" cy="96625"/>
            </a:xfrm>
            <a:custGeom>
              <a:avLst/>
              <a:gdLst/>
              <a:ahLst/>
              <a:cxnLst/>
              <a:rect l="l" t="t" r="r" b="b"/>
              <a:pathLst>
                <a:path w="2740" h="2739" extrusionOk="0">
                  <a:moveTo>
                    <a:pt x="1668" y="310"/>
                  </a:moveTo>
                  <a:lnTo>
                    <a:pt x="1668" y="905"/>
                  </a:lnTo>
                  <a:cubicBezTo>
                    <a:pt x="1668" y="1001"/>
                    <a:pt x="1739" y="1072"/>
                    <a:pt x="1811" y="1072"/>
                  </a:cubicBezTo>
                  <a:lnTo>
                    <a:pt x="2406" y="1072"/>
                  </a:lnTo>
                  <a:lnTo>
                    <a:pt x="2406" y="1667"/>
                  </a:lnTo>
                  <a:lnTo>
                    <a:pt x="1811" y="1667"/>
                  </a:lnTo>
                  <a:cubicBezTo>
                    <a:pt x="1739" y="1667"/>
                    <a:pt x="1668" y="1739"/>
                    <a:pt x="1668" y="1834"/>
                  </a:cubicBezTo>
                  <a:lnTo>
                    <a:pt x="1668" y="2406"/>
                  </a:lnTo>
                  <a:lnTo>
                    <a:pt x="1073" y="2406"/>
                  </a:lnTo>
                  <a:lnTo>
                    <a:pt x="1073" y="1834"/>
                  </a:lnTo>
                  <a:cubicBezTo>
                    <a:pt x="1073" y="1739"/>
                    <a:pt x="1001" y="1667"/>
                    <a:pt x="906" y="1667"/>
                  </a:cubicBezTo>
                  <a:lnTo>
                    <a:pt x="311" y="1667"/>
                  </a:lnTo>
                  <a:lnTo>
                    <a:pt x="311" y="1072"/>
                  </a:lnTo>
                  <a:lnTo>
                    <a:pt x="906" y="1072"/>
                  </a:lnTo>
                  <a:cubicBezTo>
                    <a:pt x="1001" y="1072"/>
                    <a:pt x="1073" y="1001"/>
                    <a:pt x="1073" y="905"/>
                  </a:cubicBezTo>
                  <a:lnTo>
                    <a:pt x="1073" y="310"/>
                  </a:lnTo>
                  <a:close/>
                  <a:moveTo>
                    <a:pt x="1001" y="0"/>
                  </a:moveTo>
                  <a:cubicBezTo>
                    <a:pt x="858" y="0"/>
                    <a:pt x="739" y="119"/>
                    <a:pt x="739" y="262"/>
                  </a:cubicBezTo>
                  <a:lnTo>
                    <a:pt x="739" y="739"/>
                  </a:lnTo>
                  <a:lnTo>
                    <a:pt x="239" y="739"/>
                  </a:lnTo>
                  <a:cubicBezTo>
                    <a:pt x="96" y="739"/>
                    <a:pt x="1" y="858"/>
                    <a:pt x="1" y="1001"/>
                  </a:cubicBezTo>
                  <a:lnTo>
                    <a:pt x="1" y="1739"/>
                  </a:lnTo>
                  <a:cubicBezTo>
                    <a:pt x="1" y="1882"/>
                    <a:pt x="96" y="1977"/>
                    <a:pt x="239" y="1977"/>
                  </a:cubicBezTo>
                  <a:lnTo>
                    <a:pt x="739" y="1977"/>
                  </a:lnTo>
                  <a:lnTo>
                    <a:pt x="739" y="2477"/>
                  </a:lnTo>
                  <a:cubicBezTo>
                    <a:pt x="739" y="2620"/>
                    <a:pt x="858" y="2739"/>
                    <a:pt x="1001" y="2739"/>
                  </a:cubicBezTo>
                  <a:lnTo>
                    <a:pt x="1716" y="2739"/>
                  </a:lnTo>
                  <a:cubicBezTo>
                    <a:pt x="1859" y="2739"/>
                    <a:pt x="1978" y="2620"/>
                    <a:pt x="1978" y="2477"/>
                  </a:cubicBezTo>
                  <a:lnTo>
                    <a:pt x="1978" y="1977"/>
                  </a:lnTo>
                  <a:lnTo>
                    <a:pt x="2478" y="1977"/>
                  </a:lnTo>
                  <a:cubicBezTo>
                    <a:pt x="2621" y="1977"/>
                    <a:pt x="2740" y="1882"/>
                    <a:pt x="2740" y="1739"/>
                  </a:cubicBezTo>
                  <a:lnTo>
                    <a:pt x="2740" y="1001"/>
                  </a:lnTo>
                  <a:cubicBezTo>
                    <a:pt x="2740" y="858"/>
                    <a:pt x="2621" y="739"/>
                    <a:pt x="2478" y="739"/>
                  </a:cubicBezTo>
                  <a:lnTo>
                    <a:pt x="1978" y="739"/>
                  </a:lnTo>
                  <a:lnTo>
                    <a:pt x="1978" y="262"/>
                  </a:lnTo>
                  <a:cubicBezTo>
                    <a:pt x="1978" y="119"/>
                    <a:pt x="1859" y="0"/>
                    <a:pt x="17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302" name="Google Shape;5302;p59"/>
          <p:cNvGrpSpPr/>
          <p:nvPr/>
        </p:nvGrpSpPr>
        <p:grpSpPr>
          <a:xfrm>
            <a:off x="2686233" y="2042862"/>
            <a:ext cx="410848" cy="408725"/>
            <a:chOff x="1931853" y="2736511"/>
            <a:chExt cx="410848" cy="408725"/>
          </a:xfrm>
          <a:solidFill>
            <a:srgbClr val="F9FBEE"/>
          </a:solidFill>
        </p:grpSpPr>
        <p:sp>
          <p:nvSpPr>
            <p:cNvPr id="5303" name="Google Shape;5303;p59"/>
            <p:cNvSpPr/>
            <p:nvPr/>
          </p:nvSpPr>
          <p:spPr>
            <a:xfrm>
              <a:off x="1934393" y="2736511"/>
              <a:ext cx="407490" cy="408725"/>
            </a:xfrm>
            <a:custGeom>
              <a:avLst/>
              <a:gdLst/>
              <a:ahLst/>
              <a:cxnLst/>
              <a:rect l="l" t="t" r="r" b="b"/>
              <a:pathLst>
                <a:path w="11551" h="11586" extrusionOk="0">
                  <a:moveTo>
                    <a:pt x="9859" y="345"/>
                  </a:moveTo>
                  <a:lnTo>
                    <a:pt x="11169" y="1655"/>
                  </a:lnTo>
                  <a:cubicBezTo>
                    <a:pt x="11169" y="1679"/>
                    <a:pt x="11169" y="1703"/>
                    <a:pt x="11169" y="1703"/>
                  </a:cubicBezTo>
                  <a:lnTo>
                    <a:pt x="10836" y="2036"/>
                  </a:lnTo>
                  <a:cubicBezTo>
                    <a:pt x="10824" y="2048"/>
                    <a:pt x="10812" y="2054"/>
                    <a:pt x="10803" y="2054"/>
                  </a:cubicBezTo>
                  <a:cubicBezTo>
                    <a:pt x="10794" y="2054"/>
                    <a:pt x="10788" y="2048"/>
                    <a:pt x="10788" y="2036"/>
                  </a:cubicBezTo>
                  <a:lnTo>
                    <a:pt x="10407" y="1679"/>
                  </a:lnTo>
                  <a:lnTo>
                    <a:pt x="9836" y="1107"/>
                  </a:lnTo>
                  <a:lnTo>
                    <a:pt x="9478" y="726"/>
                  </a:lnTo>
                  <a:cubicBezTo>
                    <a:pt x="9454" y="726"/>
                    <a:pt x="9454" y="703"/>
                    <a:pt x="9478" y="679"/>
                  </a:cubicBezTo>
                  <a:lnTo>
                    <a:pt x="9812" y="345"/>
                  </a:lnTo>
                  <a:close/>
                  <a:moveTo>
                    <a:pt x="9716" y="1465"/>
                  </a:moveTo>
                  <a:lnTo>
                    <a:pt x="10050" y="1798"/>
                  </a:lnTo>
                  <a:lnTo>
                    <a:pt x="9454" y="2393"/>
                  </a:lnTo>
                  <a:cubicBezTo>
                    <a:pt x="9431" y="2417"/>
                    <a:pt x="9407" y="2465"/>
                    <a:pt x="9407" y="2512"/>
                  </a:cubicBezTo>
                  <a:lnTo>
                    <a:pt x="9359" y="3298"/>
                  </a:lnTo>
                  <a:lnTo>
                    <a:pt x="8216" y="2155"/>
                  </a:lnTo>
                  <a:lnTo>
                    <a:pt x="9002" y="2108"/>
                  </a:lnTo>
                  <a:cubicBezTo>
                    <a:pt x="9050" y="2108"/>
                    <a:pt x="9097" y="2084"/>
                    <a:pt x="9121" y="2060"/>
                  </a:cubicBezTo>
                  <a:lnTo>
                    <a:pt x="9716" y="1465"/>
                  </a:lnTo>
                  <a:close/>
                  <a:moveTo>
                    <a:pt x="7192" y="2989"/>
                  </a:moveTo>
                  <a:lnTo>
                    <a:pt x="7406" y="3203"/>
                  </a:lnTo>
                  <a:lnTo>
                    <a:pt x="6430" y="4179"/>
                  </a:lnTo>
                  <a:lnTo>
                    <a:pt x="6216" y="3941"/>
                  </a:lnTo>
                  <a:lnTo>
                    <a:pt x="7192" y="2989"/>
                  </a:lnTo>
                  <a:close/>
                  <a:moveTo>
                    <a:pt x="7546" y="2024"/>
                  </a:moveTo>
                  <a:cubicBezTo>
                    <a:pt x="7585" y="2024"/>
                    <a:pt x="7621" y="2036"/>
                    <a:pt x="7645" y="2060"/>
                  </a:cubicBezTo>
                  <a:lnTo>
                    <a:pt x="9550" y="3965"/>
                  </a:lnTo>
                  <a:cubicBezTo>
                    <a:pt x="9574" y="3989"/>
                    <a:pt x="9597" y="4037"/>
                    <a:pt x="9597" y="4060"/>
                  </a:cubicBezTo>
                  <a:cubicBezTo>
                    <a:pt x="9597" y="4108"/>
                    <a:pt x="9574" y="4132"/>
                    <a:pt x="9550" y="4179"/>
                  </a:cubicBezTo>
                  <a:lnTo>
                    <a:pt x="9312" y="4418"/>
                  </a:lnTo>
                  <a:cubicBezTo>
                    <a:pt x="9264" y="4441"/>
                    <a:pt x="9240" y="4465"/>
                    <a:pt x="9193" y="4465"/>
                  </a:cubicBezTo>
                  <a:cubicBezTo>
                    <a:pt x="9145" y="4465"/>
                    <a:pt x="9121" y="4441"/>
                    <a:pt x="9097" y="4418"/>
                  </a:cubicBezTo>
                  <a:lnTo>
                    <a:pt x="8978" y="4298"/>
                  </a:lnTo>
                  <a:lnTo>
                    <a:pt x="7311" y="2631"/>
                  </a:lnTo>
                  <a:lnTo>
                    <a:pt x="7192" y="2512"/>
                  </a:lnTo>
                  <a:cubicBezTo>
                    <a:pt x="7144" y="2465"/>
                    <a:pt x="7144" y="2370"/>
                    <a:pt x="7192" y="2298"/>
                  </a:cubicBezTo>
                  <a:lnTo>
                    <a:pt x="7430" y="2060"/>
                  </a:lnTo>
                  <a:cubicBezTo>
                    <a:pt x="7466" y="2036"/>
                    <a:pt x="7508" y="2024"/>
                    <a:pt x="7546" y="2024"/>
                  </a:cubicBezTo>
                  <a:close/>
                  <a:moveTo>
                    <a:pt x="7645" y="3441"/>
                  </a:moveTo>
                  <a:lnTo>
                    <a:pt x="7883" y="3703"/>
                  </a:lnTo>
                  <a:lnTo>
                    <a:pt x="8121" y="3917"/>
                  </a:lnTo>
                  <a:lnTo>
                    <a:pt x="7144" y="4894"/>
                  </a:lnTo>
                  <a:lnTo>
                    <a:pt x="6692" y="4418"/>
                  </a:lnTo>
                  <a:lnTo>
                    <a:pt x="7645" y="3441"/>
                  </a:lnTo>
                  <a:close/>
                  <a:moveTo>
                    <a:pt x="8359" y="4179"/>
                  </a:moveTo>
                  <a:lnTo>
                    <a:pt x="8621" y="4418"/>
                  </a:lnTo>
                  <a:lnTo>
                    <a:pt x="7668" y="5394"/>
                  </a:lnTo>
                  <a:lnTo>
                    <a:pt x="7406" y="5132"/>
                  </a:lnTo>
                  <a:lnTo>
                    <a:pt x="8359" y="4179"/>
                  </a:lnTo>
                  <a:close/>
                  <a:moveTo>
                    <a:pt x="5978" y="4203"/>
                  </a:moveTo>
                  <a:lnTo>
                    <a:pt x="6311" y="4537"/>
                  </a:lnTo>
                  <a:lnTo>
                    <a:pt x="7025" y="5251"/>
                  </a:lnTo>
                  <a:lnTo>
                    <a:pt x="7406" y="5632"/>
                  </a:lnTo>
                  <a:lnTo>
                    <a:pt x="7144" y="5918"/>
                  </a:lnTo>
                  <a:lnTo>
                    <a:pt x="5692" y="4465"/>
                  </a:lnTo>
                  <a:lnTo>
                    <a:pt x="5978" y="4203"/>
                  </a:lnTo>
                  <a:close/>
                  <a:moveTo>
                    <a:pt x="5454" y="4703"/>
                  </a:moveTo>
                  <a:lnTo>
                    <a:pt x="5811" y="5061"/>
                  </a:lnTo>
                  <a:lnTo>
                    <a:pt x="3668" y="7204"/>
                  </a:lnTo>
                  <a:cubicBezTo>
                    <a:pt x="3596" y="7275"/>
                    <a:pt x="3596" y="7371"/>
                    <a:pt x="3668" y="7442"/>
                  </a:cubicBezTo>
                  <a:cubicBezTo>
                    <a:pt x="3691" y="7466"/>
                    <a:pt x="3739" y="7490"/>
                    <a:pt x="3787" y="7490"/>
                  </a:cubicBezTo>
                  <a:cubicBezTo>
                    <a:pt x="3834" y="7490"/>
                    <a:pt x="3858" y="7466"/>
                    <a:pt x="3906" y="7442"/>
                  </a:cubicBezTo>
                  <a:lnTo>
                    <a:pt x="6049" y="5299"/>
                  </a:lnTo>
                  <a:lnTo>
                    <a:pt x="6311" y="5561"/>
                  </a:lnTo>
                  <a:lnTo>
                    <a:pt x="5787" y="6085"/>
                  </a:lnTo>
                  <a:cubicBezTo>
                    <a:pt x="5716" y="6156"/>
                    <a:pt x="5716" y="6251"/>
                    <a:pt x="5787" y="6323"/>
                  </a:cubicBezTo>
                  <a:cubicBezTo>
                    <a:pt x="5835" y="6370"/>
                    <a:pt x="5858" y="6370"/>
                    <a:pt x="5906" y="6370"/>
                  </a:cubicBezTo>
                  <a:cubicBezTo>
                    <a:pt x="5954" y="6370"/>
                    <a:pt x="6001" y="6370"/>
                    <a:pt x="6025" y="6323"/>
                  </a:cubicBezTo>
                  <a:lnTo>
                    <a:pt x="6549" y="5799"/>
                  </a:lnTo>
                  <a:lnTo>
                    <a:pt x="6906" y="6156"/>
                  </a:lnTo>
                  <a:lnTo>
                    <a:pt x="4120" y="8942"/>
                  </a:lnTo>
                  <a:cubicBezTo>
                    <a:pt x="4096" y="8966"/>
                    <a:pt x="4096" y="8966"/>
                    <a:pt x="4072" y="8966"/>
                  </a:cubicBezTo>
                  <a:lnTo>
                    <a:pt x="3382" y="9085"/>
                  </a:lnTo>
                  <a:lnTo>
                    <a:pt x="3358" y="9085"/>
                  </a:lnTo>
                  <a:lnTo>
                    <a:pt x="3310" y="9038"/>
                  </a:lnTo>
                  <a:lnTo>
                    <a:pt x="5525" y="6847"/>
                  </a:lnTo>
                  <a:cubicBezTo>
                    <a:pt x="5597" y="6775"/>
                    <a:pt x="5597" y="6656"/>
                    <a:pt x="5525" y="6608"/>
                  </a:cubicBezTo>
                  <a:cubicBezTo>
                    <a:pt x="5489" y="6573"/>
                    <a:pt x="5442" y="6555"/>
                    <a:pt x="5397" y="6555"/>
                  </a:cubicBezTo>
                  <a:cubicBezTo>
                    <a:pt x="5352" y="6555"/>
                    <a:pt x="5311" y="6573"/>
                    <a:pt x="5287" y="6608"/>
                  </a:cubicBezTo>
                  <a:lnTo>
                    <a:pt x="3072" y="8799"/>
                  </a:lnTo>
                  <a:lnTo>
                    <a:pt x="2810" y="8537"/>
                  </a:lnTo>
                  <a:lnTo>
                    <a:pt x="3382" y="7966"/>
                  </a:lnTo>
                  <a:cubicBezTo>
                    <a:pt x="3453" y="7894"/>
                    <a:pt x="3453" y="7775"/>
                    <a:pt x="3382" y="7704"/>
                  </a:cubicBezTo>
                  <a:cubicBezTo>
                    <a:pt x="3346" y="7680"/>
                    <a:pt x="3304" y="7668"/>
                    <a:pt x="3263" y="7668"/>
                  </a:cubicBezTo>
                  <a:cubicBezTo>
                    <a:pt x="3221" y="7668"/>
                    <a:pt x="3179" y="7680"/>
                    <a:pt x="3144" y="7704"/>
                  </a:cubicBezTo>
                  <a:lnTo>
                    <a:pt x="2572" y="8275"/>
                  </a:lnTo>
                  <a:lnTo>
                    <a:pt x="2524" y="8252"/>
                  </a:lnTo>
                  <a:lnTo>
                    <a:pt x="2524" y="8228"/>
                  </a:lnTo>
                  <a:lnTo>
                    <a:pt x="2644" y="7537"/>
                  </a:lnTo>
                  <a:cubicBezTo>
                    <a:pt x="2644" y="7513"/>
                    <a:pt x="2644" y="7513"/>
                    <a:pt x="2667" y="7490"/>
                  </a:cubicBezTo>
                  <a:lnTo>
                    <a:pt x="5454" y="4703"/>
                  </a:lnTo>
                  <a:close/>
                  <a:moveTo>
                    <a:pt x="2405" y="8609"/>
                  </a:moveTo>
                  <a:lnTo>
                    <a:pt x="3001" y="9204"/>
                  </a:lnTo>
                  <a:lnTo>
                    <a:pt x="2810" y="9395"/>
                  </a:lnTo>
                  <a:cubicBezTo>
                    <a:pt x="2786" y="9419"/>
                    <a:pt x="2763" y="9419"/>
                    <a:pt x="2739" y="9419"/>
                  </a:cubicBezTo>
                  <a:cubicBezTo>
                    <a:pt x="2691" y="9419"/>
                    <a:pt x="2667" y="9419"/>
                    <a:pt x="2644" y="9395"/>
                  </a:cubicBezTo>
                  <a:lnTo>
                    <a:pt x="2215" y="8966"/>
                  </a:lnTo>
                  <a:cubicBezTo>
                    <a:pt x="2167" y="8918"/>
                    <a:pt x="2167" y="8847"/>
                    <a:pt x="2215" y="8799"/>
                  </a:cubicBezTo>
                  <a:lnTo>
                    <a:pt x="2405" y="8609"/>
                  </a:lnTo>
                  <a:close/>
                  <a:moveTo>
                    <a:pt x="9836" y="0"/>
                  </a:moveTo>
                  <a:cubicBezTo>
                    <a:pt x="9740" y="0"/>
                    <a:pt x="9645" y="36"/>
                    <a:pt x="9574" y="107"/>
                  </a:cubicBezTo>
                  <a:lnTo>
                    <a:pt x="9240" y="441"/>
                  </a:lnTo>
                  <a:cubicBezTo>
                    <a:pt x="9097" y="583"/>
                    <a:pt x="9097" y="822"/>
                    <a:pt x="9240" y="988"/>
                  </a:cubicBezTo>
                  <a:lnTo>
                    <a:pt x="9478" y="1226"/>
                  </a:lnTo>
                  <a:lnTo>
                    <a:pt x="8931" y="1774"/>
                  </a:lnTo>
                  <a:lnTo>
                    <a:pt x="7907" y="1846"/>
                  </a:lnTo>
                  <a:lnTo>
                    <a:pt x="7883" y="1822"/>
                  </a:lnTo>
                  <a:cubicBezTo>
                    <a:pt x="7787" y="1727"/>
                    <a:pt x="7662" y="1679"/>
                    <a:pt x="7537" y="1679"/>
                  </a:cubicBezTo>
                  <a:cubicBezTo>
                    <a:pt x="7412" y="1679"/>
                    <a:pt x="7287" y="1727"/>
                    <a:pt x="7192" y="1822"/>
                  </a:cubicBezTo>
                  <a:lnTo>
                    <a:pt x="6954" y="2060"/>
                  </a:lnTo>
                  <a:cubicBezTo>
                    <a:pt x="6763" y="2250"/>
                    <a:pt x="6763" y="2560"/>
                    <a:pt x="6930" y="2751"/>
                  </a:cubicBezTo>
                  <a:lnTo>
                    <a:pt x="5858" y="3822"/>
                  </a:lnTo>
                  <a:lnTo>
                    <a:pt x="5335" y="4346"/>
                  </a:lnTo>
                  <a:lnTo>
                    <a:pt x="2429" y="7251"/>
                  </a:lnTo>
                  <a:cubicBezTo>
                    <a:pt x="2358" y="7323"/>
                    <a:pt x="2334" y="7394"/>
                    <a:pt x="2310" y="7466"/>
                  </a:cubicBezTo>
                  <a:lnTo>
                    <a:pt x="2167" y="8180"/>
                  </a:lnTo>
                  <a:cubicBezTo>
                    <a:pt x="2167" y="8228"/>
                    <a:pt x="2167" y="8275"/>
                    <a:pt x="2191" y="8347"/>
                  </a:cubicBezTo>
                  <a:lnTo>
                    <a:pt x="1977" y="8561"/>
                  </a:lnTo>
                  <a:cubicBezTo>
                    <a:pt x="1786" y="8728"/>
                    <a:pt x="1786" y="9014"/>
                    <a:pt x="1977" y="9204"/>
                  </a:cubicBezTo>
                  <a:lnTo>
                    <a:pt x="2072" y="9300"/>
                  </a:lnTo>
                  <a:lnTo>
                    <a:pt x="72" y="11300"/>
                  </a:lnTo>
                  <a:cubicBezTo>
                    <a:pt x="0" y="11371"/>
                    <a:pt x="0" y="11467"/>
                    <a:pt x="72" y="11538"/>
                  </a:cubicBezTo>
                  <a:cubicBezTo>
                    <a:pt x="95" y="11586"/>
                    <a:pt x="143" y="11586"/>
                    <a:pt x="191" y="11586"/>
                  </a:cubicBezTo>
                  <a:cubicBezTo>
                    <a:pt x="238" y="11586"/>
                    <a:pt x="286" y="11586"/>
                    <a:pt x="310" y="11538"/>
                  </a:cubicBezTo>
                  <a:lnTo>
                    <a:pt x="2310" y="9538"/>
                  </a:lnTo>
                  <a:lnTo>
                    <a:pt x="2405" y="9633"/>
                  </a:lnTo>
                  <a:cubicBezTo>
                    <a:pt x="2501" y="9728"/>
                    <a:pt x="2620" y="9776"/>
                    <a:pt x="2739" y="9776"/>
                  </a:cubicBezTo>
                  <a:cubicBezTo>
                    <a:pt x="2858" y="9776"/>
                    <a:pt x="2977" y="9728"/>
                    <a:pt x="3048" y="9633"/>
                  </a:cubicBezTo>
                  <a:lnTo>
                    <a:pt x="3263" y="9419"/>
                  </a:lnTo>
                  <a:cubicBezTo>
                    <a:pt x="3310" y="9442"/>
                    <a:pt x="3334" y="9442"/>
                    <a:pt x="3382" y="9442"/>
                  </a:cubicBezTo>
                  <a:lnTo>
                    <a:pt x="3429" y="9442"/>
                  </a:lnTo>
                  <a:lnTo>
                    <a:pt x="4144" y="9300"/>
                  </a:lnTo>
                  <a:cubicBezTo>
                    <a:pt x="4215" y="9276"/>
                    <a:pt x="4287" y="9252"/>
                    <a:pt x="4358" y="9180"/>
                  </a:cubicBezTo>
                  <a:lnTo>
                    <a:pt x="7264" y="6275"/>
                  </a:lnTo>
                  <a:lnTo>
                    <a:pt x="7787" y="5751"/>
                  </a:lnTo>
                  <a:lnTo>
                    <a:pt x="8859" y="4680"/>
                  </a:lnTo>
                  <a:cubicBezTo>
                    <a:pt x="8954" y="4751"/>
                    <a:pt x="9073" y="4799"/>
                    <a:pt x="9193" y="4799"/>
                  </a:cubicBezTo>
                  <a:cubicBezTo>
                    <a:pt x="9335" y="4799"/>
                    <a:pt x="9454" y="4751"/>
                    <a:pt x="9550" y="4656"/>
                  </a:cubicBezTo>
                  <a:lnTo>
                    <a:pt x="9788" y="4418"/>
                  </a:lnTo>
                  <a:cubicBezTo>
                    <a:pt x="9883" y="4322"/>
                    <a:pt x="9931" y="4203"/>
                    <a:pt x="9931" y="4060"/>
                  </a:cubicBezTo>
                  <a:cubicBezTo>
                    <a:pt x="9931" y="3941"/>
                    <a:pt x="9883" y="3822"/>
                    <a:pt x="9788" y="3727"/>
                  </a:cubicBezTo>
                  <a:lnTo>
                    <a:pt x="9669" y="3608"/>
                  </a:lnTo>
                  <a:lnTo>
                    <a:pt x="9740" y="2584"/>
                  </a:lnTo>
                  <a:lnTo>
                    <a:pt x="10288" y="2036"/>
                  </a:lnTo>
                  <a:lnTo>
                    <a:pt x="10526" y="2274"/>
                  </a:lnTo>
                  <a:cubicBezTo>
                    <a:pt x="10621" y="2346"/>
                    <a:pt x="10717" y="2393"/>
                    <a:pt x="10812" y="2393"/>
                  </a:cubicBezTo>
                  <a:cubicBezTo>
                    <a:pt x="10907" y="2393"/>
                    <a:pt x="11002" y="2346"/>
                    <a:pt x="11074" y="2274"/>
                  </a:cubicBezTo>
                  <a:lnTo>
                    <a:pt x="11407" y="1941"/>
                  </a:lnTo>
                  <a:cubicBezTo>
                    <a:pt x="11550" y="1798"/>
                    <a:pt x="11550" y="1560"/>
                    <a:pt x="11407" y="1417"/>
                  </a:cubicBezTo>
                  <a:lnTo>
                    <a:pt x="10097" y="107"/>
                  </a:lnTo>
                  <a:cubicBezTo>
                    <a:pt x="10026" y="36"/>
                    <a:pt x="9931" y="0"/>
                    <a:pt x="98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4" name="Google Shape;5304;p59"/>
            <p:cNvSpPr/>
            <p:nvPr/>
          </p:nvSpPr>
          <p:spPr>
            <a:xfrm>
              <a:off x="1931853" y="2738170"/>
              <a:ext cx="197483" cy="192015"/>
            </a:xfrm>
            <a:custGeom>
              <a:avLst/>
              <a:gdLst/>
              <a:ahLst/>
              <a:cxnLst/>
              <a:rect l="l" t="t" r="r" b="b"/>
              <a:pathLst>
                <a:path w="5598" h="5443" extrusionOk="0">
                  <a:moveTo>
                    <a:pt x="1739" y="346"/>
                  </a:moveTo>
                  <a:lnTo>
                    <a:pt x="2073" y="679"/>
                  </a:lnTo>
                  <a:cubicBezTo>
                    <a:pt x="2096" y="703"/>
                    <a:pt x="2096" y="727"/>
                    <a:pt x="2073" y="727"/>
                  </a:cubicBezTo>
                  <a:lnTo>
                    <a:pt x="763" y="2037"/>
                  </a:lnTo>
                  <a:cubicBezTo>
                    <a:pt x="763" y="2049"/>
                    <a:pt x="757" y="2055"/>
                    <a:pt x="748" y="2055"/>
                  </a:cubicBezTo>
                  <a:cubicBezTo>
                    <a:pt x="739" y="2055"/>
                    <a:pt x="727" y="2049"/>
                    <a:pt x="715" y="2037"/>
                  </a:cubicBezTo>
                  <a:lnTo>
                    <a:pt x="382" y="1703"/>
                  </a:lnTo>
                  <a:cubicBezTo>
                    <a:pt x="382" y="1703"/>
                    <a:pt x="382" y="1680"/>
                    <a:pt x="382" y="1656"/>
                  </a:cubicBezTo>
                  <a:lnTo>
                    <a:pt x="1692" y="346"/>
                  </a:lnTo>
                  <a:close/>
                  <a:moveTo>
                    <a:pt x="1834" y="1465"/>
                  </a:moveTo>
                  <a:lnTo>
                    <a:pt x="2430" y="2061"/>
                  </a:lnTo>
                  <a:cubicBezTo>
                    <a:pt x="2454" y="2084"/>
                    <a:pt x="2501" y="2108"/>
                    <a:pt x="2549" y="2108"/>
                  </a:cubicBezTo>
                  <a:lnTo>
                    <a:pt x="3335" y="2156"/>
                  </a:lnTo>
                  <a:lnTo>
                    <a:pt x="2192" y="3299"/>
                  </a:lnTo>
                  <a:lnTo>
                    <a:pt x="2144" y="2513"/>
                  </a:lnTo>
                  <a:cubicBezTo>
                    <a:pt x="2144" y="2465"/>
                    <a:pt x="2120" y="2418"/>
                    <a:pt x="2096" y="2394"/>
                  </a:cubicBezTo>
                  <a:lnTo>
                    <a:pt x="1501" y="1799"/>
                  </a:lnTo>
                  <a:lnTo>
                    <a:pt x="1834" y="1465"/>
                  </a:lnTo>
                  <a:close/>
                  <a:moveTo>
                    <a:pt x="4097" y="1918"/>
                  </a:moveTo>
                  <a:cubicBezTo>
                    <a:pt x="4144" y="1918"/>
                    <a:pt x="4168" y="1942"/>
                    <a:pt x="4216" y="1965"/>
                  </a:cubicBezTo>
                  <a:lnTo>
                    <a:pt x="4454" y="2203"/>
                  </a:lnTo>
                  <a:cubicBezTo>
                    <a:pt x="4502" y="2275"/>
                    <a:pt x="4502" y="2370"/>
                    <a:pt x="4454" y="2418"/>
                  </a:cubicBezTo>
                  <a:lnTo>
                    <a:pt x="4335" y="2537"/>
                  </a:lnTo>
                  <a:lnTo>
                    <a:pt x="2668" y="4204"/>
                  </a:lnTo>
                  <a:lnTo>
                    <a:pt x="2549" y="4323"/>
                  </a:lnTo>
                  <a:cubicBezTo>
                    <a:pt x="2525" y="4347"/>
                    <a:pt x="2489" y="4359"/>
                    <a:pt x="2451" y="4359"/>
                  </a:cubicBezTo>
                  <a:cubicBezTo>
                    <a:pt x="2412" y="4359"/>
                    <a:pt x="2370" y="4347"/>
                    <a:pt x="2335" y="4323"/>
                  </a:cubicBezTo>
                  <a:lnTo>
                    <a:pt x="2096" y="4085"/>
                  </a:lnTo>
                  <a:cubicBezTo>
                    <a:pt x="2073" y="4037"/>
                    <a:pt x="2049" y="4013"/>
                    <a:pt x="2049" y="3966"/>
                  </a:cubicBezTo>
                  <a:cubicBezTo>
                    <a:pt x="2049" y="3942"/>
                    <a:pt x="2073" y="3894"/>
                    <a:pt x="2096" y="3870"/>
                  </a:cubicBezTo>
                  <a:lnTo>
                    <a:pt x="4002" y="1965"/>
                  </a:lnTo>
                  <a:cubicBezTo>
                    <a:pt x="4025" y="1942"/>
                    <a:pt x="4073" y="1918"/>
                    <a:pt x="4097" y="1918"/>
                  </a:cubicBezTo>
                  <a:close/>
                  <a:moveTo>
                    <a:pt x="1715" y="1"/>
                  </a:moveTo>
                  <a:cubicBezTo>
                    <a:pt x="1620" y="1"/>
                    <a:pt x="1525" y="36"/>
                    <a:pt x="1453" y="108"/>
                  </a:cubicBezTo>
                  <a:lnTo>
                    <a:pt x="144" y="1418"/>
                  </a:lnTo>
                  <a:cubicBezTo>
                    <a:pt x="1" y="1560"/>
                    <a:pt x="1" y="1799"/>
                    <a:pt x="144" y="1942"/>
                  </a:cubicBezTo>
                  <a:lnTo>
                    <a:pt x="477" y="2275"/>
                  </a:lnTo>
                  <a:cubicBezTo>
                    <a:pt x="548" y="2346"/>
                    <a:pt x="644" y="2394"/>
                    <a:pt x="739" y="2394"/>
                  </a:cubicBezTo>
                  <a:cubicBezTo>
                    <a:pt x="834" y="2394"/>
                    <a:pt x="953" y="2346"/>
                    <a:pt x="1025" y="2275"/>
                  </a:cubicBezTo>
                  <a:lnTo>
                    <a:pt x="1263" y="2037"/>
                  </a:lnTo>
                  <a:lnTo>
                    <a:pt x="1811" y="2584"/>
                  </a:lnTo>
                  <a:lnTo>
                    <a:pt x="1882" y="3609"/>
                  </a:lnTo>
                  <a:lnTo>
                    <a:pt x="1858" y="3632"/>
                  </a:lnTo>
                  <a:cubicBezTo>
                    <a:pt x="1763" y="3728"/>
                    <a:pt x="1715" y="3847"/>
                    <a:pt x="1715" y="3966"/>
                  </a:cubicBezTo>
                  <a:cubicBezTo>
                    <a:pt x="1715" y="4109"/>
                    <a:pt x="1763" y="4228"/>
                    <a:pt x="1858" y="4323"/>
                  </a:cubicBezTo>
                  <a:lnTo>
                    <a:pt x="2096" y="4561"/>
                  </a:lnTo>
                  <a:cubicBezTo>
                    <a:pt x="2192" y="4656"/>
                    <a:pt x="2335" y="4704"/>
                    <a:pt x="2454" y="4704"/>
                  </a:cubicBezTo>
                  <a:cubicBezTo>
                    <a:pt x="2573" y="4704"/>
                    <a:pt x="2692" y="4656"/>
                    <a:pt x="2787" y="4585"/>
                  </a:cubicBezTo>
                  <a:lnTo>
                    <a:pt x="3597" y="5395"/>
                  </a:lnTo>
                  <a:cubicBezTo>
                    <a:pt x="3620" y="5418"/>
                    <a:pt x="3668" y="5442"/>
                    <a:pt x="3716" y="5442"/>
                  </a:cubicBezTo>
                  <a:cubicBezTo>
                    <a:pt x="3763" y="5442"/>
                    <a:pt x="3811" y="5418"/>
                    <a:pt x="3835" y="5395"/>
                  </a:cubicBezTo>
                  <a:cubicBezTo>
                    <a:pt x="3906" y="5323"/>
                    <a:pt x="3906" y="5204"/>
                    <a:pt x="3835" y="5156"/>
                  </a:cubicBezTo>
                  <a:lnTo>
                    <a:pt x="3025" y="4323"/>
                  </a:lnTo>
                  <a:lnTo>
                    <a:pt x="3239" y="4109"/>
                  </a:lnTo>
                  <a:lnTo>
                    <a:pt x="4073" y="4918"/>
                  </a:lnTo>
                  <a:cubicBezTo>
                    <a:pt x="4097" y="4966"/>
                    <a:pt x="4144" y="4966"/>
                    <a:pt x="4192" y="4966"/>
                  </a:cubicBezTo>
                  <a:cubicBezTo>
                    <a:pt x="4216" y="4966"/>
                    <a:pt x="4263" y="4966"/>
                    <a:pt x="4311" y="4918"/>
                  </a:cubicBezTo>
                  <a:cubicBezTo>
                    <a:pt x="4359" y="4847"/>
                    <a:pt x="4359" y="4752"/>
                    <a:pt x="4311" y="4680"/>
                  </a:cubicBezTo>
                  <a:lnTo>
                    <a:pt x="3478" y="3870"/>
                  </a:lnTo>
                  <a:lnTo>
                    <a:pt x="3954" y="3394"/>
                  </a:lnTo>
                  <a:lnTo>
                    <a:pt x="4787" y="4204"/>
                  </a:lnTo>
                  <a:cubicBezTo>
                    <a:pt x="4811" y="4228"/>
                    <a:pt x="4859" y="4251"/>
                    <a:pt x="4906" y="4251"/>
                  </a:cubicBezTo>
                  <a:cubicBezTo>
                    <a:pt x="4954" y="4251"/>
                    <a:pt x="4978" y="4228"/>
                    <a:pt x="5026" y="4204"/>
                  </a:cubicBezTo>
                  <a:cubicBezTo>
                    <a:pt x="5097" y="4132"/>
                    <a:pt x="5097" y="4037"/>
                    <a:pt x="5026" y="3966"/>
                  </a:cubicBezTo>
                  <a:lnTo>
                    <a:pt x="4216" y="3156"/>
                  </a:lnTo>
                  <a:lnTo>
                    <a:pt x="4454" y="2894"/>
                  </a:lnTo>
                  <a:lnTo>
                    <a:pt x="5287" y="3704"/>
                  </a:lnTo>
                  <a:cubicBezTo>
                    <a:pt x="5311" y="3739"/>
                    <a:pt x="5353" y="3757"/>
                    <a:pt x="5398" y="3757"/>
                  </a:cubicBezTo>
                  <a:cubicBezTo>
                    <a:pt x="5442" y="3757"/>
                    <a:pt x="5490" y="3739"/>
                    <a:pt x="5526" y="3704"/>
                  </a:cubicBezTo>
                  <a:cubicBezTo>
                    <a:pt x="5597" y="3632"/>
                    <a:pt x="5597" y="3537"/>
                    <a:pt x="5526" y="3466"/>
                  </a:cubicBezTo>
                  <a:lnTo>
                    <a:pt x="4716" y="2656"/>
                  </a:lnTo>
                  <a:cubicBezTo>
                    <a:pt x="4883" y="2465"/>
                    <a:pt x="4883" y="2156"/>
                    <a:pt x="4692" y="1965"/>
                  </a:cubicBezTo>
                  <a:lnTo>
                    <a:pt x="4454" y="1727"/>
                  </a:lnTo>
                  <a:cubicBezTo>
                    <a:pt x="4359" y="1632"/>
                    <a:pt x="4234" y="1584"/>
                    <a:pt x="4109" y="1584"/>
                  </a:cubicBezTo>
                  <a:cubicBezTo>
                    <a:pt x="3984" y="1584"/>
                    <a:pt x="3859" y="1632"/>
                    <a:pt x="3763" y="1727"/>
                  </a:cubicBezTo>
                  <a:lnTo>
                    <a:pt x="3644" y="1822"/>
                  </a:lnTo>
                  <a:lnTo>
                    <a:pt x="2620" y="1775"/>
                  </a:lnTo>
                  <a:lnTo>
                    <a:pt x="2073" y="1227"/>
                  </a:lnTo>
                  <a:lnTo>
                    <a:pt x="2311" y="989"/>
                  </a:lnTo>
                  <a:cubicBezTo>
                    <a:pt x="2477" y="822"/>
                    <a:pt x="2477" y="584"/>
                    <a:pt x="2311" y="441"/>
                  </a:cubicBezTo>
                  <a:lnTo>
                    <a:pt x="1977" y="108"/>
                  </a:lnTo>
                  <a:cubicBezTo>
                    <a:pt x="1906" y="36"/>
                    <a:pt x="1811" y="1"/>
                    <a:pt x="17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5" name="Google Shape;5305;p59"/>
            <p:cNvSpPr/>
            <p:nvPr/>
          </p:nvSpPr>
          <p:spPr>
            <a:xfrm>
              <a:off x="2149450" y="2951781"/>
              <a:ext cx="193250" cy="191804"/>
            </a:xfrm>
            <a:custGeom>
              <a:avLst/>
              <a:gdLst/>
              <a:ahLst/>
              <a:cxnLst/>
              <a:rect l="l" t="t" r="r" b="b"/>
              <a:pathLst>
                <a:path w="5478" h="5437" extrusionOk="0">
                  <a:moveTo>
                    <a:pt x="3073" y="2459"/>
                  </a:moveTo>
                  <a:lnTo>
                    <a:pt x="3263" y="2650"/>
                  </a:lnTo>
                  <a:cubicBezTo>
                    <a:pt x="3287" y="2674"/>
                    <a:pt x="3287" y="2697"/>
                    <a:pt x="3287" y="2721"/>
                  </a:cubicBezTo>
                  <a:cubicBezTo>
                    <a:pt x="3287" y="2769"/>
                    <a:pt x="3287" y="2793"/>
                    <a:pt x="3263" y="2816"/>
                  </a:cubicBezTo>
                  <a:lnTo>
                    <a:pt x="2835" y="3245"/>
                  </a:lnTo>
                  <a:cubicBezTo>
                    <a:pt x="2811" y="3269"/>
                    <a:pt x="2781" y="3281"/>
                    <a:pt x="2751" y="3281"/>
                  </a:cubicBezTo>
                  <a:cubicBezTo>
                    <a:pt x="2721" y="3281"/>
                    <a:pt x="2692" y="3269"/>
                    <a:pt x="2668" y="3245"/>
                  </a:cubicBezTo>
                  <a:lnTo>
                    <a:pt x="2477" y="3055"/>
                  </a:lnTo>
                  <a:lnTo>
                    <a:pt x="3073" y="2459"/>
                  </a:lnTo>
                  <a:close/>
                  <a:moveTo>
                    <a:pt x="1882" y="0"/>
                  </a:moveTo>
                  <a:cubicBezTo>
                    <a:pt x="1840" y="0"/>
                    <a:pt x="1799" y="18"/>
                    <a:pt x="1763" y="54"/>
                  </a:cubicBezTo>
                  <a:cubicBezTo>
                    <a:pt x="1691" y="125"/>
                    <a:pt x="1691" y="245"/>
                    <a:pt x="1763" y="292"/>
                  </a:cubicBezTo>
                  <a:lnTo>
                    <a:pt x="2811" y="1340"/>
                  </a:lnTo>
                  <a:cubicBezTo>
                    <a:pt x="2835" y="1364"/>
                    <a:pt x="2835" y="1364"/>
                    <a:pt x="2835" y="1388"/>
                  </a:cubicBezTo>
                  <a:lnTo>
                    <a:pt x="2954" y="2078"/>
                  </a:lnTo>
                  <a:lnTo>
                    <a:pt x="2954" y="2102"/>
                  </a:lnTo>
                  <a:lnTo>
                    <a:pt x="2906" y="2150"/>
                  </a:lnTo>
                  <a:lnTo>
                    <a:pt x="2596" y="1816"/>
                  </a:lnTo>
                  <a:cubicBezTo>
                    <a:pt x="2561" y="1781"/>
                    <a:pt x="2513" y="1763"/>
                    <a:pt x="2468" y="1763"/>
                  </a:cubicBezTo>
                  <a:cubicBezTo>
                    <a:pt x="2424" y="1763"/>
                    <a:pt x="2382" y="1781"/>
                    <a:pt x="2358" y="1816"/>
                  </a:cubicBezTo>
                  <a:cubicBezTo>
                    <a:pt x="2287" y="1888"/>
                    <a:pt x="2287" y="2007"/>
                    <a:pt x="2358" y="2054"/>
                  </a:cubicBezTo>
                  <a:lnTo>
                    <a:pt x="2668" y="2388"/>
                  </a:lnTo>
                  <a:lnTo>
                    <a:pt x="2406" y="2650"/>
                  </a:lnTo>
                  <a:lnTo>
                    <a:pt x="906" y="1149"/>
                  </a:lnTo>
                  <a:cubicBezTo>
                    <a:pt x="870" y="1126"/>
                    <a:pt x="828" y="1114"/>
                    <a:pt x="787" y="1114"/>
                  </a:cubicBezTo>
                  <a:cubicBezTo>
                    <a:pt x="745" y="1114"/>
                    <a:pt x="703" y="1126"/>
                    <a:pt x="667" y="1149"/>
                  </a:cubicBezTo>
                  <a:cubicBezTo>
                    <a:pt x="596" y="1221"/>
                    <a:pt x="596" y="1340"/>
                    <a:pt x="667" y="1388"/>
                  </a:cubicBezTo>
                  <a:lnTo>
                    <a:pt x="2144" y="2888"/>
                  </a:lnTo>
                  <a:lnTo>
                    <a:pt x="2120" y="2936"/>
                  </a:lnTo>
                  <a:lnTo>
                    <a:pt x="2096" y="2936"/>
                  </a:lnTo>
                  <a:lnTo>
                    <a:pt x="1406" y="2816"/>
                  </a:lnTo>
                  <a:cubicBezTo>
                    <a:pt x="1382" y="2816"/>
                    <a:pt x="1382" y="2816"/>
                    <a:pt x="1358" y="2793"/>
                  </a:cubicBezTo>
                  <a:lnTo>
                    <a:pt x="310" y="1745"/>
                  </a:lnTo>
                  <a:cubicBezTo>
                    <a:pt x="274" y="1709"/>
                    <a:pt x="233" y="1691"/>
                    <a:pt x="191" y="1691"/>
                  </a:cubicBezTo>
                  <a:cubicBezTo>
                    <a:pt x="149" y="1691"/>
                    <a:pt x="108" y="1709"/>
                    <a:pt x="72" y="1745"/>
                  </a:cubicBezTo>
                  <a:cubicBezTo>
                    <a:pt x="1" y="1816"/>
                    <a:pt x="1" y="1912"/>
                    <a:pt x="72" y="1983"/>
                  </a:cubicBezTo>
                  <a:lnTo>
                    <a:pt x="1120" y="3031"/>
                  </a:lnTo>
                  <a:cubicBezTo>
                    <a:pt x="1191" y="3102"/>
                    <a:pt x="1263" y="3126"/>
                    <a:pt x="1334" y="3150"/>
                  </a:cubicBezTo>
                  <a:lnTo>
                    <a:pt x="2049" y="3293"/>
                  </a:lnTo>
                  <a:lnTo>
                    <a:pt x="2096" y="3293"/>
                  </a:lnTo>
                  <a:cubicBezTo>
                    <a:pt x="2144" y="3293"/>
                    <a:pt x="2168" y="3293"/>
                    <a:pt x="2215" y="3269"/>
                  </a:cubicBezTo>
                  <a:lnTo>
                    <a:pt x="2430" y="3483"/>
                  </a:lnTo>
                  <a:cubicBezTo>
                    <a:pt x="2501" y="3579"/>
                    <a:pt x="2620" y="3626"/>
                    <a:pt x="2739" y="3626"/>
                  </a:cubicBezTo>
                  <a:cubicBezTo>
                    <a:pt x="2858" y="3626"/>
                    <a:pt x="2977" y="3579"/>
                    <a:pt x="3073" y="3483"/>
                  </a:cubicBezTo>
                  <a:lnTo>
                    <a:pt x="3168" y="3388"/>
                  </a:lnTo>
                  <a:lnTo>
                    <a:pt x="5168" y="5388"/>
                  </a:lnTo>
                  <a:cubicBezTo>
                    <a:pt x="5192" y="5436"/>
                    <a:pt x="5240" y="5436"/>
                    <a:pt x="5287" y="5436"/>
                  </a:cubicBezTo>
                  <a:cubicBezTo>
                    <a:pt x="5335" y="5436"/>
                    <a:pt x="5383" y="5436"/>
                    <a:pt x="5407" y="5388"/>
                  </a:cubicBezTo>
                  <a:cubicBezTo>
                    <a:pt x="5478" y="5317"/>
                    <a:pt x="5478" y="5222"/>
                    <a:pt x="5407" y="5150"/>
                  </a:cubicBezTo>
                  <a:lnTo>
                    <a:pt x="3406" y="3150"/>
                  </a:lnTo>
                  <a:lnTo>
                    <a:pt x="3501" y="3055"/>
                  </a:lnTo>
                  <a:cubicBezTo>
                    <a:pt x="3597" y="2959"/>
                    <a:pt x="3644" y="2840"/>
                    <a:pt x="3644" y="2721"/>
                  </a:cubicBezTo>
                  <a:cubicBezTo>
                    <a:pt x="3644" y="2602"/>
                    <a:pt x="3597" y="2483"/>
                    <a:pt x="3501" y="2412"/>
                  </a:cubicBezTo>
                  <a:lnTo>
                    <a:pt x="3287" y="2197"/>
                  </a:lnTo>
                  <a:cubicBezTo>
                    <a:pt x="3311" y="2126"/>
                    <a:pt x="3311" y="2078"/>
                    <a:pt x="3311" y="2031"/>
                  </a:cubicBezTo>
                  <a:lnTo>
                    <a:pt x="3168" y="1316"/>
                  </a:lnTo>
                  <a:cubicBezTo>
                    <a:pt x="3144" y="1245"/>
                    <a:pt x="3120" y="1173"/>
                    <a:pt x="3049" y="1102"/>
                  </a:cubicBezTo>
                  <a:lnTo>
                    <a:pt x="2001" y="54"/>
                  </a:lnTo>
                  <a:cubicBezTo>
                    <a:pt x="1965" y="18"/>
                    <a:pt x="1924" y="0"/>
                    <a:pt x="18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6" name="Google Shape;5306;p59"/>
            <p:cNvSpPr/>
            <p:nvPr/>
          </p:nvSpPr>
          <p:spPr>
            <a:xfrm>
              <a:off x="2188115" y="2972771"/>
              <a:ext cx="36971" cy="35524"/>
            </a:xfrm>
            <a:custGeom>
              <a:avLst/>
              <a:gdLst/>
              <a:ahLst/>
              <a:cxnLst/>
              <a:rect l="l" t="t" r="r" b="b"/>
              <a:pathLst>
                <a:path w="1048" h="1007" extrusionOk="0">
                  <a:moveTo>
                    <a:pt x="200" y="1"/>
                  </a:moveTo>
                  <a:cubicBezTo>
                    <a:pt x="155" y="1"/>
                    <a:pt x="107" y="19"/>
                    <a:pt x="72" y="54"/>
                  </a:cubicBezTo>
                  <a:cubicBezTo>
                    <a:pt x="0" y="126"/>
                    <a:pt x="0" y="221"/>
                    <a:pt x="72" y="293"/>
                  </a:cubicBezTo>
                  <a:lnTo>
                    <a:pt x="738" y="959"/>
                  </a:lnTo>
                  <a:cubicBezTo>
                    <a:pt x="762" y="983"/>
                    <a:pt x="810" y="1007"/>
                    <a:pt x="857" y="1007"/>
                  </a:cubicBezTo>
                  <a:cubicBezTo>
                    <a:pt x="905" y="1007"/>
                    <a:pt x="953" y="983"/>
                    <a:pt x="976" y="959"/>
                  </a:cubicBezTo>
                  <a:cubicBezTo>
                    <a:pt x="1048" y="888"/>
                    <a:pt x="1048" y="769"/>
                    <a:pt x="976" y="721"/>
                  </a:cubicBezTo>
                  <a:lnTo>
                    <a:pt x="310" y="54"/>
                  </a:lnTo>
                  <a:cubicBezTo>
                    <a:pt x="286" y="19"/>
                    <a:pt x="244" y="1"/>
                    <a:pt x="2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4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4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4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4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4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42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42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4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4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2" grpId="0" build="p"/>
      <p:bldP spid="4293" grpId="0"/>
      <p:bldP spid="4294" grpId="0" build="p"/>
      <p:bldP spid="4295" grpId="0" build="p"/>
      <p:bldP spid="4296" grpId="0" build="p"/>
      <p:bldP spid="4297" grpId="0" animBg="1"/>
      <p:bldP spid="429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3"/>
        </a:solidFill>
        <a:effectLst/>
      </p:bgPr>
    </p:bg>
    <p:spTree>
      <p:nvGrpSpPr>
        <p:cNvPr id="1" name="Shape 4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2" name="Google Shape;4292;p41"/>
          <p:cNvSpPr txBox="1">
            <a:spLocks noGrp="1"/>
          </p:cNvSpPr>
          <p:nvPr>
            <p:ph type="subTitle" idx="1"/>
          </p:nvPr>
        </p:nvSpPr>
        <p:spPr>
          <a:xfrm>
            <a:off x="1522250" y="2824325"/>
            <a:ext cx="2746800" cy="4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Challenge 4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93" name="Google Shape;4293;p41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IMPLEMENTATION CHALLENGES &amp; SOLUTIONS</a:t>
            </a:r>
            <a:endParaRPr lang="en-US" altLang="en-GB" b="0">
              <a:latin typeface="Times New Roman" panose="02020603050405020304" charset="0"/>
              <a:ea typeface="Red Hat Display Medium" panose="02010303040201060303"/>
              <a:cs typeface="Times New Roman" panose="02020603050405020304" charset="0"/>
              <a:sym typeface="Red Hat Display Medium" panose="02010303040201060303"/>
            </a:endParaRPr>
          </a:p>
        </p:txBody>
      </p:sp>
      <p:sp>
        <p:nvSpPr>
          <p:cNvPr id="4294" name="Google Shape;4294;p41"/>
          <p:cNvSpPr txBox="1">
            <a:spLocks noGrp="1"/>
          </p:cNvSpPr>
          <p:nvPr>
            <p:ph type="subTitle" idx="2"/>
          </p:nvPr>
        </p:nvSpPr>
        <p:spPr>
          <a:xfrm>
            <a:off x="1522250" y="3304325"/>
            <a:ext cx="2746800" cy="10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Payment Gateway Reliability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95" name="Google Shape;4295;p41"/>
          <p:cNvSpPr txBox="1">
            <a:spLocks noGrp="1"/>
          </p:cNvSpPr>
          <p:nvPr>
            <p:ph type="subTitle" idx="3"/>
          </p:nvPr>
        </p:nvSpPr>
        <p:spPr>
          <a:xfrm>
            <a:off x="4874950" y="2824325"/>
            <a:ext cx="2746800" cy="4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Solution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96" name="Google Shape;4296;p41"/>
          <p:cNvSpPr txBox="1">
            <a:spLocks noGrp="1"/>
          </p:cNvSpPr>
          <p:nvPr>
            <p:ph type="subTitle" idx="4"/>
          </p:nvPr>
        </p:nvSpPr>
        <p:spPr>
          <a:xfrm>
            <a:off x="5368980" y="3304325"/>
            <a:ext cx="2746800" cy="10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Adapter pattern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Retry mechanisms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Multiple provider support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97" name="Google Shape;4297;p41"/>
          <p:cNvSpPr/>
          <p:nvPr/>
        </p:nvSpPr>
        <p:spPr>
          <a:xfrm>
            <a:off x="2413100" y="1758353"/>
            <a:ext cx="965100" cy="965100"/>
          </a:xfrm>
          <a:prstGeom prst="ellipse">
            <a:avLst/>
          </a:prstGeom>
          <a:solidFill>
            <a:srgbClr val="1880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98" name="Google Shape;4298;p41"/>
          <p:cNvSpPr/>
          <p:nvPr/>
        </p:nvSpPr>
        <p:spPr>
          <a:xfrm>
            <a:off x="5765800" y="1758353"/>
            <a:ext cx="965100" cy="965100"/>
          </a:xfrm>
          <a:prstGeom prst="ellipse">
            <a:avLst/>
          </a:prstGeom>
          <a:solidFill>
            <a:srgbClr val="1880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530" name="Google Shape;5530;p59"/>
          <p:cNvGrpSpPr/>
          <p:nvPr/>
        </p:nvGrpSpPr>
        <p:grpSpPr>
          <a:xfrm>
            <a:off x="6088073" y="2087481"/>
            <a:ext cx="389008" cy="376412"/>
            <a:chOff x="4017939" y="4097096"/>
            <a:chExt cx="389008" cy="376412"/>
          </a:xfrm>
          <a:solidFill>
            <a:srgbClr val="F9FBEE"/>
          </a:solidFill>
        </p:grpSpPr>
        <p:sp>
          <p:nvSpPr>
            <p:cNvPr id="5531" name="Google Shape;5531;p59"/>
            <p:cNvSpPr/>
            <p:nvPr/>
          </p:nvSpPr>
          <p:spPr>
            <a:xfrm>
              <a:off x="4017939" y="4097096"/>
              <a:ext cx="268850" cy="241157"/>
            </a:xfrm>
            <a:custGeom>
              <a:avLst/>
              <a:gdLst/>
              <a:ahLst/>
              <a:cxnLst/>
              <a:rect l="l" t="t" r="r" b="b"/>
              <a:pathLst>
                <a:path w="7621" h="6836" extrusionOk="0">
                  <a:moveTo>
                    <a:pt x="4549" y="0"/>
                  </a:moveTo>
                  <a:cubicBezTo>
                    <a:pt x="2048" y="0"/>
                    <a:pt x="0" y="2025"/>
                    <a:pt x="0" y="4525"/>
                  </a:cubicBezTo>
                  <a:cubicBezTo>
                    <a:pt x="0" y="5311"/>
                    <a:pt x="191" y="6097"/>
                    <a:pt x="572" y="6764"/>
                  </a:cubicBezTo>
                  <a:cubicBezTo>
                    <a:pt x="619" y="6811"/>
                    <a:pt x="667" y="6835"/>
                    <a:pt x="714" y="6835"/>
                  </a:cubicBezTo>
                  <a:lnTo>
                    <a:pt x="810" y="6835"/>
                  </a:lnTo>
                  <a:cubicBezTo>
                    <a:pt x="881" y="6787"/>
                    <a:pt x="905" y="6692"/>
                    <a:pt x="857" y="6597"/>
                  </a:cubicBezTo>
                  <a:cubicBezTo>
                    <a:pt x="500" y="5978"/>
                    <a:pt x="333" y="5263"/>
                    <a:pt x="333" y="4525"/>
                  </a:cubicBezTo>
                  <a:cubicBezTo>
                    <a:pt x="333" y="2215"/>
                    <a:pt x="2215" y="310"/>
                    <a:pt x="4549" y="310"/>
                  </a:cubicBezTo>
                  <a:cubicBezTo>
                    <a:pt x="5573" y="310"/>
                    <a:pt x="6573" y="691"/>
                    <a:pt x="7335" y="1382"/>
                  </a:cubicBezTo>
                  <a:cubicBezTo>
                    <a:pt x="7367" y="1403"/>
                    <a:pt x="7404" y="1415"/>
                    <a:pt x="7441" y="1415"/>
                  </a:cubicBezTo>
                  <a:cubicBezTo>
                    <a:pt x="7487" y="1415"/>
                    <a:pt x="7534" y="1397"/>
                    <a:pt x="7573" y="1358"/>
                  </a:cubicBezTo>
                  <a:cubicBezTo>
                    <a:pt x="7621" y="1286"/>
                    <a:pt x="7621" y="1191"/>
                    <a:pt x="7549" y="1120"/>
                  </a:cubicBezTo>
                  <a:cubicBezTo>
                    <a:pt x="6716" y="405"/>
                    <a:pt x="5644" y="0"/>
                    <a:pt x="45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2" name="Google Shape;5532;p59"/>
            <p:cNvSpPr/>
            <p:nvPr/>
          </p:nvSpPr>
          <p:spPr>
            <a:xfrm>
              <a:off x="4046480" y="4125672"/>
              <a:ext cx="263840" cy="262958"/>
            </a:xfrm>
            <a:custGeom>
              <a:avLst/>
              <a:gdLst/>
              <a:ahLst/>
              <a:cxnLst/>
              <a:rect l="l" t="t" r="r" b="b"/>
              <a:pathLst>
                <a:path w="7479" h="7454" extrusionOk="0">
                  <a:moveTo>
                    <a:pt x="4633" y="2125"/>
                  </a:moveTo>
                  <a:cubicBezTo>
                    <a:pt x="4907" y="2125"/>
                    <a:pt x="5180" y="2227"/>
                    <a:pt x="5383" y="2429"/>
                  </a:cubicBezTo>
                  <a:cubicBezTo>
                    <a:pt x="5597" y="2643"/>
                    <a:pt x="5692" y="2905"/>
                    <a:pt x="5692" y="3191"/>
                  </a:cubicBezTo>
                  <a:cubicBezTo>
                    <a:pt x="5692" y="3382"/>
                    <a:pt x="5669" y="3548"/>
                    <a:pt x="5573" y="3715"/>
                  </a:cubicBezTo>
                  <a:lnTo>
                    <a:pt x="5097" y="3715"/>
                  </a:lnTo>
                  <a:lnTo>
                    <a:pt x="4811" y="3144"/>
                  </a:lnTo>
                  <a:cubicBezTo>
                    <a:pt x="4787" y="3096"/>
                    <a:pt x="4716" y="3048"/>
                    <a:pt x="4668" y="3048"/>
                  </a:cubicBezTo>
                  <a:cubicBezTo>
                    <a:pt x="4597" y="3048"/>
                    <a:pt x="4549" y="3096"/>
                    <a:pt x="4525" y="3144"/>
                  </a:cubicBezTo>
                  <a:lnTo>
                    <a:pt x="4264" y="3667"/>
                  </a:lnTo>
                  <a:lnTo>
                    <a:pt x="3906" y="3667"/>
                  </a:lnTo>
                  <a:lnTo>
                    <a:pt x="3644" y="3120"/>
                  </a:lnTo>
                  <a:cubicBezTo>
                    <a:pt x="3625" y="3081"/>
                    <a:pt x="3590" y="3042"/>
                    <a:pt x="3538" y="3042"/>
                  </a:cubicBezTo>
                  <a:cubicBezTo>
                    <a:pt x="3527" y="3042"/>
                    <a:pt x="3515" y="3044"/>
                    <a:pt x="3501" y="3048"/>
                  </a:cubicBezTo>
                  <a:cubicBezTo>
                    <a:pt x="3430" y="3048"/>
                    <a:pt x="3382" y="3072"/>
                    <a:pt x="3359" y="3144"/>
                  </a:cubicBezTo>
                  <a:lnTo>
                    <a:pt x="3097" y="3834"/>
                  </a:lnTo>
                  <a:lnTo>
                    <a:pt x="2763" y="3072"/>
                  </a:lnTo>
                  <a:cubicBezTo>
                    <a:pt x="2739" y="3001"/>
                    <a:pt x="2692" y="2977"/>
                    <a:pt x="2620" y="2977"/>
                  </a:cubicBezTo>
                  <a:cubicBezTo>
                    <a:pt x="2549" y="2977"/>
                    <a:pt x="2501" y="3001"/>
                    <a:pt x="2477" y="3072"/>
                  </a:cubicBezTo>
                  <a:lnTo>
                    <a:pt x="2096" y="3977"/>
                  </a:lnTo>
                  <a:lnTo>
                    <a:pt x="2073" y="3953"/>
                  </a:lnTo>
                  <a:cubicBezTo>
                    <a:pt x="1882" y="3739"/>
                    <a:pt x="1763" y="3477"/>
                    <a:pt x="1763" y="3191"/>
                  </a:cubicBezTo>
                  <a:cubicBezTo>
                    <a:pt x="1763" y="2905"/>
                    <a:pt x="1882" y="2643"/>
                    <a:pt x="2073" y="2429"/>
                  </a:cubicBezTo>
                  <a:cubicBezTo>
                    <a:pt x="2287" y="2227"/>
                    <a:pt x="2561" y="2125"/>
                    <a:pt x="2835" y="2125"/>
                  </a:cubicBezTo>
                  <a:cubicBezTo>
                    <a:pt x="3109" y="2125"/>
                    <a:pt x="3382" y="2227"/>
                    <a:pt x="3597" y="2429"/>
                  </a:cubicBezTo>
                  <a:lnTo>
                    <a:pt x="3621" y="2477"/>
                  </a:lnTo>
                  <a:cubicBezTo>
                    <a:pt x="3644" y="2501"/>
                    <a:pt x="3692" y="2524"/>
                    <a:pt x="3740" y="2524"/>
                  </a:cubicBezTo>
                  <a:cubicBezTo>
                    <a:pt x="3787" y="2524"/>
                    <a:pt x="3811" y="2501"/>
                    <a:pt x="3859" y="2477"/>
                  </a:cubicBezTo>
                  <a:lnTo>
                    <a:pt x="3883" y="2429"/>
                  </a:lnTo>
                  <a:cubicBezTo>
                    <a:pt x="4085" y="2227"/>
                    <a:pt x="4359" y="2125"/>
                    <a:pt x="4633" y="2125"/>
                  </a:cubicBezTo>
                  <a:close/>
                  <a:moveTo>
                    <a:pt x="3740" y="0"/>
                  </a:moveTo>
                  <a:cubicBezTo>
                    <a:pt x="2787" y="0"/>
                    <a:pt x="1882" y="357"/>
                    <a:pt x="1191" y="1000"/>
                  </a:cubicBezTo>
                  <a:cubicBezTo>
                    <a:pt x="1120" y="1048"/>
                    <a:pt x="1120" y="1167"/>
                    <a:pt x="1168" y="1215"/>
                  </a:cubicBezTo>
                  <a:cubicBezTo>
                    <a:pt x="1207" y="1254"/>
                    <a:pt x="1254" y="1272"/>
                    <a:pt x="1299" y="1272"/>
                  </a:cubicBezTo>
                  <a:cubicBezTo>
                    <a:pt x="1337" y="1272"/>
                    <a:pt x="1374" y="1260"/>
                    <a:pt x="1406" y="1238"/>
                  </a:cubicBezTo>
                  <a:cubicBezTo>
                    <a:pt x="2049" y="643"/>
                    <a:pt x="2858" y="310"/>
                    <a:pt x="3740" y="310"/>
                  </a:cubicBezTo>
                  <a:cubicBezTo>
                    <a:pt x="5597" y="310"/>
                    <a:pt x="7121" y="1834"/>
                    <a:pt x="7145" y="3715"/>
                  </a:cubicBezTo>
                  <a:lnTo>
                    <a:pt x="5931" y="3715"/>
                  </a:lnTo>
                  <a:cubicBezTo>
                    <a:pt x="6002" y="3548"/>
                    <a:pt x="6026" y="3358"/>
                    <a:pt x="6026" y="3191"/>
                  </a:cubicBezTo>
                  <a:cubicBezTo>
                    <a:pt x="6026" y="2810"/>
                    <a:pt x="5883" y="2477"/>
                    <a:pt x="5621" y="2215"/>
                  </a:cubicBezTo>
                  <a:cubicBezTo>
                    <a:pt x="5343" y="1937"/>
                    <a:pt x="4985" y="1800"/>
                    <a:pt x="4628" y="1800"/>
                  </a:cubicBezTo>
                  <a:cubicBezTo>
                    <a:pt x="4312" y="1800"/>
                    <a:pt x="3997" y="1907"/>
                    <a:pt x="3740" y="2120"/>
                  </a:cubicBezTo>
                  <a:cubicBezTo>
                    <a:pt x="3482" y="1907"/>
                    <a:pt x="3162" y="1800"/>
                    <a:pt x="2843" y="1800"/>
                  </a:cubicBezTo>
                  <a:cubicBezTo>
                    <a:pt x="2483" y="1800"/>
                    <a:pt x="2124" y="1937"/>
                    <a:pt x="1858" y="2215"/>
                  </a:cubicBezTo>
                  <a:cubicBezTo>
                    <a:pt x="1596" y="2477"/>
                    <a:pt x="1430" y="2810"/>
                    <a:pt x="1430" y="3191"/>
                  </a:cubicBezTo>
                  <a:cubicBezTo>
                    <a:pt x="1430" y="3548"/>
                    <a:pt x="1572" y="3906"/>
                    <a:pt x="1834" y="4144"/>
                  </a:cubicBezTo>
                  <a:lnTo>
                    <a:pt x="358" y="4144"/>
                  </a:lnTo>
                  <a:cubicBezTo>
                    <a:pt x="334" y="4025"/>
                    <a:pt x="334" y="3858"/>
                    <a:pt x="334" y="3715"/>
                  </a:cubicBezTo>
                  <a:cubicBezTo>
                    <a:pt x="334" y="3001"/>
                    <a:pt x="548" y="2310"/>
                    <a:pt x="977" y="1739"/>
                  </a:cubicBezTo>
                  <a:cubicBezTo>
                    <a:pt x="1025" y="1643"/>
                    <a:pt x="1001" y="1548"/>
                    <a:pt x="930" y="1500"/>
                  </a:cubicBezTo>
                  <a:cubicBezTo>
                    <a:pt x="900" y="1481"/>
                    <a:pt x="866" y="1469"/>
                    <a:pt x="834" y="1469"/>
                  </a:cubicBezTo>
                  <a:cubicBezTo>
                    <a:pt x="787" y="1469"/>
                    <a:pt x="743" y="1492"/>
                    <a:pt x="715" y="1548"/>
                  </a:cubicBezTo>
                  <a:cubicBezTo>
                    <a:pt x="239" y="2167"/>
                    <a:pt x="1" y="2929"/>
                    <a:pt x="1" y="3715"/>
                  </a:cubicBezTo>
                  <a:cubicBezTo>
                    <a:pt x="1" y="4287"/>
                    <a:pt x="120" y="4834"/>
                    <a:pt x="358" y="5334"/>
                  </a:cubicBezTo>
                  <a:cubicBezTo>
                    <a:pt x="406" y="5406"/>
                    <a:pt x="453" y="5430"/>
                    <a:pt x="501" y="5430"/>
                  </a:cubicBezTo>
                  <a:cubicBezTo>
                    <a:pt x="525" y="5430"/>
                    <a:pt x="548" y="5430"/>
                    <a:pt x="572" y="5406"/>
                  </a:cubicBezTo>
                  <a:cubicBezTo>
                    <a:pt x="668" y="5382"/>
                    <a:pt x="691" y="5287"/>
                    <a:pt x="668" y="5192"/>
                  </a:cubicBezTo>
                  <a:cubicBezTo>
                    <a:pt x="548" y="4977"/>
                    <a:pt x="453" y="4715"/>
                    <a:pt x="406" y="4477"/>
                  </a:cubicBezTo>
                  <a:lnTo>
                    <a:pt x="2144" y="4477"/>
                  </a:lnTo>
                  <a:lnTo>
                    <a:pt x="3406" y="5739"/>
                  </a:lnTo>
                  <a:cubicBezTo>
                    <a:pt x="3501" y="5811"/>
                    <a:pt x="3621" y="5858"/>
                    <a:pt x="3740" y="5858"/>
                  </a:cubicBezTo>
                  <a:cubicBezTo>
                    <a:pt x="3859" y="5858"/>
                    <a:pt x="3978" y="5811"/>
                    <a:pt x="4073" y="5739"/>
                  </a:cubicBezTo>
                  <a:lnTo>
                    <a:pt x="4525" y="5263"/>
                  </a:lnTo>
                  <a:cubicBezTo>
                    <a:pt x="4597" y="5192"/>
                    <a:pt x="4597" y="5096"/>
                    <a:pt x="4525" y="5025"/>
                  </a:cubicBezTo>
                  <a:cubicBezTo>
                    <a:pt x="4502" y="5001"/>
                    <a:pt x="4460" y="4989"/>
                    <a:pt x="4418" y="4989"/>
                  </a:cubicBezTo>
                  <a:cubicBezTo>
                    <a:pt x="4377" y="4989"/>
                    <a:pt x="4335" y="5001"/>
                    <a:pt x="4311" y="5025"/>
                  </a:cubicBezTo>
                  <a:lnTo>
                    <a:pt x="3835" y="5501"/>
                  </a:lnTo>
                  <a:cubicBezTo>
                    <a:pt x="3811" y="5525"/>
                    <a:pt x="3763" y="5549"/>
                    <a:pt x="3740" y="5549"/>
                  </a:cubicBezTo>
                  <a:cubicBezTo>
                    <a:pt x="3692" y="5549"/>
                    <a:pt x="3668" y="5525"/>
                    <a:pt x="3644" y="5501"/>
                  </a:cubicBezTo>
                  <a:lnTo>
                    <a:pt x="2358" y="4215"/>
                  </a:lnTo>
                  <a:lnTo>
                    <a:pt x="2620" y="3548"/>
                  </a:lnTo>
                  <a:lnTo>
                    <a:pt x="2954" y="4310"/>
                  </a:lnTo>
                  <a:cubicBezTo>
                    <a:pt x="2978" y="4382"/>
                    <a:pt x="3049" y="4430"/>
                    <a:pt x="3097" y="4430"/>
                  </a:cubicBezTo>
                  <a:cubicBezTo>
                    <a:pt x="3168" y="4406"/>
                    <a:pt x="3240" y="4382"/>
                    <a:pt x="3263" y="4310"/>
                  </a:cubicBezTo>
                  <a:lnTo>
                    <a:pt x="3525" y="3596"/>
                  </a:lnTo>
                  <a:lnTo>
                    <a:pt x="3668" y="3906"/>
                  </a:lnTo>
                  <a:cubicBezTo>
                    <a:pt x="3692" y="3953"/>
                    <a:pt x="3763" y="4001"/>
                    <a:pt x="3811" y="4001"/>
                  </a:cubicBezTo>
                  <a:lnTo>
                    <a:pt x="4359" y="4001"/>
                  </a:lnTo>
                  <a:cubicBezTo>
                    <a:pt x="4430" y="4001"/>
                    <a:pt x="4478" y="3953"/>
                    <a:pt x="4502" y="3906"/>
                  </a:cubicBezTo>
                  <a:lnTo>
                    <a:pt x="4668" y="3572"/>
                  </a:lnTo>
                  <a:lnTo>
                    <a:pt x="4835" y="3929"/>
                  </a:lnTo>
                  <a:cubicBezTo>
                    <a:pt x="4883" y="4001"/>
                    <a:pt x="4930" y="4025"/>
                    <a:pt x="5002" y="4025"/>
                  </a:cubicBezTo>
                  <a:lnTo>
                    <a:pt x="5311" y="4025"/>
                  </a:lnTo>
                  <a:lnTo>
                    <a:pt x="4787" y="4549"/>
                  </a:lnTo>
                  <a:cubicBezTo>
                    <a:pt x="4740" y="4596"/>
                    <a:pt x="4740" y="4715"/>
                    <a:pt x="4787" y="4763"/>
                  </a:cubicBezTo>
                  <a:cubicBezTo>
                    <a:pt x="4823" y="4799"/>
                    <a:pt x="4865" y="4817"/>
                    <a:pt x="4907" y="4817"/>
                  </a:cubicBezTo>
                  <a:cubicBezTo>
                    <a:pt x="4948" y="4817"/>
                    <a:pt x="4990" y="4799"/>
                    <a:pt x="5026" y="4763"/>
                  </a:cubicBezTo>
                  <a:lnTo>
                    <a:pt x="5621" y="4168"/>
                  </a:lnTo>
                  <a:cubicBezTo>
                    <a:pt x="5669" y="4120"/>
                    <a:pt x="5716" y="4072"/>
                    <a:pt x="5740" y="4025"/>
                  </a:cubicBezTo>
                  <a:lnTo>
                    <a:pt x="7121" y="4025"/>
                  </a:lnTo>
                  <a:cubicBezTo>
                    <a:pt x="6978" y="5763"/>
                    <a:pt x="5502" y="7144"/>
                    <a:pt x="3740" y="7144"/>
                  </a:cubicBezTo>
                  <a:cubicBezTo>
                    <a:pt x="3597" y="7144"/>
                    <a:pt x="3454" y="7121"/>
                    <a:pt x="3335" y="7121"/>
                  </a:cubicBezTo>
                  <a:cubicBezTo>
                    <a:pt x="3322" y="7117"/>
                    <a:pt x="3310" y="7116"/>
                    <a:pt x="3298" y="7116"/>
                  </a:cubicBezTo>
                  <a:cubicBezTo>
                    <a:pt x="3222" y="7116"/>
                    <a:pt x="3165" y="7181"/>
                    <a:pt x="3144" y="7263"/>
                  </a:cubicBezTo>
                  <a:cubicBezTo>
                    <a:pt x="3144" y="7335"/>
                    <a:pt x="3192" y="7430"/>
                    <a:pt x="3287" y="7430"/>
                  </a:cubicBezTo>
                  <a:cubicBezTo>
                    <a:pt x="3430" y="7454"/>
                    <a:pt x="3597" y="7454"/>
                    <a:pt x="3740" y="7454"/>
                  </a:cubicBezTo>
                  <a:cubicBezTo>
                    <a:pt x="5788" y="7454"/>
                    <a:pt x="7478" y="5787"/>
                    <a:pt x="7478" y="3715"/>
                  </a:cubicBezTo>
                  <a:cubicBezTo>
                    <a:pt x="7478" y="1667"/>
                    <a:pt x="5788" y="0"/>
                    <a:pt x="3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3" name="Google Shape;5533;p59"/>
            <p:cNvSpPr/>
            <p:nvPr/>
          </p:nvSpPr>
          <p:spPr>
            <a:xfrm>
              <a:off x="4364903" y="4255038"/>
              <a:ext cx="39511" cy="11783"/>
            </a:xfrm>
            <a:custGeom>
              <a:avLst/>
              <a:gdLst/>
              <a:ahLst/>
              <a:cxnLst/>
              <a:rect l="l" t="t" r="r" b="b"/>
              <a:pathLst>
                <a:path w="1120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lnTo>
                    <a:pt x="953" y="334"/>
                  </a:lnTo>
                  <a:cubicBezTo>
                    <a:pt x="1048" y="334"/>
                    <a:pt x="1120" y="262"/>
                    <a:pt x="1120" y="167"/>
                  </a:cubicBezTo>
                  <a:cubicBezTo>
                    <a:pt x="1120" y="72"/>
                    <a:pt x="1048" y="0"/>
                    <a:pt x="9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4" name="Google Shape;5534;p59"/>
            <p:cNvSpPr/>
            <p:nvPr/>
          </p:nvSpPr>
          <p:spPr>
            <a:xfrm>
              <a:off x="4131360" y="4153048"/>
              <a:ext cx="275588" cy="320461"/>
            </a:xfrm>
            <a:custGeom>
              <a:avLst/>
              <a:gdLst/>
              <a:ahLst/>
              <a:cxnLst/>
              <a:rect l="l" t="t" r="r" b="b"/>
              <a:pathLst>
                <a:path w="7812" h="9084" extrusionOk="0">
                  <a:moveTo>
                    <a:pt x="4977" y="5630"/>
                  </a:moveTo>
                  <a:lnTo>
                    <a:pt x="5596" y="6202"/>
                  </a:lnTo>
                  <a:lnTo>
                    <a:pt x="4763" y="7035"/>
                  </a:lnTo>
                  <a:lnTo>
                    <a:pt x="4191" y="6464"/>
                  </a:lnTo>
                  <a:cubicBezTo>
                    <a:pt x="4501" y="6225"/>
                    <a:pt x="4763" y="5940"/>
                    <a:pt x="4977" y="5630"/>
                  </a:cubicBezTo>
                  <a:close/>
                  <a:moveTo>
                    <a:pt x="5811" y="6440"/>
                  </a:moveTo>
                  <a:lnTo>
                    <a:pt x="6216" y="6821"/>
                  </a:lnTo>
                  <a:lnTo>
                    <a:pt x="5406" y="7631"/>
                  </a:lnTo>
                  <a:lnTo>
                    <a:pt x="5001" y="7249"/>
                  </a:lnTo>
                  <a:lnTo>
                    <a:pt x="5811" y="6440"/>
                  </a:lnTo>
                  <a:close/>
                  <a:moveTo>
                    <a:pt x="6454" y="7035"/>
                  </a:moveTo>
                  <a:lnTo>
                    <a:pt x="6835" y="7416"/>
                  </a:lnTo>
                  <a:lnTo>
                    <a:pt x="6025" y="8226"/>
                  </a:lnTo>
                  <a:lnTo>
                    <a:pt x="5644" y="7845"/>
                  </a:lnTo>
                  <a:lnTo>
                    <a:pt x="6454" y="7035"/>
                  </a:lnTo>
                  <a:close/>
                  <a:moveTo>
                    <a:pt x="7073" y="7631"/>
                  </a:moveTo>
                  <a:lnTo>
                    <a:pt x="7216" y="7773"/>
                  </a:lnTo>
                  <a:cubicBezTo>
                    <a:pt x="7454" y="7988"/>
                    <a:pt x="7454" y="8369"/>
                    <a:pt x="7240" y="8583"/>
                  </a:cubicBezTo>
                  <a:cubicBezTo>
                    <a:pt x="7130" y="8705"/>
                    <a:pt x="6976" y="8765"/>
                    <a:pt x="6823" y="8765"/>
                  </a:cubicBezTo>
                  <a:cubicBezTo>
                    <a:pt x="6678" y="8765"/>
                    <a:pt x="6534" y="8711"/>
                    <a:pt x="6430" y="8607"/>
                  </a:cubicBezTo>
                  <a:lnTo>
                    <a:pt x="6263" y="8440"/>
                  </a:lnTo>
                  <a:lnTo>
                    <a:pt x="7073" y="7631"/>
                  </a:lnTo>
                  <a:close/>
                  <a:moveTo>
                    <a:pt x="4711" y="1"/>
                  </a:moveTo>
                  <a:cubicBezTo>
                    <a:pt x="4670" y="1"/>
                    <a:pt x="4628" y="12"/>
                    <a:pt x="4596" y="34"/>
                  </a:cubicBezTo>
                  <a:cubicBezTo>
                    <a:pt x="4525" y="81"/>
                    <a:pt x="4525" y="200"/>
                    <a:pt x="4572" y="272"/>
                  </a:cubicBezTo>
                  <a:cubicBezTo>
                    <a:pt x="5215" y="1010"/>
                    <a:pt x="5549" y="1963"/>
                    <a:pt x="5549" y="2939"/>
                  </a:cubicBezTo>
                  <a:cubicBezTo>
                    <a:pt x="5549" y="5273"/>
                    <a:pt x="3644" y="7178"/>
                    <a:pt x="1334" y="7178"/>
                  </a:cubicBezTo>
                  <a:cubicBezTo>
                    <a:pt x="953" y="7178"/>
                    <a:pt x="572" y="7107"/>
                    <a:pt x="214" y="7011"/>
                  </a:cubicBezTo>
                  <a:lnTo>
                    <a:pt x="167" y="7011"/>
                  </a:lnTo>
                  <a:cubicBezTo>
                    <a:pt x="71" y="7011"/>
                    <a:pt x="0" y="7083"/>
                    <a:pt x="0" y="7154"/>
                  </a:cubicBezTo>
                  <a:cubicBezTo>
                    <a:pt x="0" y="7226"/>
                    <a:pt x="48" y="7297"/>
                    <a:pt x="119" y="7321"/>
                  </a:cubicBezTo>
                  <a:cubicBezTo>
                    <a:pt x="500" y="7440"/>
                    <a:pt x="929" y="7488"/>
                    <a:pt x="1334" y="7488"/>
                  </a:cubicBezTo>
                  <a:cubicBezTo>
                    <a:pt x="2286" y="7488"/>
                    <a:pt x="3191" y="7178"/>
                    <a:pt x="3929" y="6678"/>
                  </a:cubicBezTo>
                  <a:lnTo>
                    <a:pt x="6192" y="8845"/>
                  </a:lnTo>
                  <a:cubicBezTo>
                    <a:pt x="6382" y="9012"/>
                    <a:pt x="6597" y="9083"/>
                    <a:pt x="6811" y="9083"/>
                  </a:cubicBezTo>
                  <a:cubicBezTo>
                    <a:pt x="7049" y="9083"/>
                    <a:pt x="7287" y="9012"/>
                    <a:pt x="7478" y="8821"/>
                  </a:cubicBezTo>
                  <a:cubicBezTo>
                    <a:pt x="7811" y="8464"/>
                    <a:pt x="7811" y="7892"/>
                    <a:pt x="7454" y="7535"/>
                  </a:cubicBezTo>
                  <a:lnTo>
                    <a:pt x="5168" y="5368"/>
                  </a:lnTo>
                  <a:cubicBezTo>
                    <a:pt x="5573" y="4749"/>
                    <a:pt x="5811" y="4011"/>
                    <a:pt x="5858" y="3225"/>
                  </a:cubicBezTo>
                  <a:lnTo>
                    <a:pt x="6168" y="3225"/>
                  </a:lnTo>
                  <a:cubicBezTo>
                    <a:pt x="6239" y="3225"/>
                    <a:pt x="6311" y="3153"/>
                    <a:pt x="6311" y="3058"/>
                  </a:cubicBezTo>
                  <a:cubicBezTo>
                    <a:pt x="6311" y="2963"/>
                    <a:pt x="6239" y="2891"/>
                    <a:pt x="6168" y="2891"/>
                  </a:cubicBezTo>
                  <a:lnTo>
                    <a:pt x="5882" y="2891"/>
                  </a:lnTo>
                  <a:cubicBezTo>
                    <a:pt x="5858" y="1867"/>
                    <a:pt x="5501" y="843"/>
                    <a:pt x="4834" y="58"/>
                  </a:cubicBezTo>
                  <a:cubicBezTo>
                    <a:pt x="4808" y="18"/>
                    <a:pt x="4760" y="1"/>
                    <a:pt x="47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5" name="Google Shape;5535;p59"/>
            <p:cNvSpPr/>
            <p:nvPr/>
          </p:nvSpPr>
          <p:spPr>
            <a:xfrm>
              <a:off x="4049831" y="4318892"/>
              <a:ext cx="96660" cy="96625"/>
            </a:xfrm>
            <a:custGeom>
              <a:avLst/>
              <a:gdLst/>
              <a:ahLst/>
              <a:cxnLst/>
              <a:rect l="l" t="t" r="r" b="b"/>
              <a:pathLst>
                <a:path w="2740" h="2739" extrusionOk="0">
                  <a:moveTo>
                    <a:pt x="1668" y="310"/>
                  </a:moveTo>
                  <a:lnTo>
                    <a:pt x="1668" y="905"/>
                  </a:lnTo>
                  <a:cubicBezTo>
                    <a:pt x="1668" y="1001"/>
                    <a:pt x="1739" y="1072"/>
                    <a:pt x="1811" y="1072"/>
                  </a:cubicBezTo>
                  <a:lnTo>
                    <a:pt x="2406" y="1072"/>
                  </a:lnTo>
                  <a:lnTo>
                    <a:pt x="2406" y="1667"/>
                  </a:lnTo>
                  <a:lnTo>
                    <a:pt x="1811" y="1667"/>
                  </a:lnTo>
                  <a:cubicBezTo>
                    <a:pt x="1739" y="1667"/>
                    <a:pt x="1668" y="1739"/>
                    <a:pt x="1668" y="1834"/>
                  </a:cubicBezTo>
                  <a:lnTo>
                    <a:pt x="1668" y="2406"/>
                  </a:lnTo>
                  <a:lnTo>
                    <a:pt x="1073" y="2406"/>
                  </a:lnTo>
                  <a:lnTo>
                    <a:pt x="1073" y="1834"/>
                  </a:lnTo>
                  <a:cubicBezTo>
                    <a:pt x="1073" y="1739"/>
                    <a:pt x="1001" y="1667"/>
                    <a:pt x="906" y="1667"/>
                  </a:cubicBezTo>
                  <a:lnTo>
                    <a:pt x="311" y="1667"/>
                  </a:lnTo>
                  <a:lnTo>
                    <a:pt x="311" y="1072"/>
                  </a:lnTo>
                  <a:lnTo>
                    <a:pt x="906" y="1072"/>
                  </a:lnTo>
                  <a:cubicBezTo>
                    <a:pt x="1001" y="1072"/>
                    <a:pt x="1073" y="1001"/>
                    <a:pt x="1073" y="905"/>
                  </a:cubicBezTo>
                  <a:lnTo>
                    <a:pt x="1073" y="310"/>
                  </a:lnTo>
                  <a:close/>
                  <a:moveTo>
                    <a:pt x="1001" y="0"/>
                  </a:moveTo>
                  <a:cubicBezTo>
                    <a:pt x="858" y="0"/>
                    <a:pt x="739" y="119"/>
                    <a:pt x="739" y="262"/>
                  </a:cubicBezTo>
                  <a:lnTo>
                    <a:pt x="739" y="739"/>
                  </a:lnTo>
                  <a:lnTo>
                    <a:pt x="239" y="739"/>
                  </a:lnTo>
                  <a:cubicBezTo>
                    <a:pt x="96" y="739"/>
                    <a:pt x="1" y="858"/>
                    <a:pt x="1" y="1001"/>
                  </a:cubicBezTo>
                  <a:lnTo>
                    <a:pt x="1" y="1739"/>
                  </a:lnTo>
                  <a:cubicBezTo>
                    <a:pt x="1" y="1882"/>
                    <a:pt x="96" y="1977"/>
                    <a:pt x="239" y="1977"/>
                  </a:cubicBezTo>
                  <a:lnTo>
                    <a:pt x="739" y="1977"/>
                  </a:lnTo>
                  <a:lnTo>
                    <a:pt x="739" y="2477"/>
                  </a:lnTo>
                  <a:cubicBezTo>
                    <a:pt x="739" y="2620"/>
                    <a:pt x="858" y="2739"/>
                    <a:pt x="1001" y="2739"/>
                  </a:cubicBezTo>
                  <a:lnTo>
                    <a:pt x="1716" y="2739"/>
                  </a:lnTo>
                  <a:cubicBezTo>
                    <a:pt x="1859" y="2739"/>
                    <a:pt x="1978" y="2620"/>
                    <a:pt x="1978" y="2477"/>
                  </a:cubicBezTo>
                  <a:lnTo>
                    <a:pt x="1978" y="1977"/>
                  </a:lnTo>
                  <a:lnTo>
                    <a:pt x="2478" y="1977"/>
                  </a:lnTo>
                  <a:cubicBezTo>
                    <a:pt x="2621" y="1977"/>
                    <a:pt x="2740" y="1882"/>
                    <a:pt x="2740" y="1739"/>
                  </a:cubicBezTo>
                  <a:lnTo>
                    <a:pt x="2740" y="1001"/>
                  </a:lnTo>
                  <a:cubicBezTo>
                    <a:pt x="2740" y="858"/>
                    <a:pt x="2621" y="739"/>
                    <a:pt x="2478" y="739"/>
                  </a:cubicBezTo>
                  <a:lnTo>
                    <a:pt x="1978" y="739"/>
                  </a:lnTo>
                  <a:lnTo>
                    <a:pt x="1978" y="262"/>
                  </a:lnTo>
                  <a:cubicBezTo>
                    <a:pt x="1978" y="119"/>
                    <a:pt x="1859" y="0"/>
                    <a:pt x="17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302" name="Google Shape;5302;p59"/>
          <p:cNvGrpSpPr/>
          <p:nvPr/>
        </p:nvGrpSpPr>
        <p:grpSpPr>
          <a:xfrm>
            <a:off x="2686233" y="2042862"/>
            <a:ext cx="410848" cy="408725"/>
            <a:chOff x="1931853" y="2736511"/>
            <a:chExt cx="410848" cy="408725"/>
          </a:xfrm>
          <a:solidFill>
            <a:srgbClr val="F9FBEE"/>
          </a:solidFill>
        </p:grpSpPr>
        <p:sp>
          <p:nvSpPr>
            <p:cNvPr id="5303" name="Google Shape;5303;p59"/>
            <p:cNvSpPr/>
            <p:nvPr/>
          </p:nvSpPr>
          <p:spPr>
            <a:xfrm>
              <a:off x="1934393" y="2736511"/>
              <a:ext cx="407490" cy="408725"/>
            </a:xfrm>
            <a:custGeom>
              <a:avLst/>
              <a:gdLst/>
              <a:ahLst/>
              <a:cxnLst/>
              <a:rect l="l" t="t" r="r" b="b"/>
              <a:pathLst>
                <a:path w="11551" h="11586" extrusionOk="0">
                  <a:moveTo>
                    <a:pt x="9859" y="345"/>
                  </a:moveTo>
                  <a:lnTo>
                    <a:pt x="11169" y="1655"/>
                  </a:lnTo>
                  <a:cubicBezTo>
                    <a:pt x="11169" y="1679"/>
                    <a:pt x="11169" y="1703"/>
                    <a:pt x="11169" y="1703"/>
                  </a:cubicBezTo>
                  <a:lnTo>
                    <a:pt x="10836" y="2036"/>
                  </a:lnTo>
                  <a:cubicBezTo>
                    <a:pt x="10824" y="2048"/>
                    <a:pt x="10812" y="2054"/>
                    <a:pt x="10803" y="2054"/>
                  </a:cubicBezTo>
                  <a:cubicBezTo>
                    <a:pt x="10794" y="2054"/>
                    <a:pt x="10788" y="2048"/>
                    <a:pt x="10788" y="2036"/>
                  </a:cubicBezTo>
                  <a:lnTo>
                    <a:pt x="10407" y="1679"/>
                  </a:lnTo>
                  <a:lnTo>
                    <a:pt x="9836" y="1107"/>
                  </a:lnTo>
                  <a:lnTo>
                    <a:pt x="9478" y="726"/>
                  </a:lnTo>
                  <a:cubicBezTo>
                    <a:pt x="9454" y="726"/>
                    <a:pt x="9454" y="703"/>
                    <a:pt x="9478" y="679"/>
                  </a:cubicBezTo>
                  <a:lnTo>
                    <a:pt x="9812" y="345"/>
                  </a:lnTo>
                  <a:close/>
                  <a:moveTo>
                    <a:pt x="9716" y="1465"/>
                  </a:moveTo>
                  <a:lnTo>
                    <a:pt x="10050" y="1798"/>
                  </a:lnTo>
                  <a:lnTo>
                    <a:pt x="9454" y="2393"/>
                  </a:lnTo>
                  <a:cubicBezTo>
                    <a:pt x="9431" y="2417"/>
                    <a:pt x="9407" y="2465"/>
                    <a:pt x="9407" y="2512"/>
                  </a:cubicBezTo>
                  <a:lnTo>
                    <a:pt x="9359" y="3298"/>
                  </a:lnTo>
                  <a:lnTo>
                    <a:pt x="8216" y="2155"/>
                  </a:lnTo>
                  <a:lnTo>
                    <a:pt x="9002" y="2108"/>
                  </a:lnTo>
                  <a:cubicBezTo>
                    <a:pt x="9050" y="2108"/>
                    <a:pt x="9097" y="2084"/>
                    <a:pt x="9121" y="2060"/>
                  </a:cubicBezTo>
                  <a:lnTo>
                    <a:pt x="9716" y="1465"/>
                  </a:lnTo>
                  <a:close/>
                  <a:moveTo>
                    <a:pt x="7192" y="2989"/>
                  </a:moveTo>
                  <a:lnTo>
                    <a:pt x="7406" y="3203"/>
                  </a:lnTo>
                  <a:lnTo>
                    <a:pt x="6430" y="4179"/>
                  </a:lnTo>
                  <a:lnTo>
                    <a:pt x="6216" y="3941"/>
                  </a:lnTo>
                  <a:lnTo>
                    <a:pt x="7192" y="2989"/>
                  </a:lnTo>
                  <a:close/>
                  <a:moveTo>
                    <a:pt x="7546" y="2024"/>
                  </a:moveTo>
                  <a:cubicBezTo>
                    <a:pt x="7585" y="2024"/>
                    <a:pt x="7621" y="2036"/>
                    <a:pt x="7645" y="2060"/>
                  </a:cubicBezTo>
                  <a:lnTo>
                    <a:pt x="9550" y="3965"/>
                  </a:lnTo>
                  <a:cubicBezTo>
                    <a:pt x="9574" y="3989"/>
                    <a:pt x="9597" y="4037"/>
                    <a:pt x="9597" y="4060"/>
                  </a:cubicBezTo>
                  <a:cubicBezTo>
                    <a:pt x="9597" y="4108"/>
                    <a:pt x="9574" y="4132"/>
                    <a:pt x="9550" y="4179"/>
                  </a:cubicBezTo>
                  <a:lnTo>
                    <a:pt x="9312" y="4418"/>
                  </a:lnTo>
                  <a:cubicBezTo>
                    <a:pt x="9264" y="4441"/>
                    <a:pt x="9240" y="4465"/>
                    <a:pt x="9193" y="4465"/>
                  </a:cubicBezTo>
                  <a:cubicBezTo>
                    <a:pt x="9145" y="4465"/>
                    <a:pt x="9121" y="4441"/>
                    <a:pt x="9097" y="4418"/>
                  </a:cubicBezTo>
                  <a:lnTo>
                    <a:pt x="8978" y="4298"/>
                  </a:lnTo>
                  <a:lnTo>
                    <a:pt x="7311" y="2631"/>
                  </a:lnTo>
                  <a:lnTo>
                    <a:pt x="7192" y="2512"/>
                  </a:lnTo>
                  <a:cubicBezTo>
                    <a:pt x="7144" y="2465"/>
                    <a:pt x="7144" y="2370"/>
                    <a:pt x="7192" y="2298"/>
                  </a:cubicBezTo>
                  <a:lnTo>
                    <a:pt x="7430" y="2060"/>
                  </a:lnTo>
                  <a:cubicBezTo>
                    <a:pt x="7466" y="2036"/>
                    <a:pt x="7508" y="2024"/>
                    <a:pt x="7546" y="2024"/>
                  </a:cubicBezTo>
                  <a:close/>
                  <a:moveTo>
                    <a:pt x="7645" y="3441"/>
                  </a:moveTo>
                  <a:lnTo>
                    <a:pt x="7883" y="3703"/>
                  </a:lnTo>
                  <a:lnTo>
                    <a:pt x="8121" y="3917"/>
                  </a:lnTo>
                  <a:lnTo>
                    <a:pt x="7144" y="4894"/>
                  </a:lnTo>
                  <a:lnTo>
                    <a:pt x="6692" y="4418"/>
                  </a:lnTo>
                  <a:lnTo>
                    <a:pt x="7645" y="3441"/>
                  </a:lnTo>
                  <a:close/>
                  <a:moveTo>
                    <a:pt x="8359" y="4179"/>
                  </a:moveTo>
                  <a:lnTo>
                    <a:pt x="8621" y="4418"/>
                  </a:lnTo>
                  <a:lnTo>
                    <a:pt x="7668" y="5394"/>
                  </a:lnTo>
                  <a:lnTo>
                    <a:pt x="7406" y="5132"/>
                  </a:lnTo>
                  <a:lnTo>
                    <a:pt x="8359" y="4179"/>
                  </a:lnTo>
                  <a:close/>
                  <a:moveTo>
                    <a:pt x="5978" y="4203"/>
                  </a:moveTo>
                  <a:lnTo>
                    <a:pt x="6311" y="4537"/>
                  </a:lnTo>
                  <a:lnTo>
                    <a:pt x="7025" y="5251"/>
                  </a:lnTo>
                  <a:lnTo>
                    <a:pt x="7406" y="5632"/>
                  </a:lnTo>
                  <a:lnTo>
                    <a:pt x="7144" y="5918"/>
                  </a:lnTo>
                  <a:lnTo>
                    <a:pt x="5692" y="4465"/>
                  </a:lnTo>
                  <a:lnTo>
                    <a:pt x="5978" y="4203"/>
                  </a:lnTo>
                  <a:close/>
                  <a:moveTo>
                    <a:pt x="5454" y="4703"/>
                  </a:moveTo>
                  <a:lnTo>
                    <a:pt x="5811" y="5061"/>
                  </a:lnTo>
                  <a:lnTo>
                    <a:pt x="3668" y="7204"/>
                  </a:lnTo>
                  <a:cubicBezTo>
                    <a:pt x="3596" y="7275"/>
                    <a:pt x="3596" y="7371"/>
                    <a:pt x="3668" y="7442"/>
                  </a:cubicBezTo>
                  <a:cubicBezTo>
                    <a:pt x="3691" y="7466"/>
                    <a:pt x="3739" y="7490"/>
                    <a:pt x="3787" y="7490"/>
                  </a:cubicBezTo>
                  <a:cubicBezTo>
                    <a:pt x="3834" y="7490"/>
                    <a:pt x="3858" y="7466"/>
                    <a:pt x="3906" y="7442"/>
                  </a:cubicBezTo>
                  <a:lnTo>
                    <a:pt x="6049" y="5299"/>
                  </a:lnTo>
                  <a:lnTo>
                    <a:pt x="6311" y="5561"/>
                  </a:lnTo>
                  <a:lnTo>
                    <a:pt x="5787" y="6085"/>
                  </a:lnTo>
                  <a:cubicBezTo>
                    <a:pt x="5716" y="6156"/>
                    <a:pt x="5716" y="6251"/>
                    <a:pt x="5787" y="6323"/>
                  </a:cubicBezTo>
                  <a:cubicBezTo>
                    <a:pt x="5835" y="6370"/>
                    <a:pt x="5858" y="6370"/>
                    <a:pt x="5906" y="6370"/>
                  </a:cubicBezTo>
                  <a:cubicBezTo>
                    <a:pt x="5954" y="6370"/>
                    <a:pt x="6001" y="6370"/>
                    <a:pt x="6025" y="6323"/>
                  </a:cubicBezTo>
                  <a:lnTo>
                    <a:pt x="6549" y="5799"/>
                  </a:lnTo>
                  <a:lnTo>
                    <a:pt x="6906" y="6156"/>
                  </a:lnTo>
                  <a:lnTo>
                    <a:pt x="4120" y="8942"/>
                  </a:lnTo>
                  <a:cubicBezTo>
                    <a:pt x="4096" y="8966"/>
                    <a:pt x="4096" y="8966"/>
                    <a:pt x="4072" y="8966"/>
                  </a:cubicBezTo>
                  <a:lnTo>
                    <a:pt x="3382" y="9085"/>
                  </a:lnTo>
                  <a:lnTo>
                    <a:pt x="3358" y="9085"/>
                  </a:lnTo>
                  <a:lnTo>
                    <a:pt x="3310" y="9038"/>
                  </a:lnTo>
                  <a:lnTo>
                    <a:pt x="5525" y="6847"/>
                  </a:lnTo>
                  <a:cubicBezTo>
                    <a:pt x="5597" y="6775"/>
                    <a:pt x="5597" y="6656"/>
                    <a:pt x="5525" y="6608"/>
                  </a:cubicBezTo>
                  <a:cubicBezTo>
                    <a:pt x="5489" y="6573"/>
                    <a:pt x="5442" y="6555"/>
                    <a:pt x="5397" y="6555"/>
                  </a:cubicBezTo>
                  <a:cubicBezTo>
                    <a:pt x="5352" y="6555"/>
                    <a:pt x="5311" y="6573"/>
                    <a:pt x="5287" y="6608"/>
                  </a:cubicBezTo>
                  <a:lnTo>
                    <a:pt x="3072" y="8799"/>
                  </a:lnTo>
                  <a:lnTo>
                    <a:pt x="2810" y="8537"/>
                  </a:lnTo>
                  <a:lnTo>
                    <a:pt x="3382" y="7966"/>
                  </a:lnTo>
                  <a:cubicBezTo>
                    <a:pt x="3453" y="7894"/>
                    <a:pt x="3453" y="7775"/>
                    <a:pt x="3382" y="7704"/>
                  </a:cubicBezTo>
                  <a:cubicBezTo>
                    <a:pt x="3346" y="7680"/>
                    <a:pt x="3304" y="7668"/>
                    <a:pt x="3263" y="7668"/>
                  </a:cubicBezTo>
                  <a:cubicBezTo>
                    <a:pt x="3221" y="7668"/>
                    <a:pt x="3179" y="7680"/>
                    <a:pt x="3144" y="7704"/>
                  </a:cubicBezTo>
                  <a:lnTo>
                    <a:pt x="2572" y="8275"/>
                  </a:lnTo>
                  <a:lnTo>
                    <a:pt x="2524" y="8252"/>
                  </a:lnTo>
                  <a:lnTo>
                    <a:pt x="2524" y="8228"/>
                  </a:lnTo>
                  <a:lnTo>
                    <a:pt x="2644" y="7537"/>
                  </a:lnTo>
                  <a:cubicBezTo>
                    <a:pt x="2644" y="7513"/>
                    <a:pt x="2644" y="7513"/>
                    <a:pt x="2667" y="7490"/>
                  </a:cubicBezTo>
                  <a:lnTo>
                    <a:pt x="5454" y="4703"/>
                  </a:lnTo>
                  <a:close/>
                  <a:moveTo>
                    <a:pt x="2405" y="8609"/>
                  </a:moveTo>
                  <a:lnTo>
                    <a:pt x="3001" y="9204"/>
                  </a:lnTo>
                  <a:lnTo>
                    <a:pt x="2810" y="9395"/>
                  </a:lnTo>
                  <a:cubicBezTo>
                    <a:pt x="2786" y="9419"/>
                    <a:pt x="2763" y="9419"/>
                    <a:pt x="2739" y="9419"/>
                  </a:cubicBezTo>
                  <a:cubicBezTo>
                    <a:pt x="2691" y="9419"/>
                    <a:pt x="2667" y="9419"/>
                    <a:pt x="2644" y="9395"/>
                  </a:cubicBezTo>
                  <a:lnTo>
                    <a:pt x="2215" y="8966"/>
                  </a:lnTo>
                  <a:cubicBezTo>
                    <a:pt x="2167" y="8918"/>
                    <a:pt x="2167" y="8847"/>
                    <a:pt x="2215" y="8799"/>
                  </a:cubicBezTo>
                  <a:lnTo>
                    <a:pt x="2405" y="8609"/>
                  </a:lnTo>
                  <a:close/>
                  <a:moveTo>
                    <a:pt x="9836" y="0"/>
                  </a:moveTo>
                  <a:cubicBezTo>
                    <a:pt x="9740" y="0"/>
                    <a:pt x="9645" y="36"/>
                    <a:pt x="9574" y="107"/>
                  </a:cubicBezTo>
                  <a:lnTo>
                    <a:pt x="9240" y="441"/>
                  </a:lnTo>
                  <a:cubicBezTo>
                    <a:pt x="9097" y="583"/>
                    <a:pt x="9097" y="822"/>
                    <a:pt x="9240" y="988"/>
                  </a:cubicBezTo>
                  <a:lnTo>
                    <a:pt x="9478" y="1226"/>
                  </a:lnTo>
                  <a:lnTo>
                    <a:pt x="8931" y="1774"/>
                  </a:lnTo>
                  <a:lnTo>
                    <a:pt x="7907" y="1846"/>
                  </a:lnTo>
                  <a:lnTo>
                    <a:pt x="7883" y="1822"/>
                  </a:lnTo>
                  <a:cubicBezTo>
                    <a:pt x="7787" y="1727"/>
                    <a:pt x="7662" y="1679"/>
                    <a:pt x="7537" y="1679"/>
                  </a:cubicBezTo>
                  <a:cubicBezTo>
                    <a:pt x="7412" y="1679"/>
                    <a:pt x="7287" y="1727"/>
                    <a:pt x="7192" y="1822"/>
                  </a:cubicBezTo>
                  <a:lnTo>
                    <a:pt x="6954" y="2060"/>
                  </a:lnTo>
                  <a:cubicBezTo>
                    <a:pt x="6763" y="2250"/>
                    <a:pt x="6763" y="2560"/>
                    <a:pt x="6930" y="2751"/>
                  </a:cubicBezTo>
                  <a:lnTo>
                    <a:pt x="5858" y="3822"/>
                  </a:lnTo>
                  <a:lnTo>
                    <a:pt x="5335" y="4346"/>
                  </a:lnTo>
                  <a:lnTo>
                    <a:pt x="2429" y="7251"/>
                  </a:lnTo>
                  <a:cubicBezTo>
                    <a:pt x="2358" y="7323"/>
                    <a:pt x="2334" y="7394"/>
                    <a:pt x="2310" y="7466"/>
                  </a:cubicBezTo>
                  <a:lnTo>
                    <a:pt x="2167" y="8180"/>
                  </a:lnTo>
                  <a:cubicBezTo>
                    <a:pt x="2167" y="8228"/>
                    <a:pt x="2167" y="8275"/>
                    <a:pt x="2191" y="8347"/>
                  </a:cubicBezTo>
                  <a:lnTo>
                    <a:pt x="1977" y="8561"/>
                  </a:lnTo>
                  <a:cubicBezTo>
                    <a:pt x="1786" y="8728"/>
                    <a:pt x="1786" y="9014"/>
                    <a:pt x="1977" y="9204"/>
                  </a:cubicBezTo>
                  <a:lnTo>
                    <a:pt x="2072" y="9300"/>
                  </a:lnTo>
                  <a:lnTo>
                    <a:pt x="72" y="11300"/>
                  </a:lnTo>
                  <a:cubicBezTo>
                    <a:pt x="0" y="11371"/>
                    <a:pt x="0" y="11467"/>
                    <a:pt x="72" y="11538"/>
                  </a:cubicBezTo>
                  <a:cubicBezTo>
                    <a:pt x="95" y="11586"/>
                    <a:pt x="143" y="11586"/>
                    <a:pt x="191" y="11586"/>
                  </a:cubicBezTo>
                  <a:cubicBezTo>
                    <a:pt x="238" y="11586"/>
                    <a:pt x="286" y="11586"/>
                    <a:pt x="310" y="11538"/>
                  </a:cubicBezTo>
                  <a:lnTo>
                    <a:pt x="2310" y="9538"/>
                  </a:lnTo>
                  <a:lnTo>
                    <a:pt x="2405" y="9633"/>
                  </a:lnTo>
                  <a:cubicBezTo>
                    <a:pt x="2501" y="9728"/>
                    <a:pt x="2620" y="9776"/>
                    <a:pt x="2739" y="9776"/>
                  </a:cubicBezTo>
                  <a:cubicBezTo>
                    <a:pt x="2858" y="9776"/>
                    <a:pt x="2977" y="9728"/>
                    <a:pt x="3048" y="9633"/>
                  </a:cubicBezTo>
                  <a:lnTo>
                    <a:pt x="3263" y="9419"/>
                  </a:lnTo>
                  <a:cubicBezTo>
                    <a:pt x="3310" y="9442"/>
                    <a:pt x="3334" y="9442"/>
                    <a:pt x="3382" y="9442"/>
                  </a:cubicBezTo>
                  <a:lnTo>
                    <a:pt x="3429" y="9442"/>
                  </a:lnTo>
                  <a:lnTo>
                    <a:pt x="4144" y="9300"/>
                  </a:lnTo>
                  <a:cubicBezTo>
                    <a:pt x="4215" y="9276"/>
                    <a:pt x="4287" y="9252"/>
                    <a:pt x="4358" y="9180"/>
                  </a:cubicBezTo>
                  <a:lnTo>
                    <a:pt x="7264" y="6275"/>
                  </a:lnTo>
                  <a:lnTo>
                    <a:pt x="7787" y="5751"/>
                  </a:lnTo>
                  <a:lnTo>
                    <a:pt x="8859" y="4680"/>
                  </a:lnTo>
                  <a:cubicBezTo>
                    <a:pt x="8954" y="4751"/>
                    <a:pt x="9073" y="4799"/>
                    <a:pt x="9193" y="4799"/>
                  </a:cubicBezTo>
                  <a:cubicBezTo>
                    <a:pt x="9335" y="4799"/>
                    <a:pt x="9454" y="4751"/>
                    <a:pt x="9550" y="4656"/>
                  </a:cubicBezTo>
                  <a:lnTo>
                    <a:pt x="9788" y="4418"/>
                  </a:lnTo>
                  <a:cubicBezTo>
                    <a:pt x="9883" y="4322"/>
                    <a:pt x="9931" y="4203"/>
                    <a:pt x="9931" y="4060"/>
                  </a:cubicBezTo>
                  <a:cubicBezTo>
                    <a:pt x="9931" y="3941"/>
                    <a:pt x="9883" y="3822"/>
                    <a:pt x="9788" y="3727"/>
                  </a:cubicBezTo>
                  <a:lnTo>
                    <a:pt x="9669" y="3608"/>
                  </a:lnTo>
                  <a:lnTo>
                    <a:pt x="9740" y="2584"/>
                  </a:lnTo>
                  <a:lnTo>
                    <a:pt x="10288" y="2036"/>
                  </a:lnTo>
                  <a:lnTo>
                    <a:pt x="10526" y="2274"/>
                  </a:lnTo>
                  <a:cubicBezTo>
                    <a:pt x="10621" y="2346"/>
                    <a:pt x="10717" y="2393"/>
                    <a:pt x="10812" y="2393"/>
                  </a:cubicBezTo>
                  <a:cubicBezTo>
                    <a:pt x="10907" y="2393"/>
                    <a:pt x="11002" y="2346"/>
                    <a:pt x="11074" y="2274"/>
                  </a:cubicBezTo>
                  <a:lnTo>
                    <a:pt x="11407" y="1941"/>
                  </a:lnTo>
                  <a:cubicBezTo>
                    <a:pt x="11550" y="1798"/>
                    <a:pt x="11550" y="1560"/>
                    <a:pt x="11407" y="1417"/>
                  </a:cubicBezTo>
                  <a:lnTo>
                    <a:pt x="10097" y="107"/>
                  </a:lnTo>
                  <a:cubicBezTo>
                    <a:pt x="10026" y="36"/>
                    <a:pt x="9931" y="0"/>
                    <a:pt x="98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4" name="Google Shape;5304;p59"/>
            <p:cNvSpPr/>
            <p:nvPr/>
          </p:nvSpPr>
          <p:spPr>
            <a:xfrm>
              <a:off x="1931853" y="2738170"/>
              <a:ext cx="197483" cy="192015"/>
            </a:xfrm>
            <a:custGeom>
              <a:avLst/>
              <a:gdLst/>
              <a:ahLst/>
              <a:cxnLst/>
              <a:rect l="l" t="t" r="r" b="b"/>
              <a:pathLst>
                <a:path w="5598" h="5443" extrusionOk="0">
                  <a:moveTo>
                    <a:pt x="1739" y="346"/>
                  </a:moveTo>
                  <a:lnTo>
                    <a:pt x="2073" y="679"/>
                  </a:lnTo>
                  <a:cubicBezTo>
                    <a:pt x="2096" y="703"/>
                    <a:pt x="2096" y="727"/>
                    <a:pt x="2073" y="727"/>
                  </a:cubicBezTo>
                  <a:lnTo>
                    <a:pt x="763" y="2037"/>
                  </a:lnTo>
                  <a:cubicBezTo>
                    <a:pt x="763" y="2049"/>
                    <a:pt x="757" y="2055"/>
                    <a:pt x="748" y="2055"/>
                  </a:cubicBezTo>
                  <a:cubicBezTo>
                    <a:pt x="739" y="2055"/>
                    <a:pt x="727" y="2049"/>
                    <a:pt x="715" y="2037"/>
                  </a:cubicBezTo>
                  <a:lnTo>
                    <a:pt x="382" y="1703"/>
                  </a:lnTo>
                  <a:cubicBezTo>
                    <a:pt x="382" y="1703"/>
                    <a:pt x="382" y="1680"/>
                    <a:pt x="382" y="1656"/>
                  </a:cubicBezTo>
                  <a:lnTo>
                    <a:pt x="1692" y="346"/>
                  </a:lnTo>
                  <a:close/>
                  <a:moveTo>
                    <a:pt x="1834" y="1465"/>
                  </a:moveTo>
                  <a:lnTo>
                    <a:pt x="2430" y="2061"/>
                  </a:lnTo>
                  <a:cubicBezTo>
                    <a:pt x="2454" y="2084"/>
                    <a:pt x="2501" y="2108"/>
                    <a:pt x="2549" y="2108"/>
                  </a:cubicBezTo>
                  <a:lnTo>
                    <a:pt x="3335" y="2156"/>
                  </a:lnTo>
                  <a:lnTo>
                    <a:pt x="2192" y="3299"/>
                  </a:lnTo>
                  <a:lnTo>
                    <a:pt x="2144" y="2513"/>
                  </a:lnTo>
                  <a:cubicBezTo>
                    <a:pt x="2144" y="2465"/>
                    <a:pt x="2120" y="2418"/>
                    <a:pt x="2096" y="2394"/>
                  </a:cubicBezTo>
                  <a:lnTo>
                    <a:pt x="1501" y="1799"/>
                  </a:lnTo>
                  <a:lnTo>
                    <a:pt x="1834" y="1465"/>
                  </a:lnTo>
                  <a:close/>
                  <a:moveTo>
                    <a:pt x="4097" y="1918"/>
                  </a:moveTo>
                  <a:cubicBezTo>
                    <a:pt x="4144" y="1918"/>
                    <a:pt x="4168" y="1942"/>
                    <a:pt x="4216" y="1965"/>
                  </a:cubicBezTo>
                  <a:lnTo>
                    <a:pt x="4454" y="2203"/>
                  </a:lnTo>
                  <a:cubicBezTo>
                    <a:pt x="4502" y="2275"/>
                    <a:pt x="4502" y="2370"/>
                    <a:pt x="4454" y="2418"/>
                  </a:cubicBezTo>
                  <a:lnTo>
                    <a:pt x="4335" y="2537"/>
                  </a:lnTo>
                  <a:lnTo>
                    <a:pt x="2668" y="4204"/>
                  </a:lnTo>
                  <a:lnTo>
                    <a:pt x="2549" y="4323"/>
                  </a:lnTo>
                  <a:cubicBezTo>
                    <a:pt x="2525" y="4347"/>
                    <a:pt x="2489" y="4359"/>
                    <a:pt x="2451" y="4359"/>
                  </a:cubicBezTo>
                  <a:cubicBezTo>
                    <a:pt x="2412" y="4359"/>
                    <a:pt x="2370" y="4347"/>
                    <a:pt x="2335" y="4323"/>
                  </a:cubicBezTo>
                  <a:lnTo>
                    <a:pt x="2096" y="4085"/>
                  </a:lnTo>
                  <a:cubicBezTo>
                    <a:pt x="2073" y="4037"/>
                    <a:pt x="2049" y="4013"/>
                    <a:pt x="2049" y="3966"/>
                  </a:cubicBezTo>
                  <a:cubicBezTo>
                    <a:pt x="2049" y="3942"/>
                    <a:pt x="2073" y="3894"/>
                    <a:pt x="2096" y="3870"/>
                  </a:cubicBezTo>
                  <a:lnTo>
                    <a:pt x="4002" y="1965"/>
                  </a:lnTo>
                  <a:cubicBezTo>
                    <a:pt x="4025" y="1942"/>
                    <a:pt x="4073" y="1918"/>
                    <a:pt x="4097" y="1918"/>
                  </a:cubicBezTo>
                  <a:close/>
                  <a:moveTo>
                    <a:pt x="1715" y="1"/>
                  </a:moveTo>
                  <a:cubicBezTo>
                    <a:pt x="1620" y="1"/>
                    <a:pt x="1525" y="36"/>
                    <a:pt x="1453" y="108"/>
                  </a:cubicBezTo>
                  <a:lnTo>
                    <a:pt x="144" y="1418"/>
                  </a:lnTo>
                  <a:cubicBezTo>
                    <a:pt x="1" y="1560"/>
                    <a:pt x="1" y="1799"/>
                    <a:pt x="144" y="1942"/>
                  </a:cubicBezTo>
                  <a:lnTo>
                    <a:pt x="477" y="2275"/>
                  </a:lnTo>
                  <a:cubicBezTo>
                    <a:pt x="548" y="2346"/>
                    <a:pt x="644" y="2394"/>
                    <a:pt x="739" y="2394"/>
                  </a:cubicBezTo>
                  <a:cubicBezTo>
                    <a:pt x="834" y="2394"/>
                    <a:pt x="953" y="2346"/>
                    <a:pt x="1025" y="2275"/>
                  </a:cubicBezTo>
                  <a:lnTo>
                    <a:pt x="1263" y="2037"/>
                  </a:lnTo>
                  <a:lnTo>
                    <a:pt x="1811" y="2584"/>
                  </a:lnTo>
                  <a:lnTo>
                    <a:pt x="1882" y="3609"/>
                  </a:lnTo>
                  <a:lnTo>
                    <a:pt x="1858" y="3632"/>
                  </a:lnTo>
                  <a:cubicBezTo>
                    <a:pt x="1763" y="3728"/>
                    <a:pt x="1715" y="3847"/>
                    <a:pt x="1715" y="3966"/>
                  </a:cubicBezTo>
                  <a:cubicBezTo>
                    <a:pt x="1715" y="4109"/>
                    <a:pt x="1763" y="4228"/>
                    <a:pt x="1858" y="4323"/>
                  </a:cubicBezTo>
                  <a:lnTo>
                    <a:pt x="2096" y="4561"/>
                  </a:lnTo>
                  <a:cubicBezTo>
                    <a:pt x="2192" y="4656"/>
                    <a:pt x="2335" y="4704"/>
                    <a:pt x="2454" y="4704"/>
                  </a:cubicBezTo>
                  <a:cubicBezTo>
                    <a:pt x="2573" y="4704"/>
                    <a:pt x="2692" y="4656"/>
                    <a:pt x="2787" y="4585"/>
                  </a:cubicBezTo>
                  <a:lnTo>
                    <a:pt x="3597" y="5395"/>
                  </a:lnTo>
                  <a:cubicBezTo>
                    <a:pt x="3620" y="5418"/>
                    <a:pt x="3668" y="5442"/>
                    <a:pt x="3716" y="5442"/>
                  </a:cubicBezTo>
                  <a:cubicBezTo>
                    <a:pt x="3763" y="5442"/>
                    <a:pt x="3811" y="5418"/>
                    <a:pt x="3835" y="5395"/>
                  </a:cubicBezTo>
                  <a:cubicBezTo>
                    <a:pt x="3906" y="5323"/>
                    <a:pt x="3906" y="5204"/>
                    <a:pt x="3835" y="5156"/>
                  </a:cubicBezTo>
                  <a:lnTo>
                    <a:pt x="3025" y="4323"/>
                  </a:lnTo>
                  <a:lnTo>
                    <a:pt x="3239" y="4109"/>
                  </a:lnTo>
                  <a:lnTo>
                    <a:pt x="4073" y="4918"/>
                  </a:lnTo>
                  <a:cubicBezTo>
                    <a:pt x="4097" y="4966"/>
                    <a:pt x="4144" y="4966"/>
                    <a:pt x="4192" y="4966"/>
                  </a:cubicBezTo>
                  <a:cubicBezTo>
                    <a:pt x="4216" y="4966"/>
                    <a:pt x="4263" y="4966"/>
                    <a:pt x="4311" y="4918"/>
                  </a:cubicBezTo>
                  <a:cubicBezTo>
                    <a:pt x="4359" y="4847"/>
                    <a:pt x="4359" y="4752"/>
                    <a:pt x="4311" y="4680"/>
                  </a:cubicBezTo>
                  <a:lnTo>
                    <a:pt x="3478" y="3870"/>
                  </a:lnTo>
                  <a:lnTo>
                    <a:pt x="3954" y="3394"/>
                  </a:lnTo>
                  <a:lnTo>
                    <a:pt x="4787" y="4204"/>
                  </a:lnTo>
                  <a:cubicBezTo>
                    <a:pt x="4811" y="4228"/>
                    <a:pt x="4859" y="4251"/>
                    <a:pt x="4906" y="4251"/>
                  </a:cubicBezTo>
                  <a:cubicBezTo>
                    <a:pt x="4954" y="4251"/>
                    <a:pt x="4978" y="4228"/>
                    <a:pt x="5026" y="4204"/>
                  </a:cubicBezTo>
                  <a:cubicBezTo>
                    <a:pt x="5097" y="4132"/>
                    <a:pt x="5097" y="4037"/>
                    <a:pt x="5026" y="3966"/>
                  </a:cubicBezTo>
                  <a:lnTo>
                    <a:pt x="4216" y="3156"/>
                  </a:lnTo>
                  <a:lnTo>
                    <a:pt x="4454" y="2894"/>
                  </a:lnTo>
                  <a:lnTo>
                    <a:pt x="5287" y="3704"/>
                  </a:lnTo>
                  <a:cubicBezTo>
                    <a:pt x="5311" y="3739"/>
                    <a:pt x="5353" y="3757"/>
                    <a:pt x="5398" y="3757"/>
                  </a:cubicBezTo>
                  <a:cubicBezTo>
                    <a:pt x="5442" y="3757"/>
                    <a:pt x="5490" y="3739"/>
                    <a:pt x="5526" y="3704"/>
                  </a:cubicBezTo>
                  <a:cubicBezTo>
                    <a:pt x="5597" y="3632"/>
                    <a:pt x="5597" y="3537"/>
                    <a:pt x="5526" y="3466"/>
                  </a:cubicBezTo>
                  <a:lnTo>
                    <a:pt x="4716" y="2656"/>
                  </a:lnTo>
                  <a:cubicBezTo>
                    <a:pt x="4883" y="2465"/>
                    <a:pt x="4883" y="2156"/>
                    <a:pt x="4692" y="1965"/>
                  </a:cubicBezTo>
                  <a:lnTo>
                    <a:pt x="4454" y="1727"/>
                  </a:lnTo>
                  <a:cubicBezTo>
                    <a:pt x="4359" y="1632"/>
                    <a:pt x="4234" y="1584"/>
                    <a:pt x="4109" y="1584"/>
                  </a:cubicBezTo>
                  <a:cubicBezTo>
                    <a:pt x="3984" y="1584"/>
                    <a:pt x="3859" y="1632"/>
                    <a:pt x="3763" y="1727"/>
                  </a:cubicBezTo>
                  <a:lnTo>
                    <a:pt x="3644" y="1822"/>
                  </a:lnTo>
                  <a:lnTo>
                    <a:pt x="2620" y="1775"/>
                  </a:lnTo>
                  <a:lnTo>
                    <a:pt x="2073" y="1227"/>
                  </a:lnTo>
                  <a:lnTo>
                    <a:pt x="2311" y="989"/>
                  </a:lnTo>
                  <a:cubicBezTo>
                    <a:pt x="2477" y="822"/>
                    <a:pt x="2477" y="584"/>
                    <a:pt x="2311" y="441"/>
                  </a:cubicBezTo>
                  <a:lnTo>
                    <a:pt x="1977" y="108"/>
                  </a:lnTo>
                  <a:cubicBezTo>
                    <a:pt x="1906" y="36"/>
                    <a:pt x="1811" y="1"/>
                    <a:pt x="17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5" name="Google Shape;5305;p59"/>
            <p:cNvSpPr/>
            <p:nvPr/>
          </p:nvSpPr>
          <p:spPr>
            <a:xfrm>
              <a:off x="2149450" y="2951781"/>
              <a:ext cx="193250" cy="191804"/>
            </a:xfrm>
            <a:custGeom>
              <a:avLst/>
              <a:gdLst/>
              <a:ahLst/>
              <a:cxnLst/>
              <a:rect l="l" t="t" r="r" b="b"/>
              <a:pathLst>
                <a:path w="5478" h="5437" extrusionOk="0">
                  <a:moveTo>
                    <a:pt x="3073" y="2459"/>
                  </a:moveTo>
                  <a:lnTo>
                    <a:pt x="3263" y="2650"/>
                  </a:lnTo>
                  <a:cubicBezTo>
                    <a:pt x="3287" y="2674"/>
                    <a:pt x="3287" y="2697"/>
                    <a:pt x="3287" y="2721"/>
                  </a:cubicBezTo>
                  <a:cubicBezTo>
                    <a:pt x="3287" y="2769"/>
                    <a:pt x="3287" y="2793"/>
                    <a:pt x="3263" y="2816"/>
                  </a:cubicBezTo>
                  <a:lnTo>
                    <a:pt x="2835" y="3245"/>
                  </a:lnTo>
                  <a:cubicBezTo>
                    <a:pt x="2811" y="3269"/>
                    <a:pt x="2781" y="3281"/>
                    <a:pt x="2751" y="3281"/>
                  </a:cubicBezTo>
                  <a:cubicBezTo>
                    <a:pt x="2721" y="3281"/>
                    <a:pt x="2692" y="3269"/>
                    <a:pt x="2668" y="3245"/>
                  </a:cubicBezTo>
                  <a:lnTo>
                    <a:pt x="2477" y="3055"/>
                  </a:lnTo>
                  <a:lnTo>
                    <a:pt x="3073" y="2459"/>
                  </a:lnTo>
                  <a:close/>
                  <a:moveTo>
                    <a:pt x="1882" y="0"/>
                  </a:moveTo>
                  <a:cubicBezTo>
                    <a:pt x="1840" y="0"/>
                    <a:pt x="1799" y="18"/>
                    <a:pt x="1763" y="54"/>
                  </a:cubicBezTo>
                  <a:cubicBezTo>
                    <a:pt x="1691" y="125"/>
                    <a:pt x="1691" y="245"/>
                    <a:pt x="1763" y="292"/>
                  </a:cubicBezTo>
                  <a:lnTo>
                    <a:pt x="2811" y="1340"/>
                  </a:lnTo>
                  <a:cubicBezTo>
                    <a:pt x="2835" y="1364"/>
                    <a:pt x="2835" y="1364"/>
                    <a:pt x="2835" y="1388"/>
                  </a:cubicBezTo>
                  <a:lnTo>
                    <a:pt x="2954" y="2078"/>
                  </a:lnTo>
                  <a:lnTo>
                    <a:pt x="2954" y="2102"/>
                  </a:lnTo>
                  <a:lnTo>
                    <a:pt x="2906" y="2150"/>
                  </a:lnTo>
                  <a:lnTo>
                    <a:pt x="2596" y="1816"/>
                  </a:lnTo>
                  <a:cubicBezTo>
                    <a:pt x="2561" y="1781"/>
                    <a:pt x="2513" y="1763"/>
                    <a:pt x="2468" y="1763"/>
                  </a:cubicBezTo>
                  <a:cubicBezTo>
                    <a:pt x="2424" y="1763"/>
                    <a:pt x="2382" y="1781"/>
                    <a:pt x="2358" y="1816"/>
                  </a:cubicBezTo>
                  <a:cubicBezTo>
                    <a:pt x="2287" y="1888"/>
                    <a:pt x="2287" y="2007"/>
                    <a:pt x="2358" y="2054"/>
                  </a:cubicBezTo>
                  <a:lnTo>
                    <a:pt x="2668" y="2388"/>
                  </a:lnTo>
                  <a:lnTo>
                    <a:pt x="2406" y="2650"/>
                  </a:lnTo>
                  <a:lnTo>
                    <a:pt x="906" y="1149"/>
                  </a:lnTo>
                  <a:cubicBezTo>
                    <a:pt x="870" y="1126"/>
                    <a:pt x="828" y="1114"/>
                    <a:pt x="787" y="1114"/>
                  </a:cubicBezTo>
                  <a:cubicBezTo>
                    <a:pt x="745" y="1114"/>
                    <a:pt x="703" y="1126"/>
                    <a:pt x="667" y="1149"/>
                  </a:cubicBezTo>
                  <a:cubicBezTo>
                    <a:pt x="596" y="1221"/>
                    <a:pt x="596" y="1340"/>
                    <a:pt x="667" y="1388"/>
                  </a:cubicBezTo>
                  <a:lnTo>
                    <a:pt x="2144" y="2888"/>
                  </a:lnTo>
                  <a:lnTo>
                    <a:pt x="2120" y="2936"/>
                  </a:lnTo>
                  <a:lnTo>
                    <a:pt x="2096" y="2936"/>
                  </a:lnTo>
                  <a:lnTo>
                    <a:pt x="1406" y="2816"/>
                  </a:lnTo>
                  <a:cubicBezTo>
                    <a:pt x="1382" y="2816"/>
                    <a:pt x="1382" y="2816"/>
                    <a:pt x="1358" y="2793"/>
                  </a:cubicBezTo>
                  <a:lnTo>
                    <a:pt x="310" y="1745"/>
                  </a:lnTo>
                  <a:cubicBezTo>
                    <a:pt x="274" y="1709"/>
                    <a:pt x="233" y="1691"/>
                    <a:pt x="191" y="1691"/>
                  </a:cubicBezTo>
                  <a:cubicBezTo>
                    <a:pt x="149" y="1691"/>
                    <a:pt x="108" y="1709"/>
                    <a:pt x="72" y="1745"/>
                  </a:cubicBezTo>
                  <a:cubicBezTo>
                    <a:pt x="1" y="1816"/>
                    <a:pt x="1" y="1912"/>
                    <a:pt x="72" y="1983"/>
                  </a:cubicBezTo>
                  <a:lnTo>
                    <a:pt x="1120" y="3031"/>
                  </a:lnTo>
                  <a:cubicBezTo>
                    <a:pt x="1191" y="3102"/>
                    <a:pt x="1263" y="3126"/>
                    <a:pt x="1334" y="3150"/>
                  </a:cubicBezTo>
                  <a:lnTo>
                    <a:pt x="2049" y="3293"/>
                  </a:lnTo>
                  <a:lnTo>
                    <a:pt x="2096" y="3293"/>
                  </a:lnTo>
                  <a:cubicBezTo>
                    <a:pt x="2144" y="3293"/>
                    <a:pt x="2168" y="3293"/>
                    <a:pt x="2215" y="3269"/>
                  </a:cubicBezTo>
                  <a:lnTo>
                    <a:pt x="2430" y="3483"/>
                  </a:lnTo>
                  <a:cubicBezTo>
                    <a:pt x="2501" y="3579"/>
                    <a:pt x="2620" y="3626"/>
                    <a:pt x="2739" y="3626"/>
                  </a:cubicBezTo>
                  <a:cubicBezTo>
                    <a:pt x="2858" y="3626"/>
                    <a:pt x="2977" y="3579"/>
                    <a:pt x="3073" y="3483"/>
                  </a:cubicBezTo>
                  <a:lnTo>
                    <a:pt x="3168" y="3388"/>
                  </a:lnTo>
                  <a:lnTo>
                    <a:pt x="5168" y="5388"/>
                  </a:lnTo>
                  <a:cubicBezTo>
                    <a:pt x="5192" y="5436"/>
                    <a:pt x="5240" y="5436"/>
                    <a:pt x="5287" y="5436"/>
                  </a:cubicBezTo>
                  <a:cubicBezTo>
                    <a:pt x="5335" y="5436"/>
                    <a:pt x="5383" y="5436"/>
                    <a:pt x="5407" y="5388"/>
                  </a:cubicBezTo>
                  <a:cubicBezTo>
                    <a:pt x="5478" y="5317"/>
                    <a:pt x="5478" y="5222"/>
                    <a:pt x="5407" y="5150"/>
                  </a:cubicBezTo>
                  <a:lnTo>
                    <a:pt x="3406" y="3150"/>
                  </a:lnTo>
                  <a:lnTo>
                    <a:pt x="3501" y="3055"/>
                  </a:lnTo>
                  <a:cubicBezTo>
                    <a:pt x="3597" y="2959"/>
                    <a:pt x="3644" y="2840"/>
                    <a:pt x="3644" y="2721"/>
                  </a:cubicBezTo>
                  <a:cubicBezTo>
                    <a:pt x="3644" y="2602"/>
                    <a:pt x="3597" y="2483"/>
                    <a:pt x="3501" y="2412"/>
                  </a:cubicBezTo>
                  <a:lnTo>
                    <a:pt x="3287" y="2197"/>
                  </a:lnTo>
                  <a:cubicBezTo>
                    <a:pt x="3311" y="2126"/>
                    <a:pt x="3311" y="2078"/>
                    <a:pt x="3311" y="2031"/>
                  </a:cubicBezTo>
                  <a:lnTo>
                    <a:pt x="3168" y="1316"/>
                  </a:lnTo>
                  <a:cubicBezTo>
                    <a:pt x="3144" y="1245"/>
                    <a:pt x="3120" y="1173"/>
                    <a:pt x="3049" y="1102"/>
                  </a:cubicBezTo>
                  <a:lnTo>
                    <a:pt x="2001" y="54"/>
                  </a:lnTo>
                  <a:cubicBezTo>
                    <a:pt x="1965" y="18"/>
                    <a:pt x="1924" y="0"/>
                    <a:pt x="18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6" name="Google Shape;5306;p59"/>
            <p:cNvSpPr/>
            <p:nvPr/>
          </p:nvSpPr>
          <p:spPr>
            <a:xfrm>
              <a:off x="2188115" y="2972771"/>
              <a:ext cx="36971" cy="35524"/>
            </a:xfrm>
            <a:custGeom>
              <a:avLst/>
              <a:gdLst/>
              <a:ahLst/>
              <a:cxnLst/>
              <a:rect l="l" t="t" r="r" b="b"/>
              <a:pathLst>
                <a:path w="1048" h="1007" extrusionOk="0">
                  <a:moveTo>
                    <a:pt x="200" y="1"/>
                  </a:moveTo>
                  <a:cubicBezTo>
                    <a:pt x="155" y="1"/>
                    <a:pt x="107" y="19"/>
                    <a:pt x="72" y="54"/>
                  </a:cubicBezTo>
                  <a:cubicBezTo>
                    <a:pt x="0" y="126"/>
                    <a:pt x="0" y="221"/>
                    <a:pt x="72" y="293"/>
                  </a:cubicBezTo>
                  <a:lnTo>
                    <a:pt x="738" y="959"/>
                  </a:lnTo>
                  <a:cubicBezTo>
                    <a:pt x="762" y="983"/>
                    <a:pt x="810" y="1007"/>
                    <a:pt x="857" y="1007"/>
                  </a:cubicBezTo>
                  <a:cubicBezTo>
                    <a:pt x="905" y="1007"/>
                    <a:pt x="953" y="983"/>
                    <a:pt x="976" y="959"/>
                  </a:cubicBezTo>
                  <a:cubicBezTo>
                    <a:pt x="1048" y="888"/>
                    <a:pt x="1048" y="769"/>
                    <a:pt x="976" y="721"/>
                  </a:cubicBezTo>
                  <a:lnTo>
                    <a:pt x="310" y="54"/>
                  </a:lnTo>
                  <a:cubicBezTo>
                    <a:pt x="286" y="19"/>
                    <a:pt x="244" y="1"/>
                    <a:pt x="2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4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4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4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4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4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42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42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4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4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2" grpId="0" build="p"/>
      <p:bldP spid="4293" grpId="0"/>
      <p:bldP spid="4294" grpId="0" build="p"/>
      <p:bldP spid="4295" grpId="0" build="p"/>
      <p:bldP spid="4296" grpId="0" build="p"/>
      <p:bldP spid="4297" grpId="0" animBg="1"/>
      <p:bldP spid="429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3"/>
        </a:solidFill>
        <a:effectLst/>
      </p:bgPr>
    </p:bg>
    <p:spTree>
      <p:nvGrpSpPr>
        <p:cNvPr id="1" name="Shape 4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7" name="Google Shape;4347;p44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SECURITY &amp; PRIVACY MEASURES</a:t>
            </a:r>
            <a:endParaRPr lang="en-US" altLang="en-GB" b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348" name="Google Shape;4348;p44"/>
          <p:cNvSpPr txBox="1"/>
          <p:nvPr/>
        </p:nvSpPr>
        <p:spPr>
          <a:xfrm>
            <a:off x="857575" y="2758580"/>
            <a:ext cx="2241000" cy="17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11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End-to-end encryption for sensitive data</a:t>
            </a:r>
            <a:endParaRPr lang="en-US" altLang="en-US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  <a:p>
            <a:pPr marL="3111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JWT authentication with refresh tokens</a:t>
            </a:r>
            <a:endParaRPr lang="en-US" altLang="en-US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  <a:p>
            <a:pPr marL="3111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Role-Based Access Control (RBAC</a:t>
            </a:r>
            <a:endParaRPr lang="en-US" altLang="en-US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</p:txBody>
      </p:sp>
      <p:sp>
        <p:nvSpPr>
          <p:cNvPr id="4349" name="Google Shape;4349;p44"/>
          <p:cNvSpPr/>
          <p:nvPr/>
        </p:nvSpPr>
        <p:spPr>
          <a:xfrm>
            <a:off x="1520875" y="1297794"/>
            <a:ext cx="914400" cy="914400"/>
          </a:xfrm>
          <a:prstGeom prst="ellipse">
            <a:avLst/>
          </a:prstGeom>
          <a:solidFill>
            <a:srgbClr val="1880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50" name="Google Shape;4350;p44"/>
          <p:cNvSpPr txBox="1"/>
          <p:nvPr/>
        </p:nvSpPr>
        <p:spPr>
          <a:xfrm>
            <a:off x="857575" y="2368774"/>
            <a:ext cx="22410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Data Protection</a:t>
            </a:r>
            <a:endParaRPr lang="en-US" altLang="en-GB" sz="1800" b="1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</p:txBody>
      </p:sp>
      <p:sp>
        <p:nvSpPr>
          <p:cNvPr id="4351" name="Google Shape;4351;p44"/>
          <p:cNvSpPr/>
          <p:nvPr/>
        </p:nvSpPr>
        <p:spPr>
          <a:xfrm>
            <a:off x="4114800" y="1297794"/>
            <a:ext cx="914400" cy="914400"/>
          </a:xfrm>
          <a:prstGeom prst="ellipse">
            <a:avLst/>
          </a:prstGeom>
          <a:solidFill>
            <a:srgbClr val="1880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52" name="Google Shape;4352;p44"/>
          <p:cNvSpPr txBox="1"/>
          <p:nvPr/>
        </p:nvSpPr>
        <p:spPr>
          <a:xfrm>
            <a:off x="3451500" y="2368774"/>
            <a:ext cx="22410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Compliance</a:t>
            </a:r>
            <a:endParaRPr lang="en-US" altLang="en-GB" sz="1800" b="1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</p:txBody>
      </p:sp>
      <p:sp>
        <p:nvSpPr>
          <p:cNvPr id="4353" name="Google Shape;4353;p44"/>
          <p:cNvSpPr txBox="1"/>
          <p:nvPr/>
        </p:nvSpPr>
        <p:spPr>
          <a:xfrm>
            <a:off x="3452085" y="2758572"/>
            <a:ext cx="2241000" cy="17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11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Pakistan Medical Commission guidelines</a:t>
            </a:r>
            <a:endParaRPr lang="en-US" altLang="en-US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  <a:p>
            <a:pPr marL="3111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Data privacy regulations compliance</a:t>
            </a:r>
            <a:endParaRPr lang="en-US" altLang="en-US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  <a:p>
            <a:pPr marL="3111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Medical disclaimers and user consent</a:t>
            </a:r>
            <a:endParaRPr lang="en-US" altLang="en-US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</p:txBody>
      </p:sp>
      <p:sp>
        <p:nvSpPr>
          <p:cNvPr id="4354" name="Google Shape;4354;p44"/>
          <p:cNvSpPr/>
          <p:nvPr/>
        </p:nvSpPr>
        <p:spPr>
          <a:xfrm>
            <a:off x="6708725" y="1297794"/>
            <a:ext cx="914400" cy="914400"/>
          </a:xfrm>
          <a:prstGeom prst="ellipse">
            <a:avLst/>
          </a:prstGeom>
          <a:solidFill>
            <a:srgbClr val="1880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55" name="Google Shape;4355;p44"/>
          <p:cNvSpPr txBox="1"/>
          <p:nvPr/>
        </p:nvSpPr>
        <p:spPr>
          <a:xfrm>
            <a:off x="6045425" y="2368774"/>
            <a:ext cx="22410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Security Features</a:t>
            </a:r>
            <a:endParaRPr lang="en-US" altLang="en-GB" sz="1800" b="1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</p:txBody>
      </p:sp>
      <p:cxnSp>
        <p:nvCxnSpPr>
          <p:cNvPr id="4358" name="Google Shape;4358;p44"/>
          <p:cNvCxnSpPr>
            <a:stCxn id="4349" idx="6"/>
            <a:endCxn id="4351" idx="2"/>
          </p:cNvCxnSpPr>
          <p:nvPr/>
        </p:nvCxnSpPr>
        <p:spPr>
          <a:xfrm>
            <a:off x="2435275" y="1754994"/>
            <a:ext cx="1679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59" name="Google Shape;4359;p44"/>
          <p:cNvCxnSpPr>
            <a:stCxn id="4351" idx="6"/>
            <a:endCxn id="4354" idx="2"/>
          </p:cNvCxnSpPr>
          <p:nvPr/>
        </p:nvCxnSpPr>
        <p:spPr>
          <a:xfrm>
            <a:off x="5029200" y="1754994"/>
            <a:ext cx="1679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4353;p44"/>
          <p:cNvSpPr txBox="1"/>
          <p:nvPr/>
        </p:nvSpPr>
        <p:spPr>
          <a:xfrm>
            <a:off x="6046060" y="2759207"/>
            <a:ext cx="2241000" cy="17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11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HTTPS-only communication</a:t>
            </a:r>
            <a:endParaRPr lang="en-US" altLang="en-US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  <a:p>
            <a:pPr marL="3111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Input validation and sanitization</a:t>
            </a:r>
            <a:endParaRPr lang="en-US" altLang="en-US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  <a:p>
            <a:pPr marL="3111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Comprehensive audit logging</a:t>
            </a:r>
            <a:endParaRPr lang="en-US" altLang="en-US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</p:txBody>
      </p:sp>
      <p:grpSp>
        <p:nvGrpSpPr>
          <p:cNvPr id="5463" name="Google Shape;5463;p59"/>
          <p:cNvGrpSpPr/>
          <p:nvPr/>
        </p:nvGrpSpPr>
        <p:grpSpPr>
          <a:xfrm>
            <a:off x="1817370" y="1492250"/>
            <a:ext cx="331470" cy="476250"/>
            <a:chOff x="4766478" y="2085588"/>
            <a:chExt cx="297460" cy="408549"/>
          </a:xfrm>
          <a:solidFill>
            <a:srgbClr val="F9FBEE"/>
          </a:solidFill>
        </p:grpSpPr>
        <p:sp>
          <p:nvSpPr>
            <p:cNvPr id="5464" name="Google Shape;5464;p59"/>
            <p:cNvSpPr/>
            <p:nvPr/>
          </p:nvSpPr>
          <p:spPr>
            <a:xfrm>
              <a:off x="4766478" y="2085588"/>
              <a:ext cx="297460" cy="408549"/>
            </a:xfrm>
            <a:custGeom>
              <a:avLst/>
              <a:gdLst/>
              <a:ahLst/>
              <a:cxnLst/>
              <a:rect l="l" t="t" r="r" b="b"/>
              <a:pathLst>
                <a:path w="8432" h="11581" extrusionOk="0">
                  <a:moveTo>
                    <a:pt x="4252" y="1"/>
                  </a:moveTo>
                  <a:cubicBezTo>
                    <a:pt x="4180" y="1"/>
                    <a:pt x="4109" y="19"/>
                    <a:pt x="4049" y="54"/>
                  </a:cubicBezTo>
                  <a:lnTo>
                    <a:pt x="3597" y="340"/>
                  </a:lnTo>
                  <a:cubicBezTo>
                    <a:pt x="3168" y="602"/>
                    <a:pt x="2692" y="816"/>
                    <a:pt x="2216" y="983"/>
                  </a:cubicBezTo>
                  <a:cubicBezTo>
                    <a:pt x="2120" y="1007"/>
                    <a:pt x="2073" y="1102"/>
                    <a:pt x="2096" y="1198"/>
                  </a:cubicBezTo>
                  <a:cubicBezTo>
                    <a:pt x="2116" y="1276"/>
                    <a:pt x="2185" y="1323"/>
                    <a:pt x="2262" y="1323"/>
                  </a:cubicBezTo>
                  <a:cubicBezTo>
                    <a:pt x="2278" y="1323"/>
                    <a:pt x="2294" y="1321"/>
                    <a:pt x="2311" y="1317"/>
                  </a:cubicBezTo>
                  <a:cubicBezTo>
                    <a:pt x="2835" y="1150"/>
                    <a:pt x="3311" y="912"/>
                    <a:pt x="3763" y="626"/>
                  </a:cubicBezTo>
                  <a:lnTo>
                    <a:pt x="4216" y="340"/>
                  </a:lnTo>
                  <a:lnTo>
                    <a:pt x="4264" y="340"/>
                  </a:lnTo>
                  <a:lnTo>
                    <a:pt x="4716" y="626"/>
                  </a:lnTo>
                  <a:cubicBezTo>
                    <a:pt x="5573" y="1150"/>
                    <a:pt x="6550" y="1483"/>
                    <a:pt x="7526" y="1602"/>
                  </a:cubicBezTo>
                  <a:lnTo>
                    <a:pt x="8050" y="1674"/>
                  </a:lnTo>
                  <a:cubicBezTo>
                    <a:pt x="8074" y="1674"/>
                    <a:pt x="8098" y="1698"/>
                    <a:pt x="8098" y="1721"/>
                  </a:cubicBezTo>
                  <a:lnTo>
                    <a:pt x="8098" y="7508"/>
                  </a:lnTo>
                  <a:cubicBezTo>
                    <a:pt x="8098" y="8413"/>
                    <a:pt x="7764" y="9247"/>
                    <a:pt x="7121" y="9890"/>
                  </a:cubicBezTo>
                  <a:cubicBezTo>
                    <a:pt x="6764" y="10247"/>
                    <a:pt x="6335" y="10509"/>
                    <a:pt x="5859" y="10676"/>
                  </a:cubicBezTo>
                  <a:lnTo>
                    <a:pt x="4287" y="11223"/>
                  </a:lnTo>
                  <a:cubicBezTo>
                    <a:pt x="4264" y="11235"/>
                    <a:pt x="4240" y="11241"/>
                    <a:pt x="4219" y="11241"/>
                  </a:cubicBezTo>
                  <a:cubicBezTo>
                    <a:pt x="4198" y="11241"/>
                    <a:pt x="4180" y="11235"/>
                    <a:pt x="4168" y="11223"/>
                  </a:cubicBezTo>
                  <a:lnTo>
                    <a:pt x="2597" y="10676"/>
                  </a:lnTo>
                  <a:cubicBezTo>
                    <a:pt x="2120" y="10509"/>
                    <a:pt x="1692" y="10247"/>
                    <a:pt x="1334" y="9890"/>
                  </a:cubicBezTo>
                  <a:cubicBezTo>
                    <a:pt x="691" y="9247"/>
                    <a:pt x="334" y="8413"/>
                    <a:pt x="334" y="7508"/>
                  </a:cubicBezTo>
                  <a:lnTo>
                    <a:pt x="334" y="1721"/>
                  </a:lnTo>
                  <a:cubicBezTo>
                    <a:pt x="334" y="1698"/>
                    <a:pt x="358" y="1674"/>
                    <a:pt x="382" y="1674"/>
                  </a:cubicBezTo>
                  <a:lnTo>
                    <a:pt x="906" y="1602"/>
                  </a:lnTo>
                  <a:cubicBezTo>
                    <a:pt x="1120" y="1579"/>
                    <a:pt x="1334" y="1555"/>
                    <a:pt x="1525" y="1507"/>
                  </a:cubicBezTo>
                  <a:cubicBezTo>
                    <a:pt x="1620" y="1483"/>
                    <a:pt x="1692" y="1412"/>
                    <a:pt x="1668" y="1317"/>
                  </a:cubicBezTo>
                  <a:cubicBezTo>
                    <a:pt x="1668" y="1234"/>
                    <a:pt x="1596" y="1169"/>
                    <a:pt x="1515" y="1169"/>
                  </a:cubicBezTo>
                  <a:cubicBezTo>
                    <a:pt x="1502" y="1169"/>
                    <a:pt x="1490" y="1171"/>
                    <a:pt x="1477" y="1174"/>
                  </a:cubicBezTo>
                  <a:cubicBezTo>
                    <a:pt x="1263" y="1221"/>
                    <a:pt x="1072" y="1245"/>
                    <a:pt x="858" y="1269"/>
                  </a:cubicBezTo>
                  <a:lnTo>
                    <a:pt x="358" y="1340"/>
                  </a:lnTo>
                  <a:cubicBezTo>
                    <a:pt x="144" y="1364"/>
                    <a:pt x="1" y="1531"/>
                    <a:pt x="1" y="1721"/>
                  </a:cubicBezTo>
                  <a:lnTo>
                    <a:pt x="1" y="7508"/>
                  </a:lnTo>
                  <a:cubicBezTo>
                    <a:pt x="1" y="8485"/>
                    <a:pt x="382" y="9413"/>
                    <a:pt x="1096" y="10128"/>
                  </a:cubicBezTo>
                  <a:cubicBezTo>
                    <a:pt x="1477" y="10509"/>
                    <a:pt x="1954" y="10819"/>
                    <a:pt x="2477" y="11009"/>
                  </a:cubicBezTo>
                  <a:lnTo>
                    <a:pt x="4049" y="11557"/>
                  </a:lnTo>
                  <a:cubicBezTo>
                    <a:pt x="4097" y="11581"/>
                    <a:pt x="4168" y="11581"/>
                    <a:pt x="4216" y="11581"/>
                  </a:cubicBezTo>
                  <a:cubicBezTo>
                    <a:pt x="4287" y="11581"/>
                    <a:pt x="4335" y="11581"/>
                    <a:pt x="4406" y="11557"/>
                  </a:cubicBezTo>
                  <a:lnTo>
                    <a:pt x="5978" y="11009"/>
                  </a:lnTo>
                  <a:cubicBezTo>
                    <a:pt x="6478" y="10819"/>
                    <a:pt x="6978" y="10509"/>
                    <a:pt x="7359" y="10128"/>
                  </a:cubicBezTo>
                  <a:cubicBezTo>
                    <a:pt x="8050" y="9413"/>
                    <a:pt x="8431" y="8485"/>
                    <a:pt x="8431" y="7508"/>
                  </a:cubicBezTo>
                  <a:lnTo>
                    <a:pt x="8431" y="1721"/>
                  </a:lnTo>
                  <a:cubicBezTo>
                    <a:pt x="8431" y="1531"/>
                    <a:pt x="8288" y="1364"/>
                    <a:pt x="8098" y="1340"/>
                  </a:cubicBezTo>
                  <a:lnTo>
                    <a:pt x="7574" y="1269"/>
                  </a:lnTo>
                  <a:cubicBezTo>
                    <a:pt x="6621" y="1174"/>
                    <a:pt x="5716" y="840"/>
                    <a:pt x="4907" y="340"/>
                  </a:cubicBezTo>
                  <a:lnTo>
                    <a:pt x="4454" y="54"/>
                  </a:lnTo>
                  <a:cubicBezTo>
                    <a:pt x="4395" y="19"/>
                    <a:pt x="4323" y="1"/>
                    <a:pt x="42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65" name="Google Shape;5465;p59"/>
            <p:cNvSpPr/>
            <p:nvPr/>
          </p:nvSpPr>
          <p:spPr>
            <a:xfrm>
              <a:off x="4790856" y="2112259"/>
              <a:ext cx="249553" cy="357502"/>
            </a:xfrm>
            <a:custGeom>
              <a:avLst/>
              <a:gdLst/>
              <a:ahLst/>
              <a:cxnLst/>
              <a:rect l="l" t="t" r="r" b="b"/>
              <a:pathLst>
                <a:path w="7074" h="10134" extrusionOk="0">
                  <a:moveTo>
                    <a:pt x="3534" y="1"/>
                  </a:moveTo>
                  <a:cubicBezTo>
                    <a:pt x="3501" y="1"/>
                    <a:pt x="3465" y="13"/>
                    <a:pt x="3430" y="37"/>
                  </a:cubicBezTo>
                  <a:lnTo>
                    <a:pt x="3239" y="156"/>
                  </a:lnTo>
                  <a:cubicBezTo>
                    <a:pt x="2334" y="703"/>
                    <a:pt x="1310" y="1061"/>
                    <a:pt x="262" y="1180"/>
                  </a:cubicBezTo>
                  <a:lnTo>
                    <a:pt x="143" y="1204"/>
                  </a:lnTo>
                  <a:cubicBezTo>
                    <a:pt x="48" y="1204"/>
                    <a:pt x="0" y="1299"/>
                    <a:pt x="0" y="1370"/>
                  </a:cubicBezTo>
                  <a:lnTo>
                    <a:pt x="0" y="6752"/>
                  </a:lnTo>
                  <a:cubicBezTo>
                    <a:pt x="0" y="7562"/>
                    <a:pt x="310" y="8324"/>
                    <a:pt x="882" y="8896"/>
                  </a:cubicBezTo>
                  <a:cubicBezTo>
                    <a:pt x="1191" y="9205"/>
                    <a:pt x="1596" y="9467"/>
                    <a:pt x="2001" y="9610"/>
                  </a:cubicBezTo>
                  <a:lnTo>
                    <a:pt x="3477" y="10134"/>
                  </a:lnTo>
                  <a:lnTo>
                    <a:pt x="3596" y="10134"/>
                  </a:lnTo>
                  <a:lnTo>
                    <a:pt x="5049" y="9610"/>
                  </a:lnTo>
                  <a:cubicBezTo>
                    <a:pt x="5478" y="9467"/>
                    <a:pt x="5859" y="9205"/>
                    <a:pt x="6192" y="8896"/>
                  </a:cubicBezTo>
                  <a:cubicBezTo>
                    <a:pt x="6764" y="8324"/>
                    <a:pt x="7073" y="7562"/>
                    <a:pt x="7073" y="6752"/>
                  </a:cubicBezTo>
                  <a:lnTo>
                    <a:pt x="7073" y="3966"/>
                  </a:lnTo>
                  <a:cubicBezTo>
                    <a:pt x="7073" y="3871"/>
                    <a:pt x="7002" y="3776"/>
                    <a:pt x="6907" y="3776"/>
                  </a:cubicBezTo>
                  <a:cubicBezTo>
                    <a:pt x="6811" y="3776"/>
                    <a:pt x="6740" y="3847"/>
                    <a:pt x="6740" y="3942"/>
                  </a:cubicBezTo>
                  <a:lnTo>
                    <a:pt x="6740" y="6752"/>
                  </a:lnTo>
                  <a:cubicBezTo>
                    <a:pt x="6740" y="7467"/>
                    <a:pt x="6454" y="8134"/>
                    <a:pt x="5954" y="8657"/>
                  </a:cubicBezTo>
                  <a:cubicBezTo>
                    <a:pt x="5668" y="8919"/>
                    <a:pt x="5311" y="9158"/>
                    <a:pt x="4930" y="9277"/>
                  </a:cubicBezTo>
                  <a:lnTo>
                    <a:pt x="3692" y="9729"/>
                  </a:lnTo>
                  <a:lnTo>
                    <a:pt x="3692" y="8205"/>
                  </a:lnTo>
                  <a:cubicBezTo>
                    <a:pt x="3692" y="8110"/>
                    <a:pt x="3620" y="8038"/>
                    <a:pt x="3525" y="8038"/>
                  </a:cubicBezTo>
                  <a:cubicBezTo>
                    <a:pt x="3430" y="8038"/>
                    <a:pt x="3358" y="8110"/>
                    <a:pt x="3358" y="8205"/>
                  </a:cubicBezTo>
                  <a:lnTo>
                    <a:pt x="3358" y="9729"/>
                  </a:lnTo>
                  <a:lnTo>
                    <a:pt x="2144" y="9300"/>
                  </a:lnTo>
                  <a:cubicBezTo>
                    <a:pt x="1810" y="9181"/>
                    <a:pt x="1501" y="8991"/>
                    <a:pt x="1239" y="8777"/>
                  </a:cubicBezTo>
                  <a:cubicBezTo>
                    <a:pt x="643" y="8253"/>
                    <a:pt x="334" y="7514"/>
                    <a:pt x="334" y="6752"/>
                  </a:cubicBezTo>
                  <a:lnTo>
                    <a:pt x="334" y="1513"/>
                  </a:lnTo>
                  <a:cubicBezTo>
                    <a:pt x="1405" y="1394"/>
                    <a:pt x="2453" y="1037"/>
                    <a:pt x="3358" y="465"/>
                  </a:cubicBezTo>
                  <a:lnTo>
                    <a:pt x="3358" y="1204"/>
                  </a:lnTo>
                  <a:cubicBezTo>
                    <a:pt x="3358" y="1299"/>
                    <a:pt x="3430" y="1394"/>
                    <a:pt x="3525" y="1394"/>
                  </a:cubicBezTo>
                  <a:cubicBezTo>
                    <a:pt x="3620" y="1394"/>
                    <a:pt x="3692" y="1323"/>
                    <a:pt x="3692" y="1227"/>
                  </a:cubicBezTo>
                  <a:lnTo>
                    <a:pt x="3692" y="489"/>
                  </a:lnTo>
                  <a:cubicBezTo>
                    <a:pt x="4620" y="1037"/>
                    <a:pt x="5668" y="1394"/>
                    <a:pt x="6740" y="1537"/>
                  </a:cubicBezTo>
                  <a:lnTo>
                    <a:pt x="6740" y="3228"/>
                  </a:lnTo>
                  <a:cubicBezTo>
                    <a:pt x="6740" y="3323"/>
                    <a:pt x="6811" y="3394"/>
                    <a:pt x="6907" y="3394"/>
                  </a:cubicBezTo>
                  <a:cubicBezTo>
                    <a:pt x="7002" y="3394"/>
                    <a:pt x="7073" y="3323"/>
                    <a:pt x="7073" y="3228"/>
                  </a:cubicBezTo>
                  <a:lnTo>
                    <a:pt x="7073" y="1370"/>
                  </a:lnTo>
                  <a:cubicBezTo>
                    <a:pt x="7073" y="1299"/>
                    <a:pt x="7002" y="1204"/>
                    <a:pt x="6930" y="1204"/>
                  </a:cubicBezTo>
                  <a:lnTo>
                    <a:pt x="6811" y="1180"/>
                  </a:lnTo>
                  <a:cubicBezTo>
                    <a:pt x="5763" y="1061"/>
                    <a:pt x="4716" y="703"/>
                    <a:pt x="3835" y="156"/>
                  </a:cubicBezTo>
                  <a:lnTo>
                    <a:pt x="3620" y="37"/>
                  </a:lnTo>
                  <a:cubicBezTo>
                    <a:pt x="3596" y="13"/>
                    <a:pt x="3567" y="1"/>
                    <a:pt x="35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66" name="Google Shape;5466;p59"/>
            <p:cNvSpPr/>
            <p:nvPr/>
          </p:nvSpPr>
          <p:spPr>
            <a:xfrm>
              <a:off x="4831179" y="2205112"/>
              <a:ext cx="168909" cy="169720"/>
            </a:xfrm>
            <a:custGeom>
              <a:avLst/>
              <a:gdLst/>
              <a:ahLst/>
              <a:cxnLst/>
              <a:rect l="l" t="t" r="r" b="b"/>
              <a:pathLst>
                <a:path w="4788" h="4811" extrusionOk="0">
                  <a:moveTo>
                    <a:pt x="2406" y="0"/>
                  </a:moveTo>
                  <a:cubicBezTo>
                    <a:pt x="1072" y="0"/>
                    <a:pt x="0" y="1072"/>
                    <a:pt x="0" y="2406"/>
                  </a:cubicBezTo>
                  <a:cubicBezTo>
                    <a:pt x="0" y="2953"/>
                    <a:pt x="191" y="3454"/>
                    <a:pt x="524" y="3882"/>
                  </a:cubicBezTo>
                  <a:cubicBezTo>
                    <a:pt x="555" y="3928"/>
                    <a:pt x="616" y="3955"/>
                    <a:pt x="674" y="3955"/>
                  </a:cubicBezTo>
                  <a:cubicBezTo>
                    <a:pt x="706" y="3955"/>
                    <a:pt x="737" y="3947"/>
                    <a:pt x="763" y="3930"/>
                  </a:cubicBezTo>
                  <a:cubicBezTo>
                    <a:pt x="834" y="3858"/>
                    <a:pt x="834" y="3763"/>
                    <a:pt x="786" y="3668"/>
                  </a:cubicBezTo>
                  <a:cubicBezTo>
                    <a:pt x="501" y="3311"/>
                    <a:pt x="334" y="2882"/>
                    <a:pt x="334" y="2406"/>
                  </a:cubicBezTo>
                  <a:cubicBezTo>
                    <a:pt x="334" y="1263"/>
                    <a:pt x="1263" y="358"/>
                    <a:pt x="2406" y="358"/>
                  </a:cubicBezTo>
                  <a:cubicBezTo>
                    <a:pt x="3525" y="358"/>
                    <a:pt x="4454" y="1263"/>
                    <a:pt x="4454" y="2406"/>
                  </a:cubicBezTo>
                  <a:cubicBezTo>
                    <a:pt x="4454" y="3549"/>
                    <a:pt x="3525" y="4454"/>
                    <a:pt x="2406" y="4454"/>
                  </a:cubicBezTo>
                  <a:cubicBezTo>
                    <a:pt x="2001" y="4454"/>
                    <a:pt x="1620" y="4335"/>
                    <a:pt x="1286" y="4120"/>
                  </a:cubicBezTo>
                  <a:cubicBezTo>
                    <a:pt x="1263" y="4104"/>
                    <a:pt x="1234" y="4096"/>
                    <a:pt x="1204" y="4096"/>
                  </a:cubicBezTo>
                  <a:cubicBezTo>
                    <a:pt x="1144" y="4096"/>
                    <a:pt x="1080" y="4128"/>
                    <a:pt x="1048" y="4192"/>
                  </a:cubicBezTo>
                  <a:cubicBezTo>
                    <a:pt x="1001" y="4263"/>
                    <a:pt x="1024" y="4358"/>
                    <a:pt x="1096" y="4430"/>
                  </a:cubicBezTo>
                  <a:cubicBezTo>
                    <a:pt x="1477" y="4668"/>
                    <a:pt x="1929" y="4811"/>
                    <a:pt x="2406" y="4811"/>
                  </a:cubicBezTo>
                  <a:cubicBezTo>
                    <a:pt x="3716" y="4811"/>
                    <a:pt x="4787" y="3715"/>
                    <a:pt x="4787" y="2406"/>
                  </a:cubicBezTo>
                  <a:cubicBezTo>
                    <a:pt x="4787" y="1072"/>
                    <a:pt x="3716" y="0"/>
                    <a:pt x="24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67" name="Google Shape;5467;p59"/>
            <p:cNvSpPr/>
            <p:nvPr/>
          </p:nvSpPr>
          <p:spPr>
            <a:xfrm>
              <a:off x="4871502" y="2245435"/>
              <a:ext cx="88264" cy="89076"/>
            </a:xfrm>
            <a:custGeom>
              <a:avLst/>
              <a:gdLst/>
              <a:ahLst/>
              <a:cxnLst/>
              <a:rect l="l" t="t" r="r" b="b"/>
              <a:pathLst>
                <a:path w="2502" h="2525" extrusionOk="0">
                  <a:moveTo>
                    <a:pt x="1525" y="358"/>
                  </a:moveTo>
                  <a:lnTo>
                    <a:pt x="1525" y="810"/>
                  </a:lnTo>
                  <a:cubicBezTo>
                    <a:pt x="1525" y="905"/>
                    <a:pt x="1596" y="977"/>
                    <a:pt x="1691" y="977"/>
                  </a:cubicBezTo>
                  <a:lnTo>
                    <a:pt x="2168" y="977"/>
                  </a:lnTo>
                  <a:lnTo>
                    <a:pt x="2168" y="1548"/>
                  </a:lnTo>
                  <a:lnTo>
                    <a:pt x="1691" y="1548"/>
                  </a:lnTo>
                  <a:cubicBezTo>
                    <a:pt x="1596" y="1548"/>
                    <a:pt x="1525" y="1620"/>
                    <a:pt x="1525" y="1715"/>
                  </a:cubicBezTo>
                  <a:lnTo>
                    <a:pt x="1525" y="2168"/>
                  </a:lnTo>
                  <a:lnTo>
                    <a:pt x="977" y="2168"/>
                  </a:lnTo>
                  <a:lnTo>
                    <a:pt x="977" y="1715"/>
                  </a:lnTo>
                  <a:cubicBezTo>
                    <a:pt x="977" y="1620"/>
                    <a:pt x="906" y="1548"/>
                    <a:pt x="810" y="1548"/>
                  </a:cubicBezTo>
                  <a:lnTo>
                    <a:pt x="358" y="1548"/>
                  </a:lnTo>
                  <a:lnTo>
                    <a:pt x="358" y="977"/>
                  </a:lnTo>
                  <a:lnTo>
                    <a:pt x="810" y="977"/>
                  </a:lnTo>
                  <a:cubicBezTo>
                    <a:pt x="906" y="977"/>
                    <a:pt x="977" y="905"/>
                    <a:pt x="977" y="810"/>
                  </a:cubicBezTo>
                  <a:lnTo>
                    <a:pt x="977" y="358"/>
                  </a:lnTo>
                  <a:close/>
                  <a:moveTo>
                    <a:pt x="953" y="1"/>
                  </a:moveTo>
                  <a:cubicBezTo>
                    <a:pt x="786" y="1"/>
                    <a:pt x="644" y="143"/>
                    <a:pt x="644" y="310"/>
                  </a:cubicBezTo>
                  <a:lnTo>
                    <a:pt x="644" y="643"/>
                  </a:lnTo>
                  <a:lnTo>
                    <a:pt x="310" y="643"/>
                  </a:lnTo>
                  <a:cubicBezTo>
                    <a:pt x="143" y="643"/>
                    <a:pt x="1" y="786"/>
                    <a:pt x="1" y="953"/>
                  </a:cubicBezTo>
                  <a:lnTo>
                    <a:pt x="1" y="1572"/>
                  </a:lnTo>
                  <a:cubicBezTo>
                    <a:pt x="1" y="1739"/>
                    <a:pt x="143" y="1882"/>
                    <a:pt x="310" y="1882"/>
                  </a:cubicBezTo>
                  <a:lnTo>
                    <a:pt x="644" y="1882"/>
                  </a:lnTo>
                  <a:lnTo>
                    <a:pt x="644" y="2215"/>
                  </a:lnTo>
                  <a:cubicBezTo>
                    <a:pt x="644" y="2382"/>
                    <a:pt x="786" y="2525"/>
                    <a:pt x="953" y="2525"/>
                  </a:cubicBezTo>
                  <a:lnTo>
                    <a:pt x="1572" y="2525"/>
                  </a:lnTo>
                  <a:cubicBezTo>
                    <a:pt x="1739" y="2525"/>
                    <a:pt x="1858" y="2382"/>
                    <a:pt x="1858" y="2215"/>
                  </a:cubicBezTo>
                  <a:lnTo>
                    <a:pt x="1858" y="1882"/>
                  </a:lnTo>
                  <a:lnTo>
                    <a:pt x="2192" y="1882"/>
                  </a:lnTo>
                  <a:cubicBezTo>
                    <a:pt x="2358" y="1882"/>
                    <a:pt x="2501" y="1739"/>
                    <a:pt x="2501" y="1572"/>
                  </a:cubicBezTo>
                  <a:lnTo>
                    <a:pt x="2501" y="953"/>
                  </a:lnTo>
                  <a:cubicBezTo>
                    <a:pt x="2501" y="786"/>
                    <a:pt x="2358" y="643"/>
                    <a:pt x="2192" y="643"/>
                  </a:cubicBezTo>
                  <a:lnTo>
                    <a:pt x="1858" y="643"/>
                  </a:lnTo>
                  <a:lnTo>
                    <a:pt x="1858" y="310"/>
                  </a:lnTo>
                  <a:cubicBezTo>
                    <a:pt x="1858" y="143"/>
                    <a:pt x="1739" y="1"/>
                    <a:pt x="15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68" name="Google Shape;5468;p59"/>
            <p:cNvSpPr/>
            <p:nvPr/>
          </p:nvSpPr>
          <p:spPr>
            <a:xfrm>
              <a:off x="4909321" y="2174031"/>
              <a:ext cx="11783" cy="17674"/>
            </a:xfrm>
            <a:custGeom>
              <a:avLst/>
              <a:gdLst/>
              <a:ahLst/>
              <a:cxnLst/>
              <a:rect l="l" t="t" r="r" b="b"/>
              <a:pathLst>
                <a:path w="334" h="501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334"/>
                  </a:lnTo>
                  <a:cubicBezTo>
                    <a:pt x="0" y="429"/>
                    <a:pt x="72" y="500"/>
                    <a:pt x="167" y="500"/>
                  </a:cubicBezTo>
                  <a:cubicBezTo>
                    <a:pt x="262" y="500"/>
                    <a:pt x="334" y="429"/>
                    <a:pt x="334" y="334"/>
                  </a:cubicBezTo>
                  <a:lnTo>
                    <a:pt x="334" y="167"/>
                  </a:lnTo>
                  <a:cubicBezTo>
                    <a:pt x="334" y="72"/>
                    <a:pt x="262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69" name="Google Shape;5469;p59"/>
            <p:cNvSpPr/>
            <p:nvPr/>
          </p:nvSpPr>
          <p:spPr>
            <a:xfrm>
              <a:off x="4816891" y="2182428"/>
              <a:ext cx="21872" cy="21872"/>
            </a:xfrm>
            <a:custGeom>
              <a:avLst/>
              <a:gdLst/>
              <a:ahLst/>
              <a:cxnLst/>
              <a:rect l="l" t="t" r="r" b="b"/>
              <a:pathLst>
                <a:path w="620" h="620" extrusionOk="0">
                  <a:moveTo>
                    <a:pt x="310" y="0"/>
                  </a:moveTo>
                  <a:cubicBezTo>
                    <a:pt x="144" y="0"/>
                    <a:pt x="1" y="143"/>
                    <a:pt x="1" y="310"/>
                  </a:cubicBezTo>
                  <a:cubicBezTo>
                    <a:pt x="1" y="477"/>
                    <a:pt x="144" y="620"/>
                    <a:pt x="310" y="620"/>
                  </a:cubicBezTo>
                  <a:cubicBezTo>
                    <a:pt x="501" y="620"/>
                    <a:pt x="620" y="477"/>
                    <a:pt x="620" y="310"/>
                  </a:cubicBezTo>
                  <a:cubicBezTo>
                    <a:pt x="620" y="143"/>
                    <a:pt x="501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70" name="Google Shape;5470;p59"/>
            <p:cNvSpPr/>
            <p:nvPr/>
          </p:nvSpPr>
          <p:spPr>
            <a:xfrm>
              <a:off x="4991661" y="2182428"/>
              <a:ext cx="21872" cy="21872"/>
            </a:xfrm>
            <a:custGeom>
              <a:avLst/>
              <a:gdLst/>
              <a:ahLst/>
              <a:cxnLst/>
              <a:rect l="l" t="t" r="r" b="b"/>
              <a:pathLst>
                <a:path w="620" h="620" extrusionOk="0">
                  <a:moveTo>
                    <a:pt x="310" y="0"/>
                  </a:moveTo>
                  <a:cubicBezTo>
                    <a:pt x="143" y="0"/>
                    <a:pt x="0" y="143"/>
                    <a:pt x="0" y="310"/>
                  </a:cubicBezTo>
                  <a:cubicBezTo>
                    <a:pt x="0" y="477"/>
                    <a:pt x="143" y="620"/>
                    <a:pt x="310" y="620"/>
                  </a:cubicBezTo>
                  <a:cubicBezTo>
                    <a:pt x="476" y="620"/>
                    <a:pt x="619" y="477"/>
                    <a:pt x="619" y="310"/>
                  </a:cubicBezTo>
                  <a:cubicBezTo>
                    <a:pt x="619" y="143"/>
                    <a:pt x="476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389" name="Google Shape;5389;p59"/>
          <p:cNvGrpSpPr/>
          <p:nvPr/>
        </p:nvGrpSpPr>
        <p:grpSpPr>
          <a:xfrm>
            <a:off x="4415790" y="1506855"/>
            <a:ext cx="319405" cy="494665"/>
            <a:chOff x="3407975" y="2736900"/>
            <a:chExt cx="284019" cy="408417"/>
          </a:xfrm>
          <a:solidFill>
            <a:srgbClr val="F9FBEE"/>
          </a:solidFill>
        </p:grpSpPr>
        <p:sp>
          <p:nvSpPr>
            <p:cNvPr id="5390" name="Google Shape;5390;p59"/>
            <p:cNvSpPr/>
            <p:nvPr/>
          </p:nvSpPr>
          <p:spPr>
            <a:xfrm>
              <a:off x="3407975" y="2736900"/>
              <a:ext cx="284019" cy="384807"/>
            </a:xfrm>
            <a:custGeom>
              <a:avLst/>
              <a:gdLst/>
              <a:ahLst/>
              <a:cxnLst/>
              <a:rect l="l" t="t" r="r" b="b"/>
              <a:pathLst>
                <a:path w="8051" h="10908" extrusionOk="0">
                  <a:moveTo>
                    <a:pt x="7645" y="334"/>
                  </a:moveTo>
                  <a:cubicBezTo>
                    <a:pt x="7693" y="334"/>
                    <a:pt x="7717" y="382"/>
                    <a:pt x="7717" y="406"/>
                  </a:cubicBezTo>
                  <a:lnTo>
                    <a:pt x="7717" y="9193"/>
                  </a:lnTo>
                  <a:lnTo>
                    <a:pt x="1144" y="9193"/>
                  </a:lnTo>
                  <a:lnTo>
                    <a:pt x="1144" y="7264"/>
                  </a:lnTo>
                  <a:cubicBezTo>
                    <a:pt x="1144" y="7169"/>
                    <a:pt x="1072" y="7098"/>
                    <a:pt x="977" y="7098"/>
                  </a:cubicBezTo>
                  <a:cubicBezTo>
                    <a:pt x="967" y="7095"/>
                    <a:pt x="957" y="7094"/>
                    <a:pt x="947" y="7094"/>
                  </a:cubicBezTo>
                  <a:cubicBezTo>
                    <a:pt x="863" y="7094"/>
                    <a:pt x="787" y="7179"/>
                    <a:pt x="787" y="7264"/>
                  </a:cubicBezTo>
                  <a:lnTo>
                    <a:pt x="787" y="9193"/>
                  </a:lnTo>
                  <a:cubicBezTo>
                    <a:pt x="620" y="9217"/>
                    <a:pt x="477" y="9265"/>
                    <a:pt x="334" y="9360"/>
                  </a:cubicBezTo>
                  <a:lnTo>
                    <a:pt x="334" y="906"/>
                  </a:lnTo>
                  <a:cubicBezTo>
                    <a:pt x="334" y="620"/>
                    <a:pt x="548" y="406"/>
                    <a:pt x="787" y="358"/>
                  </a:cubicBezTo>
                  <a:lnTo>
                    <a:pt x="787" y="6526"/>
                  </a:lnTo>
                  <a:cubicBezTo>
                    <a:pt x="787" y="6621"/>
                    <a:pt x="858" y="6693"/>
                    <a:pt x="953" y="6693"/>
                  </a:cubicBezTo>
                  <a:cubicBezTo>
                    <a:pt x="966" y="6696"/>
                    <a:pt x="978" y="6697"/>
                    <a:pt x="990" y="6697"/>
                  </a:cubicBezTo>
                  <a:cubicBezTo>
                    <a:pt x="1072" y="6697"/>
                    <a:pt x="1144" y="6630"/>
                    <a:pt x="1144" y="6526"/>
                  </a:cubicBezTo>
                  <a:lnTo>
                    <a:pt x="1144" y="334"/>
                  </a:lnTo>
                  <a:close/>
                  <a:moveTo>
                    <a:pt x="906" y="1"/>
                  </a:moveTo>
                  <a:cubicBezTo>
                    <a:pt x="406" y="1"/>
                    <a:pt x="1" y="406"/>
                    <a:pt x="1" y="906"/>
                  </a:cubicBezTo>
                  <a:lnTo>
                    <a:pt x="1" y="10003"/>
                  </a:lnTo>
                  <a:cubicBezTo>
                    <a:pt x="1" y="10408"/>
                    <a:pt x="239" y="10765"/>
                    <a:pt x="668" y="10908"/>
                  </a:cubicBezTo>
                  <a:lnTo>
                    <a:pt x="1406" y="10908"/>
                  </a:lnTo>
                  <a:cubicBezTo>
                    <a:pt x="1549" y="10741"/>
                    <a:pt x="1453" y="10551"/>
                    <a:pt x="1311" y="10551"/>
                  </a:cubicBezTo>
                  <a:lnTo>
                    <a:pt x="858" y="10551"/>
                  </a:lnTo>
                  <a:cubicBezTo>
                    <a:pt x="739" y="10551"/>
                    <a:pt x="644" y="10503"/>
                    <a:pt x="548" y="10432"/>
                  </a:cubicBezTo>
                  <a:cubicBezTo>
                    <a:pt x="406" y="10336"/>
                    <a:pt x="334" y="10193"/>
                    <a:pt x="334" y="10027"/>
                  </a:cubicBezTo>
                  <a:cubicBezTo>
                    <a:pt x="358" y="9741"/>
                    <a:pt x="596" y="9527"/>
                    <a:pt x="882" y="9527"/>
                  </a:cubicBezTo>
                  <a:lnTo>
                    <a:pt x="7717" y="9527"/>
                  </a:lnTo>
                  <a:lnTo>
                    <a:pt x="7717" y="10503"/>
                  </a:lnTo>
                  <a:cubicBezTo>
                    <a:pt x="7717" y="10527"/>
                    <a:pt x="7693" y="10574"/>
                    <a:pt x="7645" y="10574"/>
                  </a:cubicBezTo>
                  <a:lnTo>
                    <a:pt x="4097" y="10574"/>
                  </a:lnTo>
                  <a:cubicBezTo>
                    <a:pt x="4025" y="10574"/>
                    <a:pt x="3930" y="10622"/>
                    <a:pt x="3930" y="10717"/>
                  </a:cubicBezTo>
                  <a:cubicBezTo>
                    <a:pt x="3930" y="10813"/>
                    <a:pt x="4002" y="10908"/>
                    <a:pt x="4097" y="10908"/>
                  </a:cubicBezTo>
                  <a:lnTo>
                    <a:pt x="7645" y="10908"/>
                  </a:lnTo>
                  <a:cubicBezTo>
                    <a:pt x="7883" y="10908"/>
                    <a:pt x="8050" y="10717"/>
                    <a:pt x="8050" y="10503"/>
                  </a:cubicBezTo>
                  <a:lnTo>
                    <a:pt x="8050" y="9360"/>
                  </a:lnTo>
                  <a:lnTo>
                    <a:pt x="8050" y="406"/>
                  </a:lnTo>
                  <a:cubicBezTo>
                    <a:pt x="8050" y="191"/>
                    <a:pt x="7883" y="1"/>
                    <a:pt x="76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1" name="Google Shape;5391;p59"/>
            <p:cNvSpPr/>
            <p:nvPr/>
          </p:nvSpPr>
          <p:spPr>
            <a:xfrm>
              <a:off x="3470171" y="2775565"/>
              <a:ext cx="189052" cy="189052"/>
            </a:xfrm>
            <a:custGeom>
              <a:avLst/>
              <a:gdLst/>
              <a:ahLst/>
              <a:cxnLst/>
              <a:rect l="l" t="t" r="r" b="b"/>
              <a:pathLst>
                <a:path w="5359" h="5359" extrusionOk="0">
                  <a:moveTo>
                    <a:pt x="2667" y="0"/>
                  </a:moveTo>
                  <a:cubicBezTo>
                    <a:pt x="2143" y="0"/>
                    <a:pt x="1619" y="167"/>
                    <a:pt x="1167" y="477"/>
                  </a:cubicBezTo>
                  <a:cubicBezTo>
                    <a:pt x="1095" y="524"/>
                    <a:pt x="1072" y="620"/>
                    <a:pt x="1119" y="715"/>
                  </a:cubicBezTo>
                  <a:cubicBezTo>
                    <a:pt x="1147" y="756"/>
                    <a:pt x="1199" y="782"/>
                    <a:pt x="1251" y="782"/>
                  </a:cubicBezTo>
                  <a:cubicBezTo>
                    <a:pt x="1289" y="782"/>
                    <a:pt x="1328" y="769"/>
                    <a:pt x="1357" y="739"/>
                  </a:cubicBezTo>
                  <a:cubicBezTo>
                    <a:pt x="1738" y="477"/>
                    <a:pt x="2191" y="334"/>
                    <a:pt x="2667" y="334"/>
                  </a:cubicBezTo>
                  <a:cubicBezTo>
                    <a:pt x="3953" y="334"/>
                    <a:pt x="5001" y="1382"/>
                    <a:pt x="5001" y="2668"/>
                  </a:cubicBezTo>
                  <a:cubicBezTo>
                    <a:pt x="5001" y="3954"/>
                    <a:pt x="3953" y="5001"/>
                    <a:pt x="2667" y="5001"/>
                  </a:cubicBezTo>
                  <a:cubicBezTo>
                    <a:pt x="1381" y="5001"/>
                    <a:pt x="333" y="3954"/>
                    <a:pt x="333" y="2668"/>
                  </a:cubicBezTo>
                  <a:cubicBezTo>
                    <a:pt x="333" y="2144"/>
                    <a:pt x="524" y="1620"/>
                    <a:pt x="857" y="1215"/>
                  </a:cubicBezTo>
                  <a:cubicBezTo>
                    <a:pt x="929" y="1143"/>
                    <a:pt x="905" y="1024"/>
                    <a:pt x="834" y="977"/>
                  </a:cubicBezTo>
                  <a:cubicBezTo>
                    <a:pt x="804" y="947"/>
                    <a:pt x="765" y="934"/>
                    <a:pt x="727" y="934"/>
                  </a:cubicBezTo>
                  <a:cubicBezTo>
                    <a:pt x="675" y="934"/>
                    <a:pt x="623" y="959"/>
                    <a:pt x="595" y="1001"/>
                  </a:cubicBezTo>
                  <a:cubicBezTo>
                    <a:pt x="214" y="1477"/>
                    <a:pt x="0" y="2072"/>
                    <a:pt x="0" y="2668"/>
                  </a:cubicBezTo>
                  <a:cubicBezTo>
                    <a:pt x="0" y="4144"/>
                    <a:pt x="1191" y="5359"/>
                    <a:pt x="2667" y="5359"/>
                  </a:cubicBezTo>
                  <a:cubicBezTo>
                    <a:pt x="4144" y="5359"/>
                    <a:pt x="5358" y="4144"/>
                    <a:pt x="5358" y="2668"/>
                  </a:cubicBezTo>
                  <a:cubicBezTo>
                    <a:pt x="5358" y="1191"/>
                    <a:pt x="4144" y="0"/>
                    <a:pt x="26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2" name="Google Shape;5392;p59"/>
            <p:cNvSpPr/>
            <p:nvPr/>
          </p:nvSpPr>
          <p:spPr>
            <a:xfrm>
              <a:off x="3509647" y="2818816"/>
              <a:ext cx="109254" cy="102975"/>
            </a:xfrm>
            <a:custGeom>
              <a:avLst/>
              <a:gdLst/>
              <a:ahLst/>
              <a:cxnLst/>
              <a:rect l="l" t="t" r="r" b="b"/>
              <a:pathLst>
                <a:path w="3097" h="2919" extrusionOk="0">
                  <a:moveTo>
                    <a:pt x="2144" y="322"/>
                  </a:moveTo>
                  <a:cubicBezTo>
                    <a:pt x="2286" y="322"/>
                    <a:pt x="2429" y="370"/>
                    <a:pt x="2525" y="489"/>
                  </a:cubicBezTo>
                  <a:cubicBezTo>
                    <a:pt x="2715" y="680"/>
                    <a:pt x="2715" y="1013"/>
                    <a:pt x="2525" y="1227"/>
                  </a:cubicBezTo>
                  <a:lnTo>
                    <a:pt x="2048" y="1704"/>
                  </a:lnTo>
                  <a:lnTo>
                    <a:pt x="1310" y="965"/>
                  </a:lnTo>
                  <a:lnTo>
                    <a:pt x="1786" y="489"/>
                  </a:lnTo>
                  <a:cubicBezTo>
                    <a:pt x="1882" y="370"/>
                    <a:pt x="2025" y="322"/>
                    <a:pt x="2144" y="322"/>
                  </a:cubicBezTo>
                  <a:close/>
                  <a:moveTo>
                    <a:pt x="1072" y="1203"/>
                  </a:moveTo>
                  <a:lnTo>
                    <a:pt x="1810" y="1942"/>
                  </a:lnTo>
                  <a:lnTo>
                    <a:pt x="1334" y="2418"/>
                  </a:lnTo>
                  <a:cubicBezTo>
                    <a:pt x="1239" y="2513"/>
                    <a:pt x="1096" y="2561"/>
                    <a:pt x="953" y="2561"/>
                  </a:cubicBezTo>
                  <a:cubicBezTo>
                    <a:pt x="810" y="2561"/>
                    <a:pt x="691" y="2513"/>
                    <a:pt x="596" y="2418"/>
                  </a:cubicBezTo>
                  <a:cubicBezTo>
                    <a:pt x="381" y="2204"/>
                    <a:pt x="381" y="1894"/>
                    <a:pt x="596" y="1680"/>
                  </a:cubicBezTo>
                  <a:lnTo>
                    <a:pt x="1072" y="1203"/>
                  </a:lnTo>
                  <a:close/>
                  <a:moveTo>
                    <a:pt x="2155" y="1"/>
                  </a:moveTo>
                  <a:cubicBezTo>
                    <a:pt x="1935" y="1"/>
                    <a:pt x="1715" y="84"/>
                    <a:pt x="1548" y="251"/>
                  </a:cubicBezTo>
                  <a:lnTo>
                    <a:pt x="358" y="1442"/>
                  </a:lnTo>
                  <a:cubicBezTo>
                    <a:pt x="0" y="1775"/>
                    <a:pt x="0" y="2323"/>
                    <a:pt x="358" y="2656"/>
                  </a:cubicBezTo>
                  <a:cubicBezTo>
                    <a:pt x="500" y="2823"/>
                    <a:pt x="715" y="2918"/>
                    <a:pt x="953" y="2918"/>
                  </a:cubicBezTo>
                  <a:cubicBezTo>
                    <a:pt x="1191" y="2918"/>
                    <a:pt x="1405" y="2823"/>
                    <a:pt x="1572" y="2656"/>
                  </a:cubicBezTo>
                  <a:lnTo>
                    <a:pt x="2167" y="2061"/>
                  </a:lnTo>
                  <a:lnTo>
                    <a:pt x="2763" y="1465"/>
                  </a:lnTo>
                  <a:cubicBezTo>
                    <a:pt x="3096" y="1132"/>
                    <a:pt x="3096" y="584"/>
                    <a:pt x="2763" y="251"/>
                  </a:cubicBezTo>
                  <a:cubicBezTo>
                    <a:pt x="2596" y="84"/>
                    <a:pt x="2376" y="1"/>
                    <a:pt x="21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3" name="Google Shape;5393;p59"/>
            <p:cNvSpPr/>
            <p:nvPr/>
          </p:nvSpPr>
          <p:spPr>
            <a:xfrm>
              <a:off x="3470171" y="2984766"/>
              <a:ext cx="188205" cy="50412"/>
            </a:xfrm>
            <a:custGeom>
              <a:avLst/>
              <a:gdLst/>
              <a:ahLst/>
              <a:cxnLst/>
              <a:rect l="l" t="t" r="r" b="b"/>
              <a:pathLst>
                <a:path w="5335" h="1429" extrusionOk="0">
                  <a:moveTo>
                    <a:pt x="357" y="0"/>
                  </a:moveTo>
                  <a:cubicBezTo>
                    <a:pt x="167" y="0"/>
                    <a:pt x="0" y="167"/>
                    <a:pt x="0" y="357"/>
                  </a:cubicBezTo>
                  <a:lnTo>
                    <a:pt x="0" y="1262"/>
                  </a:lnTo>
                  <a:cubicBezTo>
                    <a:pt x="0" y="1358"/>
                    <a:pt x="95" y="1429"/>
                    <a:pt x="191" y="1429"/>
                  </a:cubicBezTo>
                  <a:lnTo>
                    <a:pt x="3453" y="1429"/>
                  </a:lnTo>
                  <a:cubicBezTo>
                    <a:pt x="3477" y="1429"/>
                    <a:pt x="3501" y="1429"/>
                    <a:pt x="3525" y="1405"/>
                  </a:cubicBezTo>
                  <a:cubicBezTo>
                    <a:pt x="3644" y="1262"/>
                    <a:pt x="3548" y="1096"/>
                    <a:pt x="3405" y="1096"/>
                  </a:cubicBezTo>
                  <a:lnTo>
                    <a:pt x="333" y="1096"/>
                  </a:lnTo>
                  <a:lnTo>
                    <a:pt x="333" y="357"/>
                  </a:lnTo>
                  <a:lnTo>
                    <a:pt x="5001" y="357"/>
                  </a:lnTo>
                  <a:lnTo>
                    <a:pt x="5001" y="1096"/>
                  </a:lnTo>
                  <a:lnTo>
                    <a:pt x="4144" y="1096"/>
                  </a:lnTo>
                  <a:cubicBezTo>
                    <a:pt x="4048" y="1096"/>
                    <a:pt x="3977" y="1167"/>
                    <a:pt x="3953" y="1238"/>
                  </a:cubicBezTo>
                  <a:cubicBezTo>
                    <a:pt x="3953" y="1358"/>
                    <a:pt x="4025" y="1429"/>
                    <a:pt x="4120" y="1429"/>
                  </a:cubicBezTo>
                  <a:lnTo>
                    <a:pt x="5001" y="1429"/>
                  </a:lnTo>
                  <a:cubicBezTo>
                    <a:pt x="5192" y="1429"/>
                    <a:pt x="5334" y="1286"/>
                    <a:pt x="5334" y="1096"/>
                  </a:cubicBezTo>
                  <a:lnTo>
                    <a:pt x="5334" y="357"/>
                  </a:lnTo>
                  <a:cubicBezTo>
                    <a:pt x="5334" y="167"/>
                    <a:pt x="5192" y="0"/>
                    <a:pt x="5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4" name="Google Shape;5394;p59"/>
            <p:cNvSpPr/>
            <p:nvPr/>
          </p:nvSpPr>
          <p:spPr>
            <a:xfrm>
              <a:off x="3455036" y="3084745"/>
              <a:ext cx="98318" cy="60571"/>
            </a:xfrm>
            <a:custGeom>
              <a:avLst/>
              <a:gdLst/>
              <a:ahLst/>
              <a:cxnLst/>
              <a:rect l="l" t="t" r="r" b="b"/>
              <a:pathLst>
                <a:path w="2787" h="1717" extrusionOk="0">
                  <a:moveTo>
                    <a:pt x="1906" y="357"/>
                  </a:moveTo>
                  <a:lnTo>
                    <a:pt x="1906" y="1310"/>
                  </a:lnTo>
                  <a:lnTo>
                    <a:pt x="1477" y="1096"/>
                  </a:lnTo>
                  <a:cubicBezTo>
                    <a:pt x="1429" y="1072"/>
                    <a:pt x="1405" y="1072"/>
                    <a:pt x="1358" y="1072"/>
                  </a:cubicBezTo>
                  <a:cubicBezTo>
                    <a:pt x="1334" y="1072"/>
                    <a:pt x="1286" y="1072"/>
                    <a:pt x="1263" y="1096"/>
                  </a:cubicBezTo>
                  <a:lnTo>
                    <a:pt x="810" y="1310"/>
                  </a:lnTo>
                  <a:lnTo>
                    <a:pt x="810" y="357"/>
                  </a:lnTo>
                  <a:close/>
                  <a:moveTo>
                    <a:pt x="191" y="0"/>
                  </a:moveTo>
                  <a:cubicBezTo>
                    <a:pt x="96" y="0"/>
                    <a:pt x="24" y="72"/>
                    <a:pt x="24" y="167"/>
                  </a:cubicBezTo>
                  <a:cubicBezTo>
                    <a:pt x="0" y="262"/>
                    <a:pt x="72" y="357"/>
                    <a:pt x="191" y="357"/>
                  </a:cubicBezTo>
                  <a:lnTo>
                    <a:pt x="477" y="357"/>
                  </a:lnTo>
                  <a:lnTo>
                    <a:pt x="477" y="1500"/>
                  </a:lnTo>
                  <a:cubicBezTo>
                    <a:pt x="477" y="1572"/>
                    <a:pt x="500" y="1619"/>
                    <a:pt x="548" y="1667"/>
                  </a:cubicBezTo>
                  <a:cubicBezTo>
                    <a:pt x="578" y="1697"/>
                    <a:pt x="625" y="1717"/>
                    <a:pt x="674" y="1717"/>
                  </a:cubicBezTo>
                  <a:cubicBezTo>
                    <a:pt x="704" y="1717"/>
                    <a:pt x="735" y="1709"/>
                    <a:pt x="762" y="1691"/>
                  </a:cubicBezTo>
                  <a:lnTo>
                    <a:pt x="1358" y="1429"/>
                  </a:lnTo>
                  <a:lnTo>
                    <a:pt x="1953" y="1691"/>
                  </a:lnTo>
                  <a:cubicBezTo>
                    <a:pt x="1977" y="1715"/>
                    <a:pt x="2001" y="1715"/>
                    <a:pt x="2048" y="1715"/>
                  </a:cubicBezTo>
                  <a:cubicBezTo>
                    <a:pt x="2096" y="1715"/>
                    <a:pt x="2144" y="1691"/>
                    <a:pt x="2191" y="1643"/>
                  </a:cubicBezTo>
                  <a:cubicBezTo>
                    <a:pt x="2215" y="1619"/>
                    <a:pt x="2239" y="1548"/>
                    <a:pt x="2239" y="1500"/>
                  </a:cubicBezTo>
                  <a:lnTo>
                    <a:pt x="2239" y="357"/>
                  </a:lnTo>
                  <a:lnTo>
                    <a:pt x="2620" y="357"/>
                  </a:lnTo>
                  <a:cubicBezTo>
                    <a:pt x="2715" y="357"/>
                    <a:pt x="2787" y="262"/>
                    <a:pt x="2787" y="167"/>
                  </a:cubicBezTo>
                  <a:cubicBezTo>
                    <a:pt x="2763" y="72"/>
                    <a:pt x="2691" y="0"/>
                    <a:pt x="25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5" name="Google Shape;5395;p59"/>
            <p:cNvSpPr/>
            <p:nvPr/>
          </p:nvSpPr>
          <p:spPr>
            <a:xfrm>
              <a:off x="3564258" y="3084745"/>
              <a:ext cx="105868" cy="12629"/>
            </a:xfrm>
            <a:custGeom>
              <a:avLst/>
              <a:gdLst/>
              <a:ahLst/>
              <a:cxnLst/>
              <a:rect l="l" t="t" r="r" b="b"/>
              <a:pathLst>
                <a:path w="3001" h="358" extrusionOk="0">
                  <a:moveTo>
                    <a:pt x="191" y="0"/>
                  </a:moveTo>
                  <a:cubicBezTo>
                    <a:pt x="119" y="0"/>
                    <a:pt x="24" y="72"/>
                    <a:pt x="24" y="167"/>
                  </a:cubicBezTo>
                  <a:cubicBezTo>
                    <a:pt x="0" y="262"/>
                    <a:pt x="95" y="357"/>
                    <a:pt x="191" y="357"/>
                  </a:cubicBezTo>
                  <a:lnTo>
                    <a:pt x="2810" y="357"/>
                  </a:lnTo>
                  <a:cubicBezTo>
                    <a:pt x="2906" y="357"/>
                    <a:pt x="3001" y="262"/>
                    <a:pt x="2977" y="167"/>
                  </a:cubicBezTo>
                  <a:cubicBezTo>
                    <a:pt x="2977" y="72"/>
                    <a:pt x="2882" y="0"/>
                    <a:pt x="28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335" name="Google Shape;5335;p59"/>
          <p:cNvGrpSpPr/>
          <p:nvPr/>
        </p:nvGrpSpPr>
        <p:grpSpPr>
          <a:xfrm>
            <a:off x="6951345" y="1478915"/>
            <a:ext cx="445135" cy="452755"/>
            <a:chOff x="1949492" y="2085518"/>
            <a:chExt cx="377258" cy="408626"/>
          </a:xfrm>
          <a:solidFill>
            <a:srgbClr val="F9FBEE"/>
          </a:solidFill>
        </p:grpSpPr>
        <p:sp>
          <p:nvSpPr>
            <p:cNvPr id="5336" name="Google Shape;5336;p59"/>
            <p:cNvSpPr/>
            <p:nvPr/>
          </p:nvSpPr>
          <p:spPr>
            <a:xfrm>
              <a:off x="2113325" y="2415971"/>
              <a:ext cx="18521" cy="12665"/>
            </a:xfrm>
            <a:custGeom>
              <a:avLst/>
              <a:gdLst/>
              <a:ahLst/>
              <a:cxnLst/>
              <a:rect l="l" t="t" r="r" b="b"/>
              <a:pathLst>
                <a:path w="525" h="359" extrusionOk="0">
                  <a:moveTo>
                    <a:pt x="191" y="1"/>
                  </a:moveTo>
                  <a:cubicBezTo>
                    <a:pt x="96" y="1"/>
                    <a:pt x="24" y="72"/>
                    <a:pt x="1" y="168"/>
                  </a:cubicBezTo>
                  <a:cubicBezTo>
                    <a:pt x="1" y="263"/>
                    <a:pt x="72" y="358"/>
                    <a:pt x="167" y="358"/>
                  </a:cubicBezTo>
                  <a:lnTo>
                    <a:pt x="334" y="358"/>
                  </a:lnTo>
                  <a:cubicBezTo>
                    <a:pt x="429" y="358"/>
                    <a:pt x="501" y="287"/>
                    <a:pt x="501" y="191"/>
                  </a:cubicBezTo>
                  <a:cubicBezTo>
                    <a:pt x="525" y="96"/>
                    <a:pt x="429" y="1"/>
                    <a:pt x="3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37" name="Google Shape;5337;p59"/>
            <p:cNvSpPr/>
            <p:nvPr/>
          </p:nvSpPr>
          <p:spPr>
            <a:xfrm>
              <a:off x="1949492" y="2343580"/>
              <a:ext cx="377258" cy="150564"/>
            </a:xfrm>
            <a:custGeom>
              <a:avLst/>
              <a:gdLst/>
              <a:ahLst/>
              <a:cxnLst/>
              <a:rect l="l" t="t" r="r" b="b"/>
              <a:pathLst>
                <a:path w="10694" h="4268" extrusionOk="0">
                  <a:moveTo>
                    <a:pt x="3787" y="553"/>
                  </a:moveTo>
                  <a:cubicBezTo>
                    <a:pt x="4287" y="553"/>
                    <a:pt x="4740" y="743"/>
                    <a:pt x="5073" y="1076"/>
                  </a:cubicBezTo>
                  <a:lnTo>
                    <a:pt x="5192" y="1196"/>
                  </a:lnTo>
                  <a:cubicBezTo>
                    <a:pt x="5216" y="1219"/>
                    <a:pt x="5264" y="1243"/>
                    <a:pt x="5311" y="1243"/>
                  </a:cubicBezTo>
                  <a:lnTo>
                    <a:pt x="6812" y="1243"/>
                  </a:lnTo>
                  <a:cubicBezTo>
                    <a:pt x="7217" y="1243"/>
                    <a:pt x="7574" y="1505"/>
                    <a:pt x="7717" y="1862"/>
                  </a:cubicBezTo>
                  <a:cubicBezTo>
                    <a:pt x="7717" y="1910"/>
                    <a:pt x="7717" y="1934"/>
                    <a:pt x="7717" y="1958"/>
                  </a:cubicBezTo>
                  <a:cubicBezTo>
                    <a:pt x="7693" y="2029"/>
                    <a:pt x="7645" y="2053"/>
                    <a:pt x="7574" y="2053"/>
                  </a:cubicBezTo>
                  <a:lnTo>
                    <a:pt x="5692" y="2053"/>
                  </a:lnTo>
                  <a:cubicBezTo>
                    <a:pt x="5597" y="2053"/>
                    <a:pt x="5526" y="2124"/>
                    <a:pt x="5502" y="2220"/>
                  </a:cubicBezTo>
                  <a:cubicBezTo>
                    <a:pt x="5502" y="2315"/>
                    <a:pt x="5573" y="2410"/>
                    <a:pt x="5669" y="2410"/>
                  </a:cubicBezTo>
                  <a:lnTo>
                    <a:pt x="7574" y="2410"/>
                  </a:lnTo>
                  <a:cubicBezTo>
                    <a:pt x="7812" y="2410"/>
                    <a:pt x="8002" y="2243"/>
                    <a:pt x="8050" y="2029"/>
                  </a:cubicBezTo>
                  <a:lnTo>
                    <a:pt x="9812" y="981"/>
                  </a:lnTo>
                  <a:cubicBezTo>
                    <a:pt x="9864" y="956"/>
                    <a:pt x="9921" y="942"/>
                    <a:pt x="9979" y="942"/>
                  </a:cubicBezTo>
                  <a:cubicBezTo>
                    <a:pt x="10083" y="942"/>
                    <a:pt x="10188" y="985"/>
                    <a:pt x="10265" y="1076"/>
                  </a:cubicBezTo>
                  <a:cubicBezTo>
                    <a:pt x="10312" y="1148"/>
                    <a:pt x="10336" y="1219"/>
                    <a:pt x="10336" y="1315"/>
                  </a:cubicBezTo>
                  <a:cubicBezTo>
                    <a:pt x="10312" y="1410"/>
                    <a:pt x="10265" y="1505"/>
                    <a:pt x="10193" y="1553"/>
                  </a:cubicBezTo>
                  <a:lnTo>
                    <a:pt x="7431" y="3648"/>
                  </a:lnTo>
                  <a:cubicBezTo>
                    <a:pt x="7193" y="3839"/>
                    <a:pt x="6859" y="3934"/>
                    <a:pt x="6550" y="3934"/>
                  </a:cubicBezTo>
                  <a:lnTo>
                    <a:pt x="6002" y="3934"/>
                  </a:lnTo>
                  <a:cubicBezTo>
                    <a:pt x="5812" y="3934"/>
                    <a:pt x="5621" y="3910"/>
                    <a:pt x="5430" y="3815"/>
                  </a:cubicBezTo>
                  <a:lnTo>
                    <a:pt x="3406" y="2982"/>
                  </a:lnTo>
                  <a:cubicBezTo>
                    <a:pt x="3406" y="2958"/>
                    <a:pt x="3382" y="2958"/>
                    <a:pt x="3359" y="2958"/>
                  </a:cubicBezTo>
                  <a:lnTo>
                    <a:pt x="2001" y="2958"/>
                  </a:lnTo>
                  <a:lnTo>
                    <a:pt x="2001" y="2601"/>
                  </a:lnTo>
                  <a:cubicBezTo>
                    <a:pt x="2001" y="2529"/>
                    <a:pt x="1930" y="2434"/>
                    <a:pt x="1835" y="2434"/>
                  </a:cubicBezTo>
                  <a:cubicBezTo>
                    <a:pt x="1824" y="2431"/>
                    <a:pt x="1814" y="2430"/>
                    <a:pt x="1804" y="2430"/>
                  </a:cubicBezTo>
                  <a:cubicBezTo>
                    <a:pt x="1720" y="2430"/>
                    <a:pt x="1644" y="2515"/>
                    <a:pt x="1644" y="2601"/>
                  </a:cubicBezTo>
                  <a:lnTo>
                    <a:pt x="1644" y="3244"/>
                  </a:lnTo>
                  <a:cubicBezTo>
                    <a:pt x="1644" y="3363"/>
                    <a:pt x="1573" y="3434"/>
                    <a:pt x="1453" y="3434"/>
                  </a:cubicBezTo>
                  <a:lnTo>
                    <a:pt x="334" y="3434"/>
                  </a:lnTo>
                  <a:lnTo>
                    <a:pt x="334" y="648"/>
                  </a:lnTo>
                  <a:lnTo>
                    <a:pt x="1453" y="648"/>
                  </a:lnTo>
                  <a:cubicBezTo>
                    <a:pt x="1573" y="648"/>
                    <a:pt x="1644" y="743"/>
                    <a:pt x="1644" y="838"/>
                  </a:cubicBezTo>
                  <a:lnTo>
                    <a:pt x="1644" y="1886"/>
                  </a:lnTo>
                  <a:cubicBezTo>
                    <a:pt x="1644" y="1958"/>
                    <a:pt x="1715" y="2029"/>
                    <a:pt x="1787" y="2053"/>
                  </a:cubicBezTo>
                  <a:cubicBezTo>
                    <a:pt x="1799" y="2055"/>
                    <a:pt x="1812" y="2057"/>
                    <a:pt x="1824" y="2057"/>
                  </a:cubicBezTo>
                  <a:cubicBezTo>
                    <a:pt x="1925" y="2057"/>
                    <a:pt x="2001" y="1971"/>
                    <a:pt x="2001" y="1886"/>
                  </a:cubicBezTo>
                  <a:lnTo>
                    <a:pt x="2001" y="1124"/>
                  </a:lnTo>
                  <a:lnTo>
                    <a:pt x="2358" y="1124"/>
                  </a:lnTo>
                  <a:cubicBezTo>
                    <a:pt x="2406" y="1124"/>
                    <a:pt x="2454" y="1124"/>
                    <a:pt x="2477" y="1076"/>
                  </a:cubicBezTo>
                  <a:cubicBezTo>
                    <a:pt x="2811" y="743"/>
                    <a:pt x="3263" y="553"/>
                    <a:pt x="3740" y="553"/>
                  </a:cubicBezTo>
                  <a:close/>
                  <a:moveTo>
                    <a:pt x="155" y="0"/>
                  </a:moveTo>
                  <a:cubicBezTo>
                    <a:pt x="73" y="0"/>
                    <a:pt x="1" y="68"/>
                    <a:pt x="1" y="171"/>
                  </a:cubicBezTo>
                  <a:lnTo>
                    <a:pt x="1" y="505"/>
                  </a:lnTo>
                  <a:lnTo>
                    <a:pt x="1" y="3601"/>
                  </a:lnTo>
                  <a:lnTo>
                    <a:pt x="1" y="3958"/>
                  </a:lnTo>
                  <a:cubicBezTo>
                    <a:pt x="1" y="4029"/>
                    <a:pt x="72" y="4101"/>
                    <a:pt x="144" y="4125"/>
                  </a:cubicBezTo>
                  <a:cubicBezTo>
                    <a:pt x="263" y="4125"/>
                    <a:pt x="334" y="4053"/>
                    <a:pt x="334" y="3958"/>
                  </a:cubicBezTo>
                  <a:lnTo>
                    <a:pt x="334" y="3791"/>
                  </a:lnTo>
                  <a:lnTo>
                    <a:pt x="1453" y="3791"/>
                  </a:lnTo>
                  <a:cubicBezTo>
                    <a:pt x="1715" y="3791"/>
                    <a:pt x="1954" y="3577"/>
                    <a:pt x="1977" y="3315"/>
                  </a:cubicBezTo>
                  <a:lnTo>
                    <a:pt x="3311" y="3315"/>
                  </a:lnTo>
                  <a:lnTo>
                    <a:pt x="5311" y="4148"/>
                  </a:lnTo>
                  <a:cubicBezTo>
                    <a:pt x="5526" y="4220"/>
                    <a:pt x="5764" y="4268"/>
                    <a:pt x="6002" y="4268"/>
                  </a:cubicBezTo>
                  <a:lnTo>
                    <a:pt x="6550" y="4268"/>
                  </a:lnTo>
                  <a:cubicBezTo>
                    <a:pt x="6931" y="4268"/>
                    <a:pt x="7336" y="4148"/>
                    <a:pt x="7645" y="3910"/>
                  </a:cubicBezTo>
                  <a:lnTo>
                    <a:pt x="10408" y="1838"/>
                  </a:lnTo>
                  <a:cubicBezTo>
                    <a:pt x="10551" y="1719"/>
                    <a:pt x="10646" y="1553"/>
                    <a:pt x="10670" y="1362"/>
                  </a:cubicBezTo>
                  <a:cubicBezTo>
                    <a:pt x="10693" y="1172"/>
                    <a:pt x="10622" y="1005"/>
                    <a:pt x="10503" y="862"/>
                  </a:cubicBezTo>
                  <a:cubicBezTo>
                    <a:pt x="10382" y="695"/>
                    <a:pt x="10183" y="606"/>
                    <a:pt x="9981" y="606"/>
                  </a:cubicBezTo>
                  <a:cubicBezTo>
                    <a:pt x="9866" y="606"/>
                    <a:pt x="9749" y="635"/>
                    <a:pt x="9646" y="695"/>
                  </a:cubicBezTo>
                  <a:lnTo>
                    <a:pt x="7979" y="1672"/>
                  </a:lnTo>
                  <a:cubicBezTo>
                    <a:pt x="7788" y="1196"/>
                    <a:pt x="7312" y="910"/>
                    <a:pt x="6812" y="910"/>
                  </a:cubicBezTo>
                  <a:lnTo>
                    <a:pt x="5383" y="910"/>
                  </a:lnTo>
                  <a:lnTo>
                    <a:pt x="5311" y="838"/>
                  </a:lnTo>
                  <a:cubicBezTo>
                    <a:pt x="4907" y="433"/>
                    <a:pt x="4359" y="195"/>
                    <a:pt x="3787" y="195"/>
                  </a:cubicBezTo>
                  <a:lnTo>
                    <a:pt x="3763" y="195"/>
                  </a:lnTo>
                  <a:cubicBezTo>
                    <a:pt x="3192" y="195"/>
                    <a:pt x="2668" y="410"/>
                    <a:pt x="2263" y="791"/>
                  </a:cubicBezTo>
                  <a:lnTo>
                    <a:pt x="1977" y="791"/>
                  </a:lnTo>
                  <a:cubicBezTo>
                    <a:pt x="1954" y="529"/>
                    <a:pt x="1715" y="314"/>
                    <a:pt x="1453" y="314"/>
                  </a:cubicBezTo>
                  <a:lnTo>
                    <a:pt x="334" y="314"/>
                  </a:lnTo>
                  <a:lnTo>
                    <a:pt x="334" y="171"/>
                  </a:lnTo>
                  <a:cubicBezTo>
                    <a:pt x="334" y="76"/>
                    <a:pt x="287" y="5"/>
                    <a:pt x="191" y="5"/>
                  </a:cubicBezTo>
                  <a:cubicBezTo>
                    <a:pt x="179" y="2"/>
                    <a:pt x="167" y="0"/>
                    <a:pt x="1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38" name="Google Shape;5338;p59"/>
            <p:cNvSpPr/>
            <p:nvPr/>
          </p:nvSpPr>
          <p:spPr>
            <a:xfrm>
              <a:off x="2033525" y="2085518"/>
              <a:ext cx="197448" cy="269167"/>
            </a:xfrm>
            <a:custGeom>
              <a:avLst/>
              <a:gdLst/>
              <a:ahLst/>
              <a:cxnLst/>
              <a:rect l="l" t="t" r="r" b="b"/>
              <a:pathLst>
                <a:path w="5597" h="7630" extrusionOk="0">
                  <a:moveTo>
                    <a:pt x="4692" y="1152"/>
                  </a:moveTo>
                  <a:cubicBezTo>
                    <a:pt x="5049" y="1557"/>
                    <a:pt x="5239" y="2104"/>
                    <a:pt x="5239" y="2652"/>
                  </a:cubicBezTo>
                  <a:cubicBezTo>
                    <a:pt x="5239" y="3271"/>
                    <a:pt x="5001" y="3867"/>
                    <a:pt x="4573" y="4295"/>
                  </a:cubicBezTo>
                  <a:cubicBezTo>
                    <a:pt x="4120" y="4724"/>
                    <a:pt x="3549" y="4986"/>
                    <a:pt x="2929" y="4986"/>
                  </a:cubicBezTo>
                  <a:cubicBezTo>
                    <a:pt x="2358" y="4986"/>
                    <a:pt x="1834" y="4772"/>
                    <a:pt x="1405" y="4414"/>
                  </a:cubicBezTo>
                  <a:lnTo>
                    <a:pt x="4692" y="1152"/>
                  </a:lnTo>
                  <a:close/>
                  <a:moveTo>
                    <a:pt x="2935" y="1"/>
                  </a:moveTo>
                  <a:cubicBezTo>
                    <a:pt x="2383" y="1"/>
                    <a:pt x="1826" y="168"/>
                    <a:pt x="1381" y="485"/>
                  </a:cubicBezTo>
                  <a:cubicBezTo>
                    <a:pt x="1310" y="557"/>
                    <a:pt x="1286" y="652"/>
                    <a:pt x="1358" y="723"/>
                  </a:cubicBezTo>
                  <a:cubicBezTo>
                    <a:pt x="1386" y="779"/>
                    <a:pt x="1430" y="802"/>
                    <a:pt x="1481" y="802"/>
                  </a:cubicBezTo>
                  <a:cubicBezTo>
                    <a:pt x="1517" y="802"/>
                    <a:pt x="1556" y="791"/>
                    <a:pt x="1596" y="771"/>
                  </a:cubicBezTo>
                  <a:cubicBezTo>
                    <a:pt x="1976" y="496"/>
                    <a:pt x="2450" y="334"/>
                    <a:pt x="2934" y="334"/>
                  </a:cubicBezTo>
                  <a:cubicBezTo>
                    <a:pt x="2996" y="334"/>
                    <a:pt x="3058" y="337"/>
                    <a:pt x="3120" y="342"/>
                  </a:cubicBezTo>
                  <a:cubicBezTo>
                    <a:pt x="3596" y="390"/>
                    <a:pt x="4073" y="580"/>
                    <a:pt x="4454" y="914"/>
                  </a:cubicBezTo>
                  <a:lnTo>
                    <a:pt x="1167" y="4176"/>
                  </a:lnTo>
                  <a:cubicBezTo>
                    <a:pt x="453" y="3343"/>
                    <a:pt x="429" y="2128"/>
                    <a:pt x="1096" y="1247"/>
                  </a:cubicBezTo>
                  <a:cubicBezTo>
                    <a:pt x="1143" y="1176"/>
                    <a:pt x="1143" y="1057"/>
                    <a:pt x="1072" y="1009"/>
                  </a:cubicBezTo>
                  <a:cubicBezTo>
                    <a:pt x="1042" y="979"/>
                    <a:pt x="1004" y="966"/>
                    <a:pt x="966" y="966"/>
                  </a:cubicBezTo>
                  <a:cubicBezTo>
                    <a:pt x="913" y="966"/>
                    <a:pt x="861" y="991"/>
                    <a:pt x="834" y="1033"/>
                  </a:cubicBezTo>
                  <a:cubicBezTo>
                    <a:pt x="0" y="2081"/>
                    <a:pt x="119" y="3605"/>
                    <a:pt x="1048" y="4534"/>
                  </a:cubicBezTo>
                  <a:cubicBezTo>
                    <a:pt x="1239" y="4724"/>
                    <a:pt x="1453" y="4891"/>
                    <a:pt x="1667" y="5010"/>
                  </a:cubicBezTo>
                  <a:lnTo>
                    <a:pt x="1667" y="6034"/>
                  </a:lnTo>
                  <a:cubicBezTo>
                    <a:pt x="1667" y="6129"/>
                    <a:pt x="1739" y="6201"/>
                    <a:pt x="1810" y="6224"/>
                  </a:cubicBezTo>
                  <a:cubicBezTo>
                    <a:pt x="1929" y="6224"/>
                    <a:pt x="2001" y="6153"/>
                    <a:pt x="2001" y="6034"/>
                  </a:cubicBezTo>
                  <a:lnTo>
                    <a:pt x="2001" y="5153"/>
                  </a:lnTo>
                  <a:cubicBezTo>
                    <a:pt x="2263" y="5248"/>
                    <a:pt x="2548" y="5296"/>
                    <a:pt x="2834" y="5319"/>
                  </a:cubicBezTo>
                  <a:lnTo>
                    <a:pt x="2834" y="7439"/>
                  </a:lnTo>
                  <a:cubicBezTo>
                    <a:pt x="2834" y="7534"/>
                    <a:pt x="2882" y="7606"/>
                    <a:pt x="2977" y="7629"/>
                  </a:cubicBezTo>
                  <a:cubicBezTo>
                    <a:pt x="3072" y="7629"/>
                    <a:pt x="3168" y="7558"/>
                    <a:pt x="3168" y="7463"/>
                  </a:cubicBezTo>
                  <a:lnTo>
                    <a:pt x="3168" y="5296"/>
                  </a:lnTo>
                  <a:cubicBezTo>
                    <a:pt x="3477" y="5272"/>
                    <a:pt x="3787" y="5200"/>
                    <a:pt x="4073" y="5057"/>
                  </a:cubicBezTo>
                  <a:lnTo>
                    <a:pt x="4073" y="5462"/>
                  </a:lnTo>
                  <a:cubicBezTo>
                    <a:pt x="4073" y="5558"/>
                    <a:pt x="4144" y="5629"/>
                    <a:pt x="4215" y="5629"/>
                  </a:cubicBezTo>
                  <a:cubicBezTo>
                    <a:pt x="4228" y="5632"/>
                    <a:pt x="4240" y="5634"/>
                    <a:pt x="4252" y="5634"/>
                  </a:cubicBezTo>
                  <a:cubicBezTo>
                    <a:pt x="4334" y="5634"/>
                    <a:pt x="4406" y="5566"/>
                    <a:pt x="4406" y="5462"/>
                  </a:cubicBezTo>
                  <a:lnTo>
                    <a:pt x="4406" y="4867"/>
                  </a:lnTo>
                  <a:cubicBezTo>
                    <a:pt x="4549" y="4772"/>
                    <a:pt x="4692" y="4676"/>
                    <a:pt x="4811" y="4534"/>
                  </a:cubicBezTo>
                  <a:cubicBezTo>
                    <a:pt x="5311" y="4033"/>
                    <a:pt x="5597" y="3367"/>
                    <a:pt x="5597" y="2652"/>
                  </a:cubicBezTo>
                  <a:cubicBezTo>
                    <a:pt x="5597" y="1938"/>
                    <a:pt x="5311" y="1271"/>
                    <a:pt x="4811" y="771"/>
                  </a:cubicBezTo>
                  <a:cubicBezTo>
                    <a:pt x="4358" y="342"/>
                    <a:pt x="3763" y="56"/>
                    <a:pt x="3144" y="9"/>
                  </a:cubicBezTo>
                  <a:cubicBezTo>
                    <a:pt x="3075" y="3"/>
                    <a:pt x="3005" y="1"/>
                    <a:pt x="29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39" name="Google Shape;5339;p59"/>
            <p:cNvSpPr/>
            <p:nvPr/>
          </p:nvSpPr>
          <p:spPr>
            <a:xfrm>
              <a:off x="2092334" y="2317544"/>
              <a:ext cx="11783" cy="17992"/>
            </a:xfrm>
            <a:custGeom>
              <a:avLst/>
              <a:gdLst/>
              <a:ahLst/>
              <a:cxnLst/>
              <a:rect l="l" t="t" r="r" b="b"/>
              <a:pathLst>
                <a:path w="334" h="510" extrusionOk="0">
                  <a:moveTo>
                    <a:pt x="179" y="1"/>
                  </a:moveTo>
                  <a:cubicBezTo>
                    <a:pt x="168" y="1"/>
                    <a:pt x="156" y="2"/>
                    <a:pt x="143" y="5"/>
                  </a:cubicBezTo>
                  <a:cubicBezTo>
                    <a:pt x="72" y="5"/>
                    <a:pt x="0" y="100"/>
                    <a:pt x="0" y="171"/>
                  </a:cubicBezTo>
                  <a:lnTo>
                    <a:pt x="0" y="338"/>
                  </a:lnTo>
                  <a:cubicBezTo>
                    <a:pt x="0" y="433"/>
                    <a:pt x="72" y="505"/>
                    <a:pt x="143" y="505"/>
                  </a:cubicBezTo>
                  <a:cubicBezTo>
                    <a:pt x="159" y="508"/>
                    <a:pt x="173" y="509"/>
                    <a:pt x="187" y="509"/>
                  </a:cubicBezTo>
                  <a:cubicBezTo>
                    <a:pt x="279" y="509"/>
                    <a:pt x="334" y="442"/>
                    <a:pt x="334" y="338"/>
                  </a:cubicBezTo>
                  <a:lnTo>
                    <a:pt x="334" y="171"/>
                  </a:lnTo>
                  <a:cubicBezTo>
                    <a:pt x="334" y="86"/>
                    <a:pt x="276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0" name="Google Shape;5340;p59"/>
            <p:cNvSpPr/>
            <p:nvPr/>
          </p:nvSpPr>
          <p:spPr>
            <a:xfrm>
              <a:off x="2177179" y="2297541"/>
              <a:ext cx="11783" cy="21872"/>
            </a:xfrm>
            <a:custGeom>
              <a:avLst/>
              <a:gdLst/>
              <a:ahLst/>
              <a:cxnLst/>
              <a:rect l="l" t="t" r="r" b="b"/>
              <a:pathLst>
                <a:path w="334" h="620" extrusionOk="0">
                  <a:moveTo>
                    <a:pt x="143" y="0"/>
                  </a:moveTo>
                  <a:cubicBezTo>
                    <a:pt x="72" y="24"/>
                    <a:pt x="1" y="95"/>
                    <a:pt x="1" y="191"/>
                  </a:cubicBezTo>
                  <a:lnTo>
                    <a:pt x="1" y="429"/>
                  </a:lnTo>
                  <a:cubicBezTo>
                    <a:pt x="1" y="524"/>
                    <a:pt x="72" y="595"/>
                    <a:pt x="143" y="619"/>
                  </a:cubicBezTo>
                  <a:cubicBezTo>
                    <a:pt x="239" y="619"/>
                    <a:pt x="334" y="548"/>
                    <a:pt x="334" y="429"/>
                  </a:cubicBezTo>
                  <a:lnTo>
                    <a:pt x="334" y="167"/>
                  </a:lnTo>
                  <a:cubicBezTo>
                    <a:pt x="334" y="71"/>
                    <a:pt x="239" y="0"/>
                    <a:pt x="1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1" name="Google Shape;5341;p59"/>
            <p:cNvSpPr/>
            <p:nvPr/>
          </p:nvSpPr>
          <p:spPr>
            <a:xfrm>
              <a:off x="1978914" y="2247940"/>
              <a:ext cx="76482" cy="74824"/>
            </a:xfrm>
            <a:custGeom>
              <a:avLst/>
              <a:gdLst/>
              <a:ahLst/>
              <a:cxnLst/>
              <a:rect l="l" t="t" r="r" b="b"/>
              <a:pathLst>
                <a:path w="2168" h="2121" extrusionOk="0">
                  <a:moveTo>
                    <a:pt x="643" y="334"/>
                  </a:moveTo>
                  <a:cubicBezTo>
                    <a:pt x="715" y="334"/>
                    <a:pt x="810" y="382"/>
                    <a:pt x="858" y="430"/>
                  </a:cubicBezTo>
                  <a:lnTo>
                    <a:pt x="1143" y="715"/>
                  </a:lnTo>
                  <a:lnTo>
                    <a:pt x="715" y="1168"/>
                  </a:lnTo>
                  <a:lnTo>
                    <a:pt x="429" y="858"/>
                  </a:lnTo>
                  <a:cubicBezTo>
                    <a:pt x="358" y="811"/>
                    <a:pt x="334" y="739"/>
                    <a:pt x="334" y="644"/>
                  </a:cubicBezTo>
                  <a:cubicBezTo>
                    <a:pt x="334" y="572"/>
                    <a:pt x="358" y="501"/>
                    <a:pt x="429" y="430"/>
                  </a:cubicBezTo>
                  <a:cubicBezTo>
                    <a:pt x="477" y="382"/>
                    <a:pt x="548" y="334"/>
                    <a:pt x="643" y="334"/>
                  </a:cubicBezTo>
                  <a:close/>
                  <a:moveTo>
                    <a:pt x="1382" y="977"/>
                  </a:moveTo>
                  <a:lnTo>
                    <a:pt x="1691" y="1263"/>
                  </a:lnTo>
                  <a:cubicBezTo>
                    <a:pt x="1810" y="1382"/>
                    <a:pt x="1810" y="1573"/>
                    <a:pt x="1691" y="1692"/>
                  </a:cubicBezTo>
                  <a:cubicBezTo>
                    <a:pt x="1620" y="1763"/>
                    <a:pt x="1548" y="1787"/>
                    <a:pt x="1477" y="1787"/>
                  </a:cubicBezTo>
                  <a:cubicBezTo>
                    <a:pt x="1382" y="1787"/>
                    <a:pt x="1310" y="1763"/>
                    <a:pt x="1239" y="1692"/>
                  </a:cubicBezTo>
                  <a:lnTo>
                    <a:pt x="953" y="1406"/>
                  </a:lnTo>
                  <a:lnTo>
                    <a:pt x="1382" y="977"/>
                  </a:lnTo>
                  <a:close/>
                  <a:moveTo>
                    <a:pt x="643" y="1"/>
                  </a:moveTo>
                  <a:cubicBezTo>
                    <a:pt x="477" y="1"/>
                    <a:pt x="310" y="72"/>
                    <a:pt x="191" y="191"/>
                  </a:cubicBezTo>
                  <a:cubicBezTo>
                    <a:pt x="48" y="311"/>
                    <a:pt x="0" y="477"/>
                    <a:pt x="0" y="644"/>
                  </a:cubicBezTo>
                  <a:cubicBezTo>
                    <a:pt x="0" y="834"/>
                    <a:pt x="48" y="977"/>
                    <a:pt x="191" y="1120"/>
                  </a:cubicBezTo>
                  <a:lnTo>
                    <a:pt x="1001" y="1930"/>
                  </a:lnTo>
                  <a:cubicBezTo>
                    <a:pt x="1120" y="2049"/>
                    <a:pt x="1286" y="2120"/>
                    <a:pt x="1477" y="2120"/>
                  </a:cubicBezTo>
                  <a:cubicBezTo>
                    <a:pt x="1643" y="2120"/>
                    <a:pt x="1810" y="2049"/>
                    <a:pt x="1929" y="1930"/>
                  </a:cubicBezTo>
                  <a:cubicBezTo>
                    <a:pt x="2167" y="1692"/>
                    <a:pt x="2167" y="1263"/>
                    <a:pt x="1929" y="1025"/>
                  </a:cubicBezTo>
                  <a:lnTo>
                    <a:pt x="1501" y="596"/>
                  </a:lnTo>
                  <a:lnTo>
                    <a:pt x="1096" y="191"/>
                  </a:lnTo>
                  <a:cubicBezTo>
                    <a:pt x="977" y="72"/>
                    <a:pt x="810" y="1"/>
                    <a:pt x="6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2" name="Google Shape;5342;p59"/>
            <p:cNvSpPr/>
            <p:nvPr/>
          </p:nvSpPr>
          <p:spPr>
            <a:xfrm>
              <a:off x="2208259" y="2291438"/>
              <a:ext cx="77328" cy="75000"/>
            </a:xfrm>
            <a:custGeom>
              <a:avLst/>
              <a:gdLst/>
              <a:ahLst/>
              <a:cxnLst/>
              <a:rect l="l" t="t" r="r" b="b"/>
              <a:pathLst>
                <a:path w="2192" h="2126" extrusionOk="0">
                  <a:moveTo>
                    <a:pt x="1549" y="340"/>
                  </a:moveTo>
                  <a:cubicBezTo>
                    <a:pt x="1644" y="340"/>
                    <a:pt x="1763" y="411"/>
                    <a:pt x="1811" y="506"/>
                  </a:cubicBezTo>
                  <a:cubicBezTo>
                    <a:pt x="1834" y="530"/>
                    <a:pt x="1834" y="530"/>
                    <a:pt x="1834" y="554"/>
                  </a:cubicBezTo>
                  <a:cubicBezTo>
                    <a:pt x="1858" y="673"/>
                    <a:pt x="1834" y="792"/>
                    <a:pt x="1763" y="864"/>
                  </a:cubicBezTo>
                  <a:lnTo>
                    <a:pt x="1477" y="1149"/>
                  </a:lnTo>
                  <a:lnTo>
                    <a:pt x="1025" y="721"/>
                  </a:lnTo>
                  <a:lnTo>
                    <a:pt x="1334" y="435"/>
                  </a:lnTo>
                  <a:cubicBezTo>
                    <a:pt x="1382" y="364"/>
                    <a:pt x="1453" y="340"/>
                    <a:pt x="1549" y="340"/>
                  </a:cubicBezTo>
                  <a:close/>
                  <a:moveTo>
                    <a:pt x="787" y="959"/>
                  </a:moveTo>
                  <a:lnTo>
                    <a:pt x="1215" y="1411"/>
                  </a:lnTo>
                  <a:lnTo>
                    <a:pt x="929" y="1697"/>
                  </a:lnTo>
                  <a:cubicBezTo>
                    <a:pt x="870" y="1757"/>
                    <a:pt x="792" y="1786"/>
                    <a:pt x="715" y="1786"/>
                  </a:cubicBezTo>
                  <a:cubicBezTo>
                    <a:pt x="638" y="1786"/>
                    <a:pt x="560" y="1757"/>
                    <a:pt x="501" y="1697"/>
                  </a:cubicBezTo>
                  <a:cubicBezTo>
                    <a:pt x="382" y="1578"/>
                    <a:pt x="382" y="1388"/>
                    <a:pt x="501" y="1268"/>
                  </a:cubicBezTo>
                  <a:lnTo>
                    <a:pt x="787" y="959"/>
                  </a:lnTo>
                  <a:close/>
                  <a:moveTo>
                    <a:pt x="1537" y="0"/>
                  </a:moveTo>
                  <a:cubicBezTo>
                    <a:pt x="1370" y="0"/>
                    <a:pt x="1203" y="66"/>
                    <a:pt x="1072" y="197"/>
                  </a:cubicBezTo>
                  <a:lnTo>
                    <a:pt x="263" y="1030"/>
                  </a:lnTo>
                  <a:cubicBezTo>
                    <a:pt x="1" y="1268"/>
                    <a:pt x="1" y="1697"/>
                    <a:pt x="263" y="1935"/>
                  </a:cubicBezTo>
                  <a:cubicBezTo>
                    <a:pt x="382" y="2078"/>
                    <a:pt x="548" y="2126"/>
                    <a:pt x="715" y="2126"/>
                  </a:cubicBezTo>
                  <a:cubicBezTo>
                    <a:pt x="882" y="2126"/>
                    <a:pt x="1048" y="2078"/>
                    <a:pt x="1168" y="1935"/>
                  </a:cubicBezTo>
                  <a:lnTo>
                    <a:pt x="2001" y="1126"/>
                  </a:lnTo>
                  <a:cubicBezTo>
                    <a:pt x="2120" y="983"/>
                    <a:pt x="2192" y="840"/>
                    <a:pt x="2192" y="649"/>
                  </a:cubicBezTo>
                  <a:cubicBezTo>
                    <a:pt x="2192" y="483"/>
                    <a:pt x="2120" y="316"/>
                    <a:pt x="2001" y="197"/>
                  </a:cubicBezTo>
                  <a:cubicBezTo>
                    <a:pt x="1870" y="66"/>
                    <a:pt x="1703" y="0"/>
                    <a:pt x="15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3" name="Google Shape;5343;p59"/>
            <p:cNvSpPr/>
            <p:nvPr/>
          </p:nvSpPr>
          <p:spPr>
            <a:xfrm>
              <a:off x="2239340" y="2204265"/>
              <a:ext cx="75670" cy="74824"/>
            </a:xfrm>
            <a:custGeom>
              <a:avLst/>
              <a:gdLst/>
              <a:ahLst/>
              <a:cxnLst/>
              <a:rect l="l" t="t" r="r" b="b"/>
              <a:pathLst>
                <a:path w="2145" h="2121" extrusionOk="0">
                  <a:moveTo>
                    <a:pt x="668" y="334"/>
                  </a:moveTo>
                  <a:cubicBezTo>
                    <a:pt x="739" y="334"/>
                    <a:pt x="810" y="358"/>
                    <a:pt x="882" y="429"/>
                  </a:cubicBezTo>
                  <a:lnTo>
                    <a:pt x="1168" y="715"/>
                  </a:lnTo>
                  <a:lnTo>
                    <a:pt x="739" y="1144"/>
                  </a:lnTo>
                  <a:lnTo>
                    <a:pt x="453" y="858"/>
                  </a:lnTo>
                  <a:cubicBezTo>
                    <a:pt x="382" y="786"/>
                    <a:pt x="358" y="715"/>
                    <a:pt x="358" y="644"/>
                  </a:cubicBezTo>
                  <a:cubicBezTo>
                    <a:pt x="358" y="548"/>
                    <a:pt x="382" y="477"/>
                    <a:pt x="453" y="429"/>
                  </a:cubicBezTo>
                  <a:cubicBezTo>
                    <a:pt x="501" y="358"/>
                    <a:pt x="572" y="334"/>
                    <a:pt x="668" y="334"/>
                  </a:cubicBezTo>
                  <a:close/>
                  <a:moveTo>
                    <a:pt x="1406" y="953"/>
                  </a:moveTo>
                  <a:lnTo>
                    <a:pt x="1715" y="1239"/>
                  </a:lnTo>
                  <a:cubicBezTo>
                    <a:pt x="1763" y="1310"/>
                    <a:pt x="1787" y="1382"/>
                    <a:pt x="1787" y="1453"/>
                  </a:cubicBezTo>
                  <a:cubicBezTo>
                    <a:pt x="1787" y="1549"/>
                    <a:pt x="1763" y="1620"/>
                    <a:pt x="1715" y="1691"/>
                  </a:cubicBezTo>
                  <a:cubicBezTo>
                    <a:pt x="1644" y="1739"/>
                    <a:pt x="1573" y="1763"/>
                    <a:pt x="1477" y="1763"/>
                  </a:cubicBezTo>
                  <a:cubicBezTo>
                    <a:pt x="1406" y="1763"/>
                    <a:pt x="1334" y="1739"/>
                    <a:pt x="1263" y="1691"/>
                  </a:cubicBezTo>
                  <a:lnTo>
                    <a:pt x="977" y="1382"/>
                  </a:lnTo>
                  <a:lnTo>
                    <a:pt x="1406" y="953"/>
                  </a:lnTo>
                  <a:close/>
                  <a:moveTo>
                    <a:pt x="668" y="1"/>
                  </a:moveTo>
                  <a:cubicBezTo>
                    <a:pt x="477" y="1"/>
                    <a:pt x="334" y="48"/>
                    <a:pt x="191" y="191"/>
                  </a:cubicBezTo>
                  <a:cubicBezTo>
                    <a:pt x="72" y="310"/>
                    <a:pt x="1" y="453"/>
                    <a:pt x="1" y="644"/>
                  </a:cubicBezTo>
                  <a:cubicBezTo>
                    <a:pt x="1" y="810"/>
                    <a:pt x="72" y="977"/>
                    <a:pt x="191" y="1096"/>
                  </a:cubicBezTo>
                  <a:lnTo>
                    <a:pt x="1025" y="1930"/>
                  </a:lnTo>
                  <a:cubicBezTo>
                    <a:pt x="1144" y="2049"/>
                    <a:pt x="1311" y="2120"/>
                    <a:pt x="1477" y="2120"/>
                  </a:cubicBezTo>
                  <a:cubicBezTo>
                    <a:pt x="1668" y="2120"/>
                    <a:pt x="1834" y="2049"/>
                    <a:pt x="1954" y="1930"/>
                  </a:cubicBezTo>
                  <a:cubicBezTo>
                    <a:pt x="2073" y="1810"/>
                    <a:pt x="2144" y="1644"/>
                    <a:pt x="2144" y="1453"/>
                  </a:cubicBezTo>
                  <a:cubicBezTo>
                    <a:pt x="2144" y="1287"/>
                    <a:pt x="2073" y="1120"/>
                    <a:pt x="1954" y="1001"/>
                  </a:cubicBezTo>
                  <a:lnTo>
                    <a:pt x="1120" y="191"/>
                  </a:lnTo>
                  <a:cubicBezTo>
                    <a:pt x="1001" y="48"/>
                    <a:pt x="834" y="1"/>
                    <a:pt x="6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1000"/>
                                        <p:tgtEl>
                                          <p:spTgt spid="5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1000"/>
                                        <p:tgtEl>
                                          <p:spTgt spid="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1000"/>
                                        <p:tgtEl>
                                          <p:spTgt spid="5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7" grpId="0"/>
      <p:bldP spid="4348" grpId="0"/>
      <p:bldP spid="4349" grpId="0" animBg="1"/>
      <p:bldP spid="4350" grpId="0"/>
      <p:bldP spid="4351" grpId="0" animBg="1"/>
      <p:bldP spid="4352" grpId="0"/>
      <p:bldP spid="4353" grpId="0"/>
      <p:bldP spid="4354" grpId="0" animBg="1"/>
      <p:bldP spid="4355" grpId="0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3"/>
        </a:solidFill>
        <a:effectLst/>
      </p:bgPr>
    </p:bg>
    <p:spTree>
      <p:nvGrpSpPr>
        <p:cNvPr id="1" name="Shape 4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" name="Google Shape;4813;p52"/>
          <p:cNvSpPr txBox="1">
            <a:spLocks noGrp="1"/>
          </p:cNvSpPr>
          <p:nvPr>
            <p:ph type="title"/>
          </p:nvPr>
        </p:nvSpPr>
        <p:spPr>
          <a:xfrm>
            <a:off x="713105" y="459105"/>
            <a:ext cx="7837805" cy="572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RESULTS &amp; IMPACT : </a:t>
            </a:r>
            <a:r>
              <a:rPr lang="en-US" altLang="en-GB">
                <a:solidFill>
                  <a:srgbClr val="188077"/>
                </a:solidFill>
                <a:latin typeface="Times New Roman" panose="02020603050405020304" charset="0"/>
                <a:cs typeface="Times New Roman" panose="02020603050405020304" charset="0"/>
              </a:rPr>
              <a:t>Expected Outcomes</a:t>
            </a:r>
            <a:endParaRPr lang="en-US" altLang="en-GB" b="0">
              <a:solidFill>
                <a:srgbClr val="18807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814" name="Google Shape;4814;p52"/>
          <p:cNvSpPr txBox="1"/>
          <p:nvPr>
            <p:custDataLst>
              <p:tags r:id="rId1"/>
            </p:custDataLst>
          </p:nvPr>
        </p:nvSpPr>
        <p:spPr>
          <a:xfrm>
            <a:off x="1309957" y="1336486"/>
            <a:ext cx="3509400" cy="3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Reduced healthcare access barriers in rural areas</a:t>
            </a:r>
            <a:endParaRPr lang="en-US" altLang="en-US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</p:txBody>
      </p:sp>
      <p:sp>
        <p:nvSpPr>
          <p:cNvPr id="4816" name="Google Shape;4816;p52"/>
          <p:cNvSpPr/>
          <p:nvPr>
            <p:custDataLst>
              <p:tags r:id="rId2"/>
            </p:custDataLst>
          </p:nvPr>
        </p:nvSpPr>
        <p:spPr>
          <a:xfrm flipH="1">
            <a:off x="856879" y="1336892"/>
            <a:ext cx="392700" cy="3927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rPr>
              <a:t>1</a:t>
            </a:r>
            <a:endParaRPr sz="1800" b="1">
              <a:solidFill>
                <a:schemeClr val="lt1"/>
              </a:solidFill>
              <a:latin typeface="Red Hat Display" panose="02010303040201060303"/>
              <a:ea typeface="Red Hat Display" panose="02010303040201060303"/>
              <a:cs typeface="Red Hat Display" panose="02010303040201060303"/>
              <a:sym typeface="Red Hat Display" panose="02010303040201060303"/>
            </a:endParaRPr>
          </a:p>
        </p:txBody>
      </p:sp>
      <p:sp>
        <p:nvSpPr>
          <p:cNvPr id="4817" name="Google Shape;4817;p52"/>
          <p:cNvSpPr txBox="1"/>
          <p:nvPr>
            <p:custDataLst>
              <p:tags r:id="rId3"/>
            </p:custDataLst>
          </p:nvPr>
        </p:nvSpPr>
        <p:spPr>
          <a:xfrm>
            <a:off x="1309957" y="2160392"/>
            <a:ext cx="3509400" cy="3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Lower consultation costs for underserved populations</a:t>
            </a:r>
            <a:endParaRPr lang="en-US" altLang="en-US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</p:txBody>
      </p:sp>
      <p:sp>
        <p:nvSpPr>
          <p:cNvPr id="4819" name="Google Shape;4819;p52"/>
          <p:cNvSpPr/>
          <p:nvPr>
            <p:custDataLst>
              <p:tags r:id="rId4"/>
            </p:custDataLst>
          </p:nvPr>
        </p:nvSpPr>
        <p:spPr>
          <a:xfrm flipH="1">
            <a:off x="856879" y="2166514"/>
            <a:ext cx="392700" cy="392700"/>
          </a:xfrm>
          <a:prstGeom prst="ellipse">
            <a:avLst/>
          </a:prstGeom>
          <a:solidFill>
            <a:schemeClr val="lt2"/>
          </a:solidFill>
          <a:ln>
            <a:solidFill>
              <a:schemeClr val="tx1"/>
            </a:solidFill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rPr>
              <a:t>2</a:t>
            </a:r>
            <a:endParaRPr sz="1800" b="1">
              <a:solidFill>
                <a:schemeClr val="lt1"/>
              </a:solidFill>
              <a:latin typeface="Red Hat Display" panose="02010303040201060303"/>
              <a:ea typeface="Red Hat Display" panose="02010303040201060303"/>
              <a:cs typeface="Red Hat Display" panose="02010303040201060303"/>
              <a:sym typeface="Red Hat Display" panose="02010303040201060303"/>
            </a:endParaRPr>
          </a:p>
        </p:txBody>
      </p:sp>
      <p:sp>
        <p:nvSpPr>
          <p:cNvPr id="4820" name="Google Shape;4820;p52"/>
          <p:cNvSpPr txBox="1"/>
          <p:nvPr>
            <p:custDataLst>
              <p:tags r:id="rId5"/>
            </p:custDataLst>
          </p:nvPr>
        </p:nvSpPr>
        <p:spPr>
          <a:xfrm>
            <a:off x="1309957" y="2983663"/>
            <a:ext cx="3509400" cy="3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Improved health literacy through AI explanations</a:t>
            </a:r>
            <a:endParaRPr lang="en-US" altLang="en-US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</p:txBody>
      </p:sp>
      <p:sp>
        <p:nvSpPr>
          <p:cNvPr id="4822" name="Google Shape;4822;p52"/>
          <p:cNvSpPr/>
          <p:nvPr>
            <p:custDataLst>
              <p:tags r:id="rId6"/>
            </p:custDataLst>
          </p:nvPr>
        </p:nvSpPr>
        <p:spPr>
          <a:xfrm flipH="1">
            <a:off x="856879" y="2996137"/>
            <a:ext cx="392700" cy="392700"/>
          </a:xfrm>
          <a:prstGeom prst="ellipse">
            <a:avLst/>
          </a:prstGeom>
          <a:solidFill>
            <a:schemeClr val="dk2"/>
          </a:solidFill>
          <a:ln>
            <a:solidFill>
              <a:schemeClr val="tx1"/>
            </a:solidFill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rPr>
              <a:t>3</a:t>
            </a:r>
            <a:endParaRPr sz="1800" b="1">
              <a:solidFill>
                <a:schemeClr val="lt1"/>
              </a:solidFill>
              <a:latin typeface="Red Hat Display" panose="02010303040201060303"/>
              <a:ea typeface="Red Hat Display" panose="02010303040201060303"/>
              <a:cs typeface="Red Hat Display" panose="02010303040201060303"/>
              <a:sym typeface="Red Hat Display" panose="02010303040201060303"/>
            </a:endParaRPr>
          </a:p>
        </p:txBody>
      </p:sp>
      <p:sp>
        <p:nvSpPr>
          <p:cNvPr id="4823" name="Google Shape;4823;p52"/>
          <p:cNvSpPr txBox="1"/>
          <p:nvPr>
            <p:custDataLst>
              <p:tags r:id="rId7"/>
            </p:custDataLst>
          </p:nvPr>
        </p:nvSpPr>
        <p:spPr>
          <a:xfrm>
            <a:off x="1309957" y="3811379"/>
            <a:ext cx="3509400" cy="3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olidFill>
                  <a:schemeClr val="dk1"/>
                </a:solidFill>
                <a:latin typeface="Times New Roman" panose="02020603050405020304" charset="0"/>
                <a:ea typeface="Red Hat Display" panose="02010303040201060303"/>
                <a:cs typeface="Times New Roman" panose="02020603050405020304" charset="0"/>
                <a:sym typeface="Red Hat Display" panose="02010303040201060303"/>
              </a:rPr>
              <a:t>Time savings for both patients and doctors</a:t>
            </a:r>
            <a:endParaRPr lang="en-US" altLang="en-US">
              <a:solidFill>
                <a:schemeClr val="dk1"/>
              </a:solidFill>
              <a:latin typeface="Times New Roman" panose="02020603050405020304" charset="0"/>
              <a:ea typeface="Red Hat Display" panose="02010303040201060303"/>
              <a:cs typeface="Times New Roman" panose="02020603050405020304" charset="0"/>
              <a:sym typeface="Red Hat Display" panose="02010303040201060303"/>
            </a:endParaRPr>
          </a:p>
        </p:txBody>
      </p:sp>
      <p:sp>
        <p:nvSpPr>
          <p:cNvPr id="4825" name="Google Shape;4825;p52"/>
          <p:cNvSpPr/>
          <p:nvPr>
            <p:custDataLst>
              <p:tags r:id="rId8"/>
            </p:custDataLst>
          </p:nvPr>
        </p:nvSpPr>
        <p:spPr>
          <a:xfrm flipH="1">
            <a:off x="856879" y="3825760"/>
            <a:ext cx="392700" cy="392700"/>
          </a:xfrm>
          <a:prstGeom prst="ellipse">
            <a:avLst/>
          </a:prstGeom>
          <a:solidFill>
            <a:srgbClr val="188077"/>
          </a:solidFill>
          <a:ln>
            <a:solidFill>
              <a:schemeClr val="tx1"/>
            </a:solidFill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rPr>
              <a:t>4</a:t>
            </a:r>
            <a:endParaRPr sz="1800" b="1">
              <a:solidFill>
                <a:schemeClr val="lt1"/>
              </a:solidFill>
              <a:latin typeface="Red Hat Display" panose="02010303040201060303"/>
              <a:ea typeface="Red Hat Display" panose="02010303040201060303"/>
              <a:cs typeface="Red Hat Display" panose="02010303040201060303"/>
              <a:sym typeface="Red Hat Display" panose="02010303040201060303"/>
            </a:endParaRPr>
          </a:p>
        </p:txBody>
      </p:sp>
      <p:pic>
        <p:nvPicPr>
          <p:cNvPr id="3" name="Picture 2" descr="WhatsApp_Image_2026-01-06_at_8.58.49_PM-removebg-preview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0705" y="955675"/>
            <a:ext cx="4187825" cy="4187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1000"/>
                                        <p:tgtEl>
                                          <p:spTgt spid="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1000"/>
                                        <p:tgtEl>
                                          <p:spTgt spid="4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1000"/>
                                        <p:tgtEl>
                                          <p:spTgt spid="4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1000"/>
                                        <p:tgtEl>
                                          <p:spTgt spid="4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000"/>
                                        <p:tgtEl>
                                          <p:spTgt spid="4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1000"/>
                                        <p:tgtEl>
                                          <p:spTgt spid="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1000"/>
                                        <p:tgtEl>
                                          <p:spTgt spid="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4" grpId="0"/>
      <p:bldP spid="4814" grpId="1"/>
      <p:bldP spid="4817" grpId="0"/>
      <p:bldP spid="4817" grpId="1"/>
      <p:bldP spid="4820" grpId="0"/>
      <p:bldP spid="4820" grpId="1"/>
      <p:bldP spid="4823" grpId="0"/>
      <p:bldP spid="4823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3"/>
        </a:solidFill>
        <a:effectLst/>
      </p:bgPr>
    </p:bg>
    <p:spTree>
      <p:nvGrpSpPr>
        <p:cNvPr id="1" name="Shape 4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2" name="Google Shape;4622;p51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TECHNICAL METRICS</a:t>
            </a:r>
            <a:endParaRPr lang="en-US" altLang="en-GB" b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23" name="Google Shape;4623;p51"/>
          <p:cNvSpPr txBox="1">
            <a:spLocks noGrp="1"/>
          </p:cNvSpPr>
          <p:nvPr>
            <p:ph type="subTitle" idx="1"/>
          </p:nvPr>
        </p:nvSpPr>
        <p:spPr>
          <a:xfrm>
            <a:off x="754575" y="3177922"/>
            <a:ext cx="1820100" cy="7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AI response time: &lt; 5 seconds (95% faster than traditional triage)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25" name="Google Shape;4625;p51"/>
          <p:cNvSpPr txBox="1">
            <a:spLocks noGrp="1"/>
          </p:cNvSpPr>
          <p:nvPr>
            <p:ph type="title" idx="3"/>
          </p:nvPr>
        </p:nvSpPr>
        <p:spPr>
          <a:xfrm>
            <a:off x="957000" y="1032181"/>
            <a:ext cx="1129500" cy="5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9</a:t>
            </a:r>
            <a:r>
              <a:rPr lang="en-US" altLang="en-GB" sz="2400"/>
              <a:t>5</a:t>
            </a:r>
            <a:r>
              <a:rPr lang="en-GB" sz="2400"/>
              <a:t>%</a:t>
            </a:r>
            <a:endParaRPr lang="en-GB" sz="2400"/>
          </a:p>
        </p:txBody>
      </p:sp>
      <p:sp>
        <p:nvSpPr>
          <p:cNvPr id="4626" name="Google Shape;4626;p51"/>
          <p:cNvSpPr/>
          <p:nvPr/>
        </p:nvSpPr>
        <p:spPr>
          <a:xfrm>
            <a:off x="754800" y="1484632"/>
            <a:ext cx="1533900" cy="1534200"/>
          </a:xfrm>
          <a:prstGeom prst="donut">
            <a:avLst>
              <a:gd name="adj" fmla="val 19745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7" name="Google Shape;4627;p51"/>
          <p:cNvSpPr/>
          <p:nvPr/>
        </p:nvSpPr>
        <p:spPr>
          <a:xfrm>
            <a:off x="754800" y="1484632"/>
            <a:ext cx="1533900" cy="1534200"/>
          </a:xfrm>
          <a:prstGeom prst="blockArc">
            <a:avLst>
              <a:gd name="adj1" fmla="val 16200655"/>
              <a:gd name="adj2" fmla="val 13777857"/>
              <a:gd name="adj3" fmla="val 18973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8" name="Google Shape;4628;p51"/>
          <p:cNvSpPr txBox="1">
            <a:spLocks noGrp="1"/>
          </p:cNvSpPr>
          <p:nvPr>
            <p:ph type="subTitle" idx="4"/>
          </p:nvPr>
        </p:nvSpPr>
        <p:spPr>
          <a:xfrm>
            <a:off x="2692190" y="3229357"/>
            <a:ext cx="1820100" cy="7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OCR accuracy: &gt; 90% on standard reports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30" name="Google Shape;4630;p51"/>
          <p:cNvSpPr txBox="1">
            <a:spLocks noGrp="1"/>
          </p:cNvSpPr>
          <p:nvPr>
            <p:ph type="title" idx="6"/>
          </p:nvPr>
        </p:nvSpPr>
        <p:spPr>
          <a:xfrm>
            <a:off x="2895885" y="1032181"/>
            <a:ext cx="1129500" cy="5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400"/>
              <a:t>90</a:t>
            </a:r>
            <a:r>
              <a:rPr lang="en-GB" sz="2400"/>
              <a:t>%</a:t>
            </a:r>
            <a:endParaRPr lang="en-GB" sz="2400"/>
          </a:p>
        </p:txBody>
      </p:sp>
      <p:sp>
        <p:nvSpPr>
          <p:cNvPr id="4631" name="Google Shape;4631;p51"/>
          <p:cNvSpPr txBox="1">
            <a:spLocks noGrp="1"/>
          </p:cNvSpPr>
          <p:nvPr>
            <p:ph type="subTitle" idx="7"/>
          </p:nvPr>
        </p:nvSpPr>
        <p:spPr>
          <a:xfrm>
            <a:off x="4630440" y="3229357"/>
            <a:ext cx="1820100" cy="7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System availability: &gt; 95%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33" name="Google Shape;4633;p51"/>
          <p:cNvSpPr txBox="1">
            <a:spLocks noGrp="1"/>
          </p:cNvSpPr>
          <p:nvPr>
            <p:ph type="title" idx="9"/>
          </p:nvPr>
        </p:nvSpPr>
        <p:spPr>
          <a:xfrm>
            <a:off x="4834135" y="1032181"/>
            <a:ext cx="1129500" cy="5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400"/>
              <a:t>95</a:t>
            </a:r>
            <a:r>
              <a:rPr lang="en-GB" sz="2400"/>
              <a:t>%</a:t>
            </a:r>
            <a:endParaRPr lang="en-GB" sz="2400"/>
          </a:p>
        </p:txBody>
      </p:sp>
      <p:sp>
        <p:nvSpPr>
          <p:cNvPr id="4634" name="Google Shape;4634;p51"/>
          <p:cNvSpPr txBox="1">
            <a:spLocks noGrp="1"/>
          </p:cNvSpPr>
          <p:nvPr>
            <p:ph type="subTitle" idx="13"/>
          </p:nvPr>
        </p:nvSpPr>
        <p:spPr>
          <a:xfrm>
            <a:off x="6568690" y="3228722"/>
            <a:ext cx="1820100" cy="7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Concurrent users supported: 1000+ (99% request success rate under peak load of 1,000+ concurrent users)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36" name="Google Shape;4636;p51"/>
          <p:cNvSpPr txBox="1">
            <a:spLocks noGrp="1"/>
          </p:cNvSpPr>
          <p:nvPr>
            <p:ph type="title" idx="15"/>
          </p:nvPr>
        </p:nvSpPr>
        <p:spPr>
          <a:xfrm>
            <a:off x="6786355" y="983921"/>
            <a:ext cx="1129500" cy="5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400"/>
              <a:t>99</a:t>
            </a:r>
            <a:r>
              <a:rPr lang="en-GB" sz="2400"/>
              <a:t>%</a:t>
            </a:r>
            <a:endParaRPr lang="en-GB" sz="2400"/>
          </a:p>
        </p:txBody>
      </p:sp>
      <p:sp>
        <p:nvSpPr>
          <p:cNvPr id="4637" name="Google Shape;4637;p51"/>
          <p:cNvSpPr/>
          <p:nvPr/>
        </p:nvSpPr>
        <p:spPr>
          <a:xfrm>
            <a:off x="2693050" y="1484632"/>
            <a:ext cx="1533900" cy="1534200"/>
          </a:xfrm>
          <a:prstGeom prst="donut">
            <a:avLst>
              <a:gd name="adj" fmla="val 19745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38" name="Google Shape;4638;p51"/>
          <p:cNvSpPr/>
          <p:nvPr/>
        </p:nvSpPr>
        <p:spPr>
          <a:xfrm>
            <a:off x="2693050" y="1484632"/>
            <a:ext cx="1533900" cy="1534200"/>
          </a:xfrm>
          <a:prstGeom prst="blockArc">
            <a:avLst>
              <a:gd name="adj1" fmla="val 16200655"/>
              <a:gd name="adj2" fmla="val 12139498"/>
              <a:gd name="adj3" fmla="val 19269"/>
            </a:avLst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39" name="Google Shape;4639;p51"/>
          <p:cNvSpPr/>
          <p:nvPr/>
        </p:nvSpPr>
        <p:spPr>
          <a:xfrm>
            <a:off x="4631300" y="1484632"/>
            <a:ext cx="1533900" cy="1534200"/>
          </a:xfrm>
          <a:prstGeom prst="donut">
            <a:avLst>
              <a:gd name="adj" fmla="val 19745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40" name="Google Shape;4640;p51"/>
          <p:cNvSpPr/>
          <p:nvPr/>
        </p:nvSpPr>
        <p:spPr>
          <a:xfrm>
            <a:off x="4631300" y="1484632"/>
            <a:ext cx="1533900" cy="1534200"/>
          </a:xfrm>
          <a:prstGeom prst="blockArc">
            <a:avLst>
              <a:gd name="adj1" fmla="val 16200655"/>
              <a:gd name="adj2" fmla="val 14831935"/>
              <a:gd name="adj3" fmla="val 18788"/>
            </a:avLst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41" name="Google Shape;4641;p51"/>
          <p:cNvSpPr/>
          <p:nvPr/>
        </p:nvSpPr>
        <p:spPr>
          <a:xfrm>
            <a:off x="6569550" y="1484632"/>
            <a:ext cx="1533900" cy="1534200"/>
          </a:xfrm>
          <a:prstGeom prst="donut">
            <a:avLst>
              <a:gd name="adj" fmla="val 19745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42" name="Google Shape;4642;p51"/>
          <p:cNvSpPr/>
          <p:nvPr/>
        </p:nvSpPr>
        <p:spPr>
          <a:xfrm>
            <a:off x="6569550" y="1484632"/>
            <a:ext cx="1533900" cy="1534200"/>
          </a:xfrm>
          <a:prstGeom prst="blockArc">
            <a:avLst>
              <a:gd name="adj1" fmla="val 16200655"/>
              <a:gd name="adj2" fmla="val 15709678"/>
              <a:gd name="adj3" fmla="val 19844"/>
            </a:avLst>
          </a:prstGeom>
          <a:solidFill>
            <a:srgbClr val="188077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43" name="Google Shape;4643;p51"/>
          <p:cNvSpPr/>
          <p:nvPr/>
        </p:nvSpPr>
        <p:spPr>
          <a:xfrm>
            <a:off x="1145550" y="1875532"/>
            <a:ext cx="752400" cy="752400"/>
          </a:xfrm>
          <a:prstGeom prst="ellipse">
            <a:avLst/>
          </a:prstGeom>
          <a:solidFill>
            <a:srgbClr val="1880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44" name="Google Shape;4644;p51"/>
          <p:cNvSpPr/>
          <p:nvPr/>
        </p:nvSpPr>
        <p:spPr>
          <a:xfrm>
            <a:off x="3083800" y="1875532"/>
            <a:ext cx="752400" cy="752400"/>
          </a:xfrm>
          <a:prstGeom prst="ellipse">
            <a:avLst/>
          </a:prstGeom>
          <a:solidFill>
            <a:srgbClr val="1880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45" name="Google Shape;4645;p51"/>
          <p:cNvSpPr/>
          <p:nvPr/>
        </p:nvSpPr>
        <p:spPr>
          <a:xfrm>
            <a:off x="5022050" y="1875532"/>
            <a:ext cx="752400" cy="752400"/>
          </a:xfrm>
          <a:prstGeom prst="ellipse">
            <a:avLst/>
          </a:prstGeom>
          <a:solidFill>
            <a:srgbClr val="1880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46" name="Google Shape;4646;p51"/>
          <p:cNvSpPr/>
          <p:nvPr/>
        </p:nvSpPr>
        <p:spPr>
          <a:xfrm>
            <a:off x="6960300" y="1875532"/>
            <a:ext cx="752400" cy="752400"/>
          </a:xfrm>
          <a:prstGeom prst="ellipse">
            <a:avLst/>
          </a:prstGeom>
          <a:solidFill>
            <a:srgbClr val="1880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4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1000"/>
                                        <p:tgtEl>
                                          <p:spTgt spid="4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4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27" grpId="0" animBg="1"/>
      <p:bldP spid="4638" grpId="0" animBg="1"/>
      <p:bldP spid="4640" grpId="0" animBg="1"/>
      <p:bldP spid="464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3"/>
        </a:solidFill>
        <a:effectLst/>
      </p:bgPr>
    </p:bg>
    <p:spTree>
      <p:nvGrpSpPr>
        <p:cNvPr id="1" name="Shape 4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3" name="Google Shape;4323;p43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FUTURE ENHANCEMENTS</a:t>
            </a:r>
            <a:endParaRPr lang="en-US" altLang="en-GB" b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324" name="Google Shape;4324;p43"/>
          <p:cNvSpPr txBox="1">
            <a:spLocks noGrp="1"/>
          </p:cNvSpPr>
          <p:nvPr>
            <p:ph type="body" idx="1"/>
          </p:nvPr>
        </p:nvSpPr>
        <p:spPr>
          <a:xfrm>
            <a:off x="2015550" y="1481225"/>
            <a:ext cx="5112900" cy="28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82600" lvl="1" indent="0" algn="l" rtl="0">
              <a:spcBef>
                <a:spcPts val="0"/>
              </a:spcBef>
              <a:spcAft>
                <a:spcPts val="0"/>
              </a:spcAft>
              <a:buSzPts val="1400"/>
              <a:buFont typeface="Red Hat Display" panose="02010303040201060303"/>
              <a:buNone/>
            </a:pPr>
            <a:r>
              <a:rPr lang="en-US" altLang="en-GB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SHORT-TERM</a:t>
            </a:r>
            <a:endParaRPr lang="en-US" altLang="en-GB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82600" lvl="1" indent="0" algn="l" rtl="0">
              <a:spcBef>
                <a:spcPts val="0"/>
              </a:spcBef>
              <a:spcAft>
                <a:spcPts val="0"/>
              </a:spcAft>
              <a:buSzPts val="1400"/>
              <a:buFont typeface="Red Hat Display" panose="02010303040201060303"/>
              <a:buNone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768350" lvl="1" indent="-28575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Integration with wearable devices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768350" lvl="1" indent="-28575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Emergency services coordination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768350" lvl="1" indent="-28575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Prescription management</a:t>
            </a:r>
            <a:endParaRPr lang="en-US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8260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8260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LONG-TERM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8260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768350" lvl="1" indent="-28575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Chronic disease prediction models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768350" lvl="1" indent="-28575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Integration with hospital EHR systems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768350" lvl="1" indent="-28575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AI-powered diagnostic imaging analysis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768350" lvl="1" indent="-28575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Mental health support modules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8260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139700" lvl="0" indent="0" algn="l" rtl="0">
              <a:spcBef>
                <a:spcPts val="1000"/>
              </a:spcBef>
              <a:spcAft>
                <a:spcPts val="0"/>
              </a:spcAft>
              <a:buSzPts val="1400"/>
              <a:buFont typeface="Red Hat Display" panose="02010303040201060303"/>
              <a:buNone/>
            </a:pPr>
            <a:endParaRPr 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4325" name="Google Shape;4325;p43"/>
          <p:cNvGrpSpPr/>
          <p:nvPr/>
        </p:nvGrpSpPr>
        <p:grpSpPr>
          <a:xfrm>
            <a:off x="7631293" y="-903819"/>
            <a:ext cx="2532900" cy="2815493"/>
            <a:chOff x="7631293" y="-903819"/>
            <a:chExt cx="2532900" cy="2815493"/>
          </a:xfrm>
          <a:solidFill>
            <a:srgbClr val="188077"/>
          </a:solidFill>
        </p:grpSpPr>
        <p:sp>
          <p:nvSpPr>
            <p:cNvPr id="4326" name="Google Shape;4326;p43"/>
            <p:cNvSpPr/>
            <p:nvPr/>
          </p:nvSpPr>
          <p:spPr>
            <a:xfrm flipH="1">
              <a:off x="7631293" y="-903819"/>
              <a:ext cx="2532900" cy="2532900"/>
            </a:xfrm>
            <a:prstGeom prst="donut">
              <a:avLst>
                <a:gd name="adj" fmla="val 29191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27" name="Google Shape;4327;p43"/>
            <p:cNvSpPr/>
            <p:nvPr/>
          </p:nvSpPr>
          <p:spPr>
            <a:xfrm>
              <a:off x="7833800" y="983474"/>
              <a:ext cx="928200" cy="928200"/>
            </a:xfrm>
            <a:prstGeom prst="ellipse">
              <a:avLst/>
            </a:prstGeom>
            <a:solidFill>
              <a:srgbClr val="F9FBEE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328" name="Google Shape;4328;p43"/>
          <p:cNvGrpSpPr/>
          <p:nvPr/>
        </p:nvGrpSpPr>
        <p:grpSpPr>
          <a:xfrm rot="1317078">
            <a:off x="7639016" y="3718251"/>
            <a:ext cx="692390" cy="893491"/>
            <a:chOff x="2744275" y="4745675"/>
            <a:chExt cx="246950" cy="318675"/>
          </a:xfrm>
          <a:solidFill>
            <a:srgbClr val="188077"/>
          </a:solidFill>
        </p:grpSpPr>
        <p:sp>
          <p:nvSpPr>
            <p:cNvPr id="4329" name="Google Shape;4329;p43"/>
            <p:cNvSpPr/>
            <p:nvPr/>
          </p:nvSpPr>
          <p:spPr>
            <a:xfrm>
              <a:off x="2744275" y="4764900"/>
              <a:ext cx="246950" cy="299450"/>
            </a:xfrm>
            <a:custGeom>
              <a:avLst/>
              <a:gdLst/>
              <a:ahLst/>
              <a:cxnLst/>
              <a:rect l="l" t="t" r="r" b="b"/>
              <a:pathLst>
                <a:path w="9878" h="11978" extrusionOk="0">
                  <a:moveTo>
                    <a:pt x="592" y="1"/>
                  </a:moveTo>
                  <a:cubicBezTo>
                    <a:pt x="267" y="1"/>
                    <a:pt x="1" y="267"/>
                    <a:pt x="1" y="592"/>
                  </a:cubicBezTo>
                  <a:lnTo>
                    <a:pt x="1" y="11386"/>
                  </a:lnTo>
                  <a:cubicBezTo>
                    <a:pt x="1" y="11711"/>
                    <a:pt x="267" y="11978"/>
                    <a:pt x="592" y="11978"/>
                  </a:cubicBezTo>
                  <a:lnTo>
                    <a:pt x="9286" y="11978"/>
                  </a:lnTo>
                  <a:cubicBezTo>
                    <a:pt x="9612" y="11978"/>
                    <a:pt x="9878" y="11711"/>
                    <a:pt x="9878" y="11386"/>
                  </a:cubicBezTo>
                  <a:lnTo>
                    <a:pt x="9878" y="592"/>
                  </a:lnTo>
                  <a:cubicBezTo>
                    <a:pt x="9878" y="267"/>
                    <a:pt x="9612" y="1"/>
                    <a:pt x="9286" y="1"/>
                  </a:cubicBezTo>
                  <a:lnTo>
                    <a:pt x="7601" y="1"/>
                  </a:lnTo>
                  <a:cubicBezTo>
                    <a:pt x="7542" y="1"/>
                    <a:pt x="7482" y="60"/>
                    <a:pt x="7482" y="119"/>
                  </a:cubicBezTo>
                  <a:cubicBezTo>
                    <a:pt x="7482" y="208"/>
                    <a:pt x="7542" y="267"/>
                    <a:pt x="7601" y="267"/>
                  </a:cubicBezTo>
                  <a:lnTo>
                    <a:pt x="9286" y="267"/>
                  </a:lnTo>
                  <a:cubicBezTo>
                    <a:pt x="9464" y="267"/>
                    <a:pt x="9641" y="415"/>
                    <a:pt x="9641" y="592"/>
                  </a:cubicBezTo>
                  <a:lnTo>
                    <a:pt x="9641" y="11386"/>
                  </a:lnTo>
                  <a:cubicBezTo>
                    <a:pt x="9641" y="11593"/>
                    <a:pt x="9464" y="11741"/>
                    <a:pt x="9286" y="11741"/>
                  </a:cubicBezTo>
                  <a:lnTo>
                    <a:pt x="592" y="11741"/>
                  </a:lnTo>
                  <a:cubicBezTo>
                    <a:pt x="385" y="11741"/>
                    <a:pt x="237" y="11593"/>
                    <a:pt x="237" y="11386"/>
                  </a:cubicBezTo>
                  <a:lnTo>
                    <a:pt x="237" y="592"/>
                  </a:lnTo>
                  <a:cubicBezTo>
                    <a:pt x="237" y="415"/>
                    <a:pt x="385" y="267"/>
                    <a:pt x="592" y="267"/>
                  </a:cubicBezTo>
                  <a:lnTo>
                    <a:pt x="2248" y="267"/>
                  </a:lnTo>
                  <a:cubicBezTo>
                    <a:pt x="2337" y="267"/>
                    <a:pt x="2396" y="208"/>
                    <a:pt x="2396" y="119"/>
                  </a:cubicBezTo>
                  <a:cubicBezTo>
                    <a:pt x="2396" y="60"/>
                    <a:pt x="2337" y="1"/>
                    <a:pt x="22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30" name="Google Shape;4330;p43"/>
            <p:cNvSpPr/>
            <p:nvPr/>
          </p:nvSpPr>
          <p:spPr>
            <a:xfrm>
              <a:off x="2776800" y="4764900"/>
              <a:ext cx="181900" cy="266925"/>
            </a:xfrm>
            <a:custGeom>
              <a:avLst/>
              <a:gdLst/>
              <a:ahLst/>
              <a:cxnLst/>
              <a:rect l="l" t="t" r="r" b="b"/>
              <a:pathLst>
                <a:path w="7276" h="10677" extrusionOk="0">
                  <a:moveTo>
                    <a:pt x="119" y="1"/>
                  </a:moveTo>
                  <a:cubicBezTo>
                    <a:pt x="60" y="1"/>
                    <a:pt x="1" y="60"/>
                    <a:pt x="1" y="119"/>
                  </a:cubicBezTo>
                  <a:lnTo>
                    <a:pt x="1" y="10558"/>
                  </a:lnTo>
                  <a:cubicBezTo>
                    <a:pt x="1" y="10617"/>
                    <a:pt x="60" y="10676"/>
                    <a:pt x="119" y="10676"/>
                  </a:cubicBezTo>
                  <a:lnTo>
                    <a:pt x="7128" y="10676"/>
                  </a:lnTo>
                  <a:cubicBezTo>
                    <a:pt x="7216" y="10676"/>
                    <a:pt x="7276" y="10617"/>
                    <a:pt x="7276" y="10558"/>
                  </a:cubicBezTo>
                  <a:lnTo>
                    <a:pt x="7276" y="119"/>
                  </a:lnTo>
                  <a:cubicBezTo>
                    <a:pt x="7276" y="60"/>
                    <a:pt x="7216" y="1"/>
                    <a:pt x="7128" y="1"/>
                  </a:cubicBezTo>
                  <a:lnTo>
                    <a:pt x="6300" y="1"/>
                  </a:lnTo>
                  <a:cubicBezTo>
                    <a:pt x="6241" y="1"/>
                    <a:pt x="6181" y="60"/>
                    <a:pt x="6181" y="119"/>
                  </a:cubicBezTo>
                  <a:cubicBezTo>
                    <a:pt x="6181" y="208"/>
                    <a:pt x="6241" y="267"/>
                    <a:pt x="6300" y="267"/>
                  </a:cubicBezTo>
                  <a:lnTo>
                    <a:pt x="7009" y="267"/>
                  </a:lnTo>
                  <a:lnTo>
                    <a:pt x="7009" y="10410"/>
                  </a:lnTo>
                  <a:lnTo>
                    <a:pt x="267" y="10410"/>
                  </a:lnTo>
                  <a:lnTo>
                    <a:pt x="267" y="267"/>
                  </a:lnTo>
                  <a:lnTo>
                    <a:pt x="947" y="267"/>
                  </a:lnTo>
                  <a:cubicBezTo>
                    <a:pt x="1036" y="267"/>
                    <a:pt x="1095" y="208"/>
                    <a:pt x="1095" y="119"/>
                  </a:cubicBezTo>
                  <a:cubicBezTo>
                    <a:pt x="1095" y="60"/>
                    <a:pt x="1036" y="1"/>
                    <a:pt x="9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31" name="Google Shape;4331;p43"/>
            <p:cNvSpPr/>
            <p:nvPr/>
          </p:nvSpPr>
          <p:spPr>
            <a:xfrm>
              <a:off x="2797500" y="4745675"/>
              <a:ext cx="140500" cy="44400"/>
            </a:xfrm>
            <a:custGeom>
              <a:avLst/>
              <a:gdLst/>
              <a:ahLst/>
              <a:cxnLst/>
              <a:rect l="l" t="t" r="r" b="b"/>
              <a:pathLst>
                <a:path w="5620" h="1776" extrusionOk="0">
                  <a:moveTo>
                    <a:pt x="4732" y="267"/>
                  </a:moveTo>
                  <a:cubicBezTo>
                    <a:pt x="5058" y="267"/>
                    <a:pt x="5353" y="563"/>
                    <a:pt x="5353" y="888"/>
                  </a:cubicBezTo>
                  <a:cubicBezTo>
                    <a:pt x="5353" y="1243"/>
                    <a:pt x="5058" y="1539"/>
                    <a:pt x="4732" y="1539"/>
                  </a:cubicBezTo>
                  <a:lnTo>
                    <a:pt x="888" y="1539"/>
                  </a:lnTo>
                  <a:cubicBezTo>
                    <a:pt x="533" y="1539"/>
                    <a:pt x="267" y="1243"/>
                    <a:pt x="267" y="888"/>
                  </a:cubicBezTo>
                  <a:cubicBezTo>
                    <a:pt x="267" y="563"/>
                    <a:pt x="533" y="267"/>
                    <a:pt x="888" y="267"/>
                  </a:cubicBezTo>
                  <a:close/>
                  <a:moveTo>
                    <a:pt x="888" y="1"/>
                  </a:moveTo>
                  <a:cubicBezTo>
                    <a:pt x="415" y="1"/>
                    <a:pt x="1" y="415"/>
                    <a:pt x="1" y="888"/>
                  </a:cubicBezTo>
                  <a:cubicBezTo>
                    <a:pt x="1" y="1391"/>
                    <a:pt x="415" y="1775"/>
                    <a:pt x="888" y="1775"/>
                  </a:cubicBezTo>
                  <a:lnTo>
                    <a:pt x="4732" y="1775"/>
                  </a:lnTo>
                  <a:cubicBezTo>
                    <a:pt x="5206" y="1775"/>
                    <a:pt x="5620" y="1391"/>
                    <a:pt x="5620" y="888"/>
                  </a:cubicBezTo>
                  <a:cubicBezTo>
                    <a:pt x="5620" y="415"/>
                    <a:pt x="5206" y="1"/>
                    <a:pt x="47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32" name="Google Shape;4332;p43"/>
            <p:cNvSpPr/>
            <p:nvPr/>
          </p:nvSpPr>
          <p:spPr>
            <a:xfrm>
              <a:off x="2811550" y="4860275"/>
              <a:ext cx="111675" cy="99100"/>
            </a:xfrm>
            <a:custGeom>
              <a:avLst/>
              <a:gdLst/>
              <a:ahLst/>
              <a:cxnLst/>
              <a:rect l="l" t="t" r="r" b="b"/>
              <a:pathLst>
                <a:path w="4467" h="3964" extrusionOk="0">
                  <a:moveTo>
                    <a:pt x="3254" y="267"/>
                  </a:moveTo>
                  <a:cubicBezTo>
                    <a:pt x="3904" y="267"/>
                    <a:pt x="4200" y="947"/>
                    <a:pt x="4200" y="1391"/>
                  </a:cubicBezTo>
                  <a:cubicBezTo>
                    <a:pt x="4200" y="2159"/>
                    <a:pt x="3372" y="2869"/>
                    <a:pt x="2248" y="3697"/>
                  </a:cubicBezTo>
                  <a:cubicBezTo>
                    <a:pt x="1095" y="2869"/>
                    <a:pt x="267" y="2159"/>
                    <a:pt x="267" y="1391"/>
                  </a:cubicBezTo>
                  <a:cubicBezTo>
                    <a:pt x="267" y="947"/>
                    <a:pt x="563" y="267"/>
                    <a:pt x="1213" y="267"/>
                  </a:cubicBezTo>
                  <a:cubicBezTo>
                    <a:pt x="1864" y="267"/>
                    <a:pt x="2100" y="770"/>
                    <a:pt x="2130" y="770"/>
                  </a:cubicBezTo>
                  <a:cubicBezTo>
                    <a:pt x="2130" y="829"/>
                    <a:pt x="2189" y="858"/>
                    <a:pt x="2219" y="858"/>
                  </a:cubicBezTo>
                  <a:cubicBezTo>
                    <a:pt x="2278" y="858"/>
                    <a:pt x="2337" y="829"/>
                    <a:pt x="2337" y="770"/>
                  </a:cubicBezTo>
                  <a:cubicBezTo>
                    <a:pt x="2366" y="770"/>
                    <a:pt x="2603" y="267"/>
                    <a:pt x="3254" y="267"/>
                  </a:cubicBezTo>
                  <a:close/>
                  <a:moveTo>
                    <a:pt x="1213" y="1"/>
                  </a:moveTo>
                  <a:cubicBezTo>
                    <a:pt x="474" y="1"/>
                    <a:pt x="1" y="740"/>
                    <a:pt x="1" y="1391"/>
                  </a:cubicBezTo>
                  <a:cubicBezTo>
                    <a:pt x="1" y="2307"/>
                    <a:pt x="888" y="3017"/>
                    <a:pt x="2159" y="3934"/>
                  </a:cubicBezTo>
                  <a:cubicBezTo>
                    <a:pt x="2189" y="3963"/>
                    <a:pt x="2219" y="3963"/>
                    <a:pt x="2248" y="3963"/>
                  </a:cubicBezTo>
                  <a:cubicBezTo>
                    <a:pt x="2248" y="3963"/>
                    <a:pt x="2278" y="3963"/>
                    <a:pt x="2307" y="3934"/>
                  </a:cubicBezTo>
                  <a:cubicBezTo>
                    <a:pt x="3579" y="3017"/>
                    <a:pt x="4466" y="2307"/>
                    <a:pt x="4466" y="1391"/>
                  </a:cubicBezTo>
                  <a:cubicBezTo>
                    <a:pt x="4466" y="740"/>
                    <a:pt x="3993" y="1"/>
                    <a:pt x="3254" y="1"/>
                  </a:cubicBezTo>
                  <a:cubicBezTo>
                    <a:pt x="2721" y="1"/>
                    <a:pt x="2396" y="296"/>
                    <a:pt x="2248" y="503"/>
                  </a:cubicBezTo>
                  <a:cubicBezTo>
                    <a:pt x="2071" y="296"/>
                    <a:pt x="1745" y="1"/>
                    <a:pt x="12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33" name="Google Shape;4333;p43"/>
            <p:cNvSpPr/>
            <p:nvPr/>
          </p:nvSpPr>
          <p:spPr>
            <a:xfrm>
              <a:off x="2759075" y="4795225"/>
              <a:ext cx="5925" cy="52500"/>
            </a:xfrm>
            <a:custGeom>
              <a:avLst/>
              <a:gdLst/>
              <a:ahLst/>
              <a:cxnLst/>
              <a:rect l="l" t="t" r="r" b="b"/>
              <a:pathLst>
                <a:path w="237" h="2100" extrusionOk="0">
                  <a:moveTo>
                    <a:pt x="118" y="0"/>
                  </a:moveTo>
                  <a:cubicBezTo>
                    <a:pt x="59" y="0"/>
                    <a:pt x="0" y="59"/>
                    <a:pt x="0" y="119"/>
                  </a:cubicBezTo>
                  <a:lnTo>
                    <a:pt x="0" y="1982"/>
                  </a:lnTo>
                  <a:cubicBezTo>
                    <a:pt x="0" y="2041"/>
                    <a:pt x="59" y="2100"/>
                    <a:pt x="118" y="2100"/>
                  </a:cubicBezTo>
                  <a:cubicBezTo>
                    <a:pt x="177" y="2100"/>
                    <a:pt x="237" y="2041"/>
                    <a:pt x="237" y="1982"/>
                  </a:cubicBezTo>
                  <a:lnTo>
                    <a:pt x="237" y="119"/>
                  </a:lnTo>
                  <a:cubicBezTo>
                    <a:pt x="237" y="59"/>
                    <a:pt x="177" y="0"/>
                    <a:pt x="1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334" name="Google Shape;4334;p43"/>
          <p:cNvGrpSpPr/>
          <p:nvPr/>
        </p:nvGrpSpPr>
        <p:grpSpPr>
          <a:xfrm>
            <a:off x="887061" y="1504595"/>
            <a:ext cx="628057" cy="536177"/>
            <a:chOff x="4685700" y="3980900"/>
            <a:chExt cx="391850" cy="334525"/>
          </a:xfrm>
          <a:solidFill>
            <a:srgbClr val="188077"/>
          </a:solidFill>
        </p:grpSpPr>
        <p:sp>
          <p:nvSpPr>
            <p:cNvPr id="4335" name="Google Shape;4335;p43"/>
            <p:cNvSpPr/>
            <p:nvPr/>
          </p:nvSpPr>
          <p:spPr>
            <a:xfrm>
              <a:off x="4857225" y="4066150"/>
              <a:ext cx="220325" cy="249275"/>
            </a:xfrm>
            <a:custGeom>
              <a:avLst/>
              <a:gdLst/>
              <a:ahLst/>
              <a:cxnLst/>
              <a:rect l="l" t="t" r="r" b="b"/>
              <a:pathLst>
                <a:path w="8813" h="9971" extrusionOk="0">
                  <a:moveTo>
                    <a:pt x="5737" y="241"/>
                  </a:moveTo>
                  <a:cubicBezTo>
                    <a:pt x="6269" y="241"/>
                    <a:pt x="6772" y="389"/>
                    <a:pt x="7245" y="685"/>
                  </a:cubicBezTo>
                  <a:cubicBezTo>
                    <a:pt x="7837" y="1099"/>
                    <a:pt x="8251" y="1720"/>
                    <a:pt x="8399" y="2430"/>
                  </a:cubicBezTo>
                  <a:cubicBezTo>
                    <a:pt x="8547" y="3140"/>
                    <a:pt x="8399" y="3849"/>
                    <a:pt x="8014" y="4470"/>
                  </a:cubicBezTo>
                  <a:lnTo>
                    <a:pt x="5353" y="8522"/>
                  </a:lnTo>
                  <a:cubicBezTo>
                    <a:pt x="4939" y="9113"/>
                    <a:pt x="4347" y="9527"/>
                    <a:pt x="3638" y="9675"/>
                  </a:cubicBezTo>
                  <a:cubicBezTo>
                    <a:pt x="3455" y="9713"/>
                    <a:pt x="3271" y="9731"/>
                    <a:pt x="3088" y="9731"/>
                  </a:cubicBezTo>
                  <a:cubicBezTo>
                    <a:pt x="2558" y="9731"/>
                    <a:pt x="2037" y="9576"/>
                    <a:pt x="1597" y="9291"/>
                  </a:cubicBezTo>
                  <a:cubicBezTo>
                    <a:pt x="976" y="8877"/>
                    <a:pt x="562" y="8285"/>
                    <a:pt x="414" y="7575"/>
                  </a:cubicBezTo>
                  <a:cubicBezTo>
                    <a:pt x="266" y="6866"/>
                    <a:pt x="414" y="6126"/>
                    <a:pt x="799" y="5535"/>
                  </a:cubicBezTo>
                  <a:lnTo>
                    <a:pt x="3460" y="1483"/>
                  </a:lnTo>
                  <a:cubicBezTo>
                    <a:pt x="3992" y="685"/>
                    <a:pt x="4850" y="241"/>
                    <a:pt x="5737" y="241"/>
                  </a:cubicBezTo>
                  <a:close/>
                  <a:moveTo>
                    <a:pt x="5756" y="0"/>
                  </a:moveTo>
                  <a:cubicBezTo>
                    <a:pt x="4789" y="0"/>
                    <a:pt x="3836" y="471"/>
                    <a:pt x="3253" y="1336"/>
                  </a:cubicBezTo>
                  <a:lnTo>
                    <a:pt x="592" y="5387"/>
                  </a:lnTo>
                  <a:cubicBezTo>
                    <a:pt x="178" y="6038"/>
                    <a:pt x="0" y="6836"/>
                    <a:pt x="178" y="7605"/>
                  </a:cubicBezTo>
                  <a:cubicBezTo>
                    <a:pt x="325" y="8403"/>
                    <a:pt x="799" y="9054"/>
                    <a:pt x="1449" y="9498"/>
                  </a:cubicBezTo>
                  <a:cubicBezTo>
                    <a:pt x="1952" y="9823"/>
                    <a:pt x="2514" y="9971"/>
                    <a:pt x="3076" y="9971"/>
                  </a:cubicBezTo>
                  <a:cubicBezTo>
                    <a:pt x="3283" y="9971"/>
                    <a:pt x="3490" y="9971"/>
                    <a:pt x="3667" y="9912"/>
                  </a:cubicBezTo>
                  <a:cubicBezTo>
                    <a:pt x="4466" y="9764"/>
                    <a:pt x="5116" y="9320"/>
                    <a:pt x="5560" y="8640"/>
                  </a:cubicBezTo>
                  <a:lnTo>
                    <a:pt x="8221" y="4589"/>
                  </a:lnTo>
                  <a:cubicBezTo>
                    <a:pt x="8665" y="3938"/>
                    <a:pt x="8813" y="3140"/>
                    <a:pt x="8635" y="2371"/>
                  </a:cubicBezTo>
                  <a:cubicBezTo>
                    <a:pt x="8487" y="1602"/>
                    <a:pt x="8044" y="922"/>
                    <a:pt x="7364" y="478"/>
                  </a:cubicBezTo>
                  <a:cubicBezTo>
                    <a:pt x="6868" y="155"/>
                    <a:pt x="6310" y="0"/>
                    <a:pt x="57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36" name="Google Shape;4336;p43"/>
            <p:cNvSpPr/>
            <p:nvPr/>
          </p:nvSpPr>
          <p:spPr>
            <a:xfrm>
              <a:off x="4897875" y="4138225"/>
              <a:ext cx="139750" cy="105500"/>
            </a:xfrm>
            <a:custGeom>
              <a:avLst/>
              <a:gdLst/>
              <a:ahLst/>
              <a:cxnLst/>
              <a:rect l="l" t="t" r="r" b="b"/>
              <a:pathLst>
                <a:path w="5590" h="4220" extrusionOk="0">
                  <a:moveTo>
                    <a:pt x="710" y="286"/>
                  </a:moveTo>
                  <a:lnTo>
                    <a:pt x="5264" y="3303"/>
                  </a:lnTo>
                  <a:lnTo>
                    <a:pt x="4850" y="3924"/>
                  </a:lnTo>
                  <a:lnTo>
                    <a:pt x="296" y="937"/>
                  </a:lnTo>
                  <a:lnTo>
                    <a:pt x="710" y="286"/>
                  </a:lnTo>
                  <a:close/>
                  <a:moveTo>
                    <a:pt x="669" y="1"/>
                  </a:moveTo>
                  <a:cubicBezTo>
                    <a:pt x="637" y="1"/>
                    <a:pt x="609" y="15"/>
                    <a:pt x="592" y="50"/>
                  </a:cubicBezTo>
                  <a:lnTo>
                    <a:pt x="30" y="907"/>
                  </a:lnTo>
                  <a:cubicBezTo>
                    <a:pt x="1" y="937"/>
                    <a:pt x="1" y="966"/>
                    <a:pt x="1" y="996"/>
                  </a:cubicBezTo>
                  <a:cubicBezTo>
                    <a:pt x="30" y="1025"/>
                    <a:pt x="30" y="1055"/>
                    <a:pt x="60" y="1055"/>
                  </a:cubicBezTo>
                  <a:lnTo>
                    <a:pt x="4821" y="4190"/>
                  </a:lnTo>
                  <a:cubicBezTo>
                    <a:pt x="4850" y="4219"/>
                    <a:pt x="4850" y="4219"/>
                    <a:pt x="4880" y="4219"/>
                  </a:cubicBezTo>
                  <a:lnTo>
                    <a:pt x="4910" y="4219"/>
                  </a:lnTo>
                  <a:cubicBezTo>
                    <a:pt x="4939" y="4219"/>
                    <a:pt x="4969" y="4190"/>
                    <a:pt x="4998" y="4160"/>
                  </a:cubicBezTo>
                  <a:lnTo>
                    <a:pt x="5531" y="3332"/>
                  </a:lnTo>
                  <a:cubicBezTo>
                    <a:pt x="5590" y="3273"/>
                    <a:pt x="5560" y="3184"/>
                    <a:pt x="5501" y="3155"/>
                  </a:cubicBezTo>
                  <a:lnTo>
                    <a:pt x="740" y="20"/>
                  </a:lnTo>
                  <a:cubicBezTo>
                    <a:pt x="715" y="8"/>
                    <a:pt x="691" y="1"/>
                    <a:pt x="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37" name="Google Shape;4337;p43"/>
            <p:cNvSpPr/>
            <p:nvPr/>
          </p:nvSpPr>
          <p:spPr>
            <a:xfrm>
              <a:off x="4951100" y="4082200"/>
              <a:ext cx="71750" cy="31400"/>
            </a:xfrm>
            <a:custGeom>
              <a:avLst/>
              <a:gdLst/>
              <a:ahLst/>
              <a:cxnLst/>
              <a:rect l="l" t="t" r="r" b="b"/>
              <a:pathLst>
                <a:path w="2870" h="1256" extrusionOk="0">
                  <a:moveTo>
                    <a:pt x="1997" y="1"/>
                  </a:moveTo>
                  <a:cubicBezTo>
                    <a:pt x="1217" y="1"/>
                    <a:pt x="474" y="383"/>
                    <a:pt x="30" y="1049"/>
                  </a:cubicBezTo>
                  <a:cubicBezTo>
                    <a:pt x="1" y="1108"/>
                    <a:pt x="30" y="1196"/>
                    <a:pt x="90" y="1226"/>
                  </a:cubicBezTo>
                  <a:cubicBezTo>
                    <a:pt x="90" y="1226"/>
                    <a:pt x="119" y="1256"/>
                    <a:pt x="149" y="1256"/>
                  </a:cubicBezTo>
                  <a:cubicBezTo>
                    <a:pt x="178" y="1256"/>
                    <a:pt x="237" y="1226"/>
                    <a:pt x="237" y="1196"/>
                  </a:cubicBezTo>
                  <a:cubicBezTo>
                    <a:pt x="633" y="582"/>
                    <a:pt x="1289" y="244"/>
                    <a:pt x="1976" y="244"/>
                  </a:cubicBezTo>
                  <a:cubicBezTo>
                    <a:pt x="2214" y="244"/>
                    <a:pt x="2456" y="285"/>
                    <a:pt x="2692" y="368"/>
                  </a:cubicBezTo>
                  <a:cubicBezTo>
                    <a:pt x="2708" y="376"/>
                    <a:pt x="2724" y="380"/>
                    <a:pt x="2739" y="380"/>
                  </a:cubicBezTo>
                  <a:cubicBezTo>
                    <a:pt x="2781" y="380"/>
                    <a:pt x="2818" y="352"/>
                    <a:pt x="2840" y="309"/>
                  </a:cubicBezTo>
                  <a:cubicBezTo>
                    <a:pt x="2869" y="220"/>
                    <a:pt x="2840" y="161"/>
                    <a:pt x="2781" y="132"/>
                  </a:cubicBezTo>
                  <a:cubicBezTo>
                    <a:pt x="2522" y="43"/>
                    <a:pt x="2258" y="1"/>
                    <a:pt x="19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38" name="Google Shape;4338;p43"/>
            <p:cNvSpPr/>
            <p:nvPr/>
          </p:nvSpPr>
          <p:spPr>
            <a:xfrm>
              <a:off x="4939275" y="4116250"/>
              <a:ext cx="12600" cy="15825"/>
            </a:xfrm>
            <a:custGeom>
              <a:avLst/>
              <a:gdLst/>
              <a:ahLst/>
              <a:cxnLst/>
              <a:rect l="l" t="t" r="r" b="b"/>
              <a:pathLst>
                <a:path w="504" h="633" extrusionOk="0">
                  <a:moveTo>
                    <a:pt x="392" y="0"/>
                  </a:moveTo>
                  <a:cubicBezTo>
                    <a:pt x="342" y="0"/>
                    <a:pt x="288" y="28"/>
                    <a:pt x="267" y="71"/>
                  </a:cubicBezTo>
                  <a:lnTo>
                    <a:pt x="30" y="426"/>
                  </a:lnTo>
                  <a:cubicBezTo>
                    <a:pt x="1" y="485"/>
                    <a:pt x="1" y="574"/>
                    <a:pt x="60" y="603"/>
                  </a:cubicBezTo>
                  <a:cubicBezTo>
                    <a:pt x="89" y="603"/>
                    <a:pt x="119" y="633"/>
                    <a:pt x="148" y="633"/>
                  </a:cubicBezTo>
                  <a:cubicBezTo>
                    <a:pt x="178" y="633"/>
                    <a:pt x="208" y="603"/>
                    <a:pt x="237" y="574"/>
                  </a:cubicBezTo>
                  <a:lnTo>
                    <a:pt x="474" y="189"/>
                  </a:lnTo>
                  <a:cubicBezTo>
                    <a:pt x="503" y="130"/>
                    <a:pt x="503" y="71"/>
                    <a:pt x="444" y="12"/>
                  </a:cubicBezTo>
                  <a:cubicBezTo>
                    <a:pt x="428" y="4"/>
                    <a:pt x="410" y="0"/>
                    <a:pt x="3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39" name="Google Shape;4339;p43"/>
            <p:cNvSpPr/>
            <p:nvPr/>
          </p:nvSpPr>
          <p:spPr>
            <a:xfrm>
              <a:off x="4685700" y="3980900"/>
              <a:ext cx="200375" cy="264300"/>
            </a:xfrm>
            <a:custGeom>
              <a:avLst/>
              <a:gdLst/>
              <a:ahLst/>
              <a:cxnLst/>
              <a:rect l="l" t="t" r="r" b="b"/>
              <a:pathLst>
                <a:path w="8015" h="10572" extrusionOk="0">
                  <a:moveTo>
                    <a:pt x="4702" y="251"/>
                  </a:moveTo>
                  <a:cubicBezTo>
                    <a:pt x="4968" y="251"/>
                    <a:pt x="5235" y="280"/>
                    <a:pt x="5471" y="369"/>
                  </a:cubicBezTo>
                  <a:cubicBezTo>
                    <a:pt x="6920" y="783"/>
                    <a:pt x="7748" y="2321"/>
                    <a:pt x="7305" y="3740"/>
                  </a:cubicBezTo>
                  <a:lnTo>
                    <a:pt x="5915" y="8383"/>
                  </a:lnTo>
                  <a:cubicBezTo>
                    <a:pt x="5708" y="9093"/>
                    <a:pt x="5235" y="9655"/>
                    <a:pt x="4614" y="10010"/>
                  </a:cubicBezTo>
                  <a:cubicBezTo>
                    <a:pt x="4199" y="10217"/>
                    <a:pt x="3749" y="10328"/>
                    <a:pt x="3301" y="10328"/>
                  </a:cubicBezTo>
                  <a:cubicBezTo>
                    <a:pt x="3045" y="10328"/>
                    <a:pt x="2791" y="10292"/>
                    <a:pt x="2544" y="10217"/>
                  </a:cubicBezTo>
                  <a:cubicBezTo>
                    <a:pt x="1095" y="9773"/>
                    <a:pt x="267" y="8265"/>
                    <a:pt x="710" y="6816"/>
                  </a:cubicBezTo>
                  <a:lnTo>
                    <a:pt x="2100" y="2173"/>
                  </a:lnTo>
                  <a:cubicBezTo>
                    <a:pt x="2307" y="1493"/>
                    <a:pt x="2780" y="931"/>
                    <a:pt x="3401" y="576"/>
                  </a:cubicBezTo>
                  <a:cubicBezTo>
                    <a:pt x="3815" y="369"/>
                    <a:pt x="4259" y="251"/>
                    <a:pt x="4702" y="251"/>
                  </a:cubicBezTo>
                  <a:close/>
                  <a:moveTo>
                    <a:pt x="4685" y="0"/>
                  </a:moveTo>
                  <a:cubicBezTo>
                    <a:pt x="4202" y="0"/>
                    <a:pt x="3725" y="118"/>
                    <a:pt x="3283" y="339"/>
                  </a:cubicBezTo>
                  <a:cubicBezTo>
                    <a:pt x="2603" y="724"/>
                    <a:pt x="2100" y="1345"/>
                    <a:pt x="1863" y="2114"/>
                  </a:cubicBezTo>
                  <a:lnTo>
                    <a:pt x="474" y="6757"/>
                  </a:lnTo>
                  <a:cubicBezTo>
                    <a:pt x="0" y="8324"/>
                    <a:pt x="888" y="9980"/>
                    <a:pt x="2455" y="10453"/>
                  </a:cubicBezTo>
                  <a:cubicBezTo>
                    <a:pt x="2751" y="10542"/>
                    <a:pt x="3017" y="10571"/>
                    <a:pt x="3312" y="10571"/>
                  </a:cubicBezTo>
                  <a:cubicBezTo>
                    <a:pt x="3786" y="10571"/>
                    <a:pt x="4288" y="10453"/>
                    <a:pt x="4732" y="10217"/>
                  </a:cubicBezTo>
                  <a:cubicBezTo>
                    <a:pt x="5412" y="9832"/>
                    <a:pt x="5915" y="9211"/>
                    <a:pt x="6151" y="8442"/>
                  </a:cubicBezTo>
                  <a:lnTo>
                    <a:pt x="7541" y="3829"/>
                  </a:lnTo>
                  <a:cubicBezTo>
                    <a:pt x="8014" y="2262"/>
                    <a:pt x="7127" y="605"/>
                    <a:pt x="5560" y="132"/>
                  </a:cubicBezTo>
                  <a:cubicBezTo>
                    <a:pt x="5270" y="43"/>
                    <a:pt x="4977" y="0"/>
                    <a:pt x="46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40" name="Google Shape;4340;p43"/>
            <p:cNvSpPr/>
            <p:nvPr/>
          </p:nvSpPr>
          <p:spPr>
            <a:xfrm>
              <a:off x="4710825" y="4077350"/>
              <a:ext cx="150100" cy="71000"/>
            </a:xfrm>
            <a:custGeom>
              <a:avLst/>
              <a:gdLst/>
              <a:ahLst/>
              <a:cxnLst/>
              <a:rect l="l" t="t" r="r" b="b"/>
              <a:pathLst>
                <a:path w="6004" h="2840" extrusionOk="0">
                  <a:moveTo>
                    <a:pt x="504" y="296"/>
                  </a:moveTo>
                  <a:lnTo>
                    <a:pt x="5708" y="1834"/>
                  </a:lnTo>
                  <a:lnTo>
                    <a:pt x="5501" y="2573"/>
                  </a:lnTo>
                  <a:lnTo>
                    <a:pt x="297" y="1006"/>
                  </a:lnTo>
                  <a:lnTo>
                    <a:pt x="504" y="296"/>
                  </a:lnTo>
                  <a:close/>
                  <a:moveTo>
                    <a:pt x="444" y="0"/>
                  </a:moveTo>
                  <a:cubicBezTo>
                    <a:pt x="415" y="0"/>
                    <a:pt x="385" y="0"/>
                    <a:pt x="356" y="30"/>
                  </a:cubicBezTo>
                  <a:cubicBezTo>
                    <a:pt x="326" y="30"/>
                    <a:pt x="326" y="60"/>
                    <a:pt x="297" y="89"/>
                  </a:cubicBezTo>
                  <a:lnTo>
                    <a:pt x="30" y="1065"/>
                  </a:lnTo>
                  <a:cubicBezTo>
                    <a:pt x="1" y="1124"/>
                    <a:pt x="30" y="1183"/>
                    <a:pt x="90" y="1213"/>
                  </a:cubicBezTo>
                  <a:lnTo>
                    <a:pt x="5560" y="2839"/>
                  </a:lnTo>
                  <a:lnTo>
                    <a:pt x="5649" y="2839"/>
                  </a:lnTo>
                  <a:cubicBezTo>
                    <a:pt x="5679" y="2810"/>
                    <a:pt x="5679" y="2780"/>
                    <a:pt x="5708" y="2751"/>
                  </a:cubicBezTo>
                  <a:lnTo>
                    <a:pt x="5974" y="1804"/>
                  </a:lnTo>
                  <a:cubicBezTo>
                    <a:pt x="6004" y="1745"/>
                    <a:pt x="5974" y="1657"/>
                    <a:pt x="5915" y="1657"/>
                  </a:cubicBezTo>
                  <a:lnTo>
                    <a:pt x="4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41" name="Google Shape;4341;p43"/>
            <p:cNvSpPr/>
            <p:nvPr/>
          </p:nvSpPr>
          <p:spPr>
            <a:xfrm>
              <a:off x="4747050" y="3996675"/>
              <a:ext cx="62125" cy="45950"/>
            </a:xfrm>
            <a:custGeom>
              <a:avLst/>
              <a:gdLst/>
              <a:ahLst/>
              <a:cxnLst/>
              <a:rect l="l" t="t" r="r" b="b"/>
              <a:pathLst>
                <a:path w="2485" h="1838" extrusionOk="0">
                  <a:moveTo>
                    <a:pt x="2238" y="0"/>
                  </a:moveTo>
                  <a:cubicBezTo>
                    <a:pt x="1224" y="0"/>
                    <a:pt x="314" y="667"/>
                    <a:pt x="30" y="1660"/>
                  </a:cubicBezTo>
                  <a:cubicBezTo>
                    <a:pt x="1" y="1719"/>
                    <a:pt x="30" y="1808"/>
                    <a:pt x="90" y="1808"/>
                  </a:cubicBezTo>
                  <a:cubicBezTo>
                    <a:pt x="119" y="1838"/>
                    <a:pt x="119" y="1838"/>
                    <a:pt x="149" y="1838"/>
                  </a:cubicBezTo>
                  <a:cubicBezTo>
                    <a:pt x="178" y="1838"/>
                    <a:pt x="237" y="1778"/>
                    <a:pt x="267" y="1749"/>
                  </a:cubicBezTo>
                  <a:cubicBezTo>
                    <a:pt x="521" y="846"/>
                    <a:pt x="1313" y="266"/>
                    <a:pt x="2233" y="266"/>
                  </a:cubicBezTo>
                  <a:cubicBezTo>
                    <a:pt x="2277" y="266"/>
                    <a:pt x="2322" y="268"/>
                    <a:pt x="2367" y="270"/>
                  </a:cubicBezTo>
                  <a:cubicBezTo>
                    <a:pt x="2426" y="270"/>
                    <a:pt x="2485" y="211"/>
                    <a:pt x="2485" y="152"/>
                  </a:cubicBezTo>
                  <a:cubicBezTo>
                    <a:pt x="2485" y="63"/>
                    <a:pt x="2455" y="4"/>
                    <a:pt x="2367" y="4"/>
                  </a:cubicBezTo>
                  <a:cubicBezTo>
                    <a:pt x="2324" y="2"/>
                    <a:pt x="2281" y="0"/>
                    <a:pt x="22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42" name="Google Shape;4342;p43"/>
            <p:cNvSpPr/>
            <p:nvPr/>
          </p:nvSpPr>
          <p:spPr>
            <a:xfrm>
              <a:off x="4740400" y="4046750"/>
              <a:ext cx="10375" cy="16575"/>
            </a:xfrm>
            <a:custGeom>
              <a:avLst/>
              <a:gdLst/>
              <a:ahLst/>
              <a:cxnLst/>
              <a:rect l="l" t="t" r="r" b="b"/>
              <a:pathLst>
                <a:path w="415" h="663" extrusionOk="0">
                  <a:moveTo>
                    <a:pt x="265" y="1"/>
                  </a:moveTo>
                  <a:cubicBezTo>
                    <a:pt x="210" y="1"/>
                    <a:pt x="171" y="34"/>
                    <a:pt x="149" y="101"/>
                  </a:cubicBezTo>
                  <a:lnTo>
                    <a:pt x="30" y="515"/>
                  </a:lnTo>
                  <a:cubicBezTo>
                    <a:pt x="1" y="574"/>
                    <a:pt x="60" y="633"/>
                    <a:pt x="119" y="663"/>
                  </a:cubicBezTo>
                  <a:lnTo>
                    <a:pt x="149" y="663"/>
                  </a:lnTo>
                  <a:cubicBezTo>
                    <a:pt x="208" y="663"/>
                    <a:pt x="267" y="633"/>
                    <a:pt x="267" y="574"/>
                  </a:cubicBezTo>
                  <a:lnTo>
                    <a:pt x="385" y="160"/>
                  </a:lnTo>
                  <a:cubicBezTo>
                    <a:pt x="415" y="101"/>
                    <a:pt x="385" y="42"/>
                    <a:pt x="326" y="12"/>
                  </a:cubicBezTo>
                  <a:cubicBezTo>
                    <a:pt x="304" y="5"/>
                    <a:pt x="283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4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4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1000"/>
                                        <p:tgtEl>
                                          <p:spTgt spid="4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4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4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43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1000"/>
                                        <p:tgtEl>
                                          <p:spTgt spid="43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1000"/>
                                        <p:tgtEl>
                                          <p:spTgt spid="43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1000"/>
                                        <p:tgtEl>
                                          <p:spTgt spid="43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1000"/>
                                        <p:tgtEl>
                                          <p:spTgt spid="43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1000"/>
                                        <p:tgtEl>
                                          <p:spTgt spid="4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1000"/>
                                        <p:tgtEl>
                                          <p:spTgt spid="4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1000"/>
                                        <p:tgtEl>
                                          <p:spTgt spid="4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3" grpId="0"/>
      <p:bldP spid="432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3"/>
        </a:solidFill>
        <a:effectLst/>
      </p:bgPr>
    </p:bg>
    <p:spTree>
      <p:nvGrpSpPr>
        <p:cNvPr id="1" name="Shape 4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2" name="Google Shape;4912;p55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448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 panose="02020603050405020304" charset="0"/>
                <a:cs typeface="Times New Roman" panose="02020603050405020304" charset="0"/>
              </a:rPr>
              <a:t>CONCLUSIONS</a:t>
            </a:r>
            <a:endParaRPr 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13" name="Google Shape;4913;p55"/>
          <p:cNvSpPr txBox="1">
            <a:spLocks noGrp="1"/>
          </p:cNvSpPr>
          <p:nvPr>
            <p:ph type="subTitle" idx="3"/>
          </p:nvPr>
        </p:nvSpPr>
        <p:spPr>
          <a:xfrm>
            <a:off x="1786450" y="3051540"/>
            <a:ext cx="2841300" cy="4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For Doctors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14" name="Google Shape;4914;p55"/>
          <p:cNvSpPr txBox="1">
            <a:spLocks noGrp="1"/>
          </p:cNvSpPr>
          <p:nvPr>
            <p:ph type="subTitle" idx="1"/>
          </p:nvPr>
        </p:nvSpPr>
        <p:spPr>
          <a:xfrm>
            <a:off x="1786450" y="1282598"/>
            <a:ext cx="2841300" cy="4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For Patients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15" name="Google Shape;4915;p55"/>
          <p:cNvSpPr txBox="1">
            <a:spLocks noGrp="1"/>
          </p:cNvSpPr>
          <p:nvPr>
            <p:ph type="subTitle" idx="2"/>
          </p:nvPr>
        </p:nvSpPr>
        <p:spPr>
          <a:xfrm>
            <a:off x="1786450" y="1762598"/>
            <a:ext cx="2841300" cy="7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Provides accessible, affordable, and understandable healthcare guidance and consultations anytime, anywhere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16" name="Google Shape;4916;p55"/>
          <p:cNvSpPr txBox="1">
            <a:spLocks noGrp="1"/>
          </p:cNvSpPr>
          <p:nvPr>
            <p:ph type="subTitle" idx="4"/>
          </p:nvPr>
        </p:nvSpPr>
        <p:spPr>
          <a:xfrm>
            <a:off x="1786450" y="3531540"/>
            <a:ext cx="2841300" cy="7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Enables expanded reach and more efficient consultations, optimizing their time and practice.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17" name="Google Shape;4917;p55"/>
          <p:cNvSpPr/>
          <p:nvPr/>
        </p:nvSpPr>
        <p:spPr>
          <a:xfrm>
            <a:off x="712128" y="1423193"/>
            <a:ext cx="877500" cy="877500"/>
          </a:xfrm>
          <a:prstGeom prst="ellipse">
            <a:avLst/>
          </a:prstGeom>
          <a:solidFill>
            <a:srgbClr val="188077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918" name="Google Shape;4918;p55" descr="C:/Users/User/Downloads/AI-in-Healthcare-1024x587.pngAI-in-Healthcare-1024x587"/>
          <p:cNvPicPr preferRelativeResize="0"/>
          <p:nvPr/>
        </p:nvPicPr>
        <p:blipFill rotWithShape="1">
          <a:blip r:embed="rId1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9821" r="29821"/>
          <a:stretch>
            <a:fillRect/>
          </a:stretch>
        </p:blipFill>
        <p:spPr>
          <a:xfrm>
            <a:off x="5521825" y="0"/>
            <a:ext cx="3622174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19" name="Google Shape;4919;p55"/>
          <p:cNvGrpSpPr/>
          <p:nvPr/>
        </p:nvGrpSpPr>
        <p:grpSpPr>
          <a:xfrm>
            <a:off x="4395804" y="4486056"/>
            <a:ext cx="1646456" cy="754740"/>
            <a:chOff x="5071203" y="4398918"/>
            <a:chExt cx="1646456" cy="754740"/>
          </a:xfrm>
        </p:grpSpPr>
        <p:sp>
          <p:nvSpPr>
            <p:cNvPr id="4920" name="Google Shape;4920;p55"/>
            <p:cNvSpPr/>
            <p:nvPr/>
          </p:nvSpPr>
          <p:spPr>
            <a:xfrm>
              <a:off x="5071203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1" name="Google Shape;4921;p55"/>
            <p:cNvSpPr/>
            <p:nvPr/>
          </p:nvSpPr>
          <p:spPr>
            <a:xfrm>
              <a:off x="518670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2" name="Google Shape;4922;p55"/>
            <p:cNvSpPr/>
            <p:nvPr/>
          </p:nvSpPr>
          <p:spPr>
            <a:xfrm>
              <a:off x="5302521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3" name="Google Shape;4923;p55"/>
            <p:cNvSpPr/>
            <p:nvPr/>
          </p:nvSpPr>
          <p:spPr>
            <a:xfrm>
              <a:off x="5418334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4" name="Google Shape;4924;p55"/>
            <p:cNvSpPr/>
            <p:nvPr/>
          </p:nvSpPr>
          <p:spPr>
            <a:xfrm>
              <a:off x="5534146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5" name="Google Shape;4925;p55"/>
            <p:cNvSpPr/>
            <p:nvPr/>
          </p:nvSpPr>
          <p:spPr>
            <a:xfrm>
              <a:off x="5649652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6" name="Google Shape;4926;p55"/>
            <p:cNvSpPr/>
            <p:nvPr/>
          </p:nvSpPr>
          <p:spPr>
            <a:xfrm>
              <a:off x="5765465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7" name="Google Shape;4927;p55"/>
            <p:cNvSpPr/>
            <p:nvPr/>
          </p:nvSpPr>
          <p:spPr>
            <a:xfrm>
              <a:off x="5071203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8"/>
                    <a:pt x="1062" y="2148"/>
                  </a:cubicBezTo>
                  <a:cubicBezTo>
                    <a:pt x="1655" y="2148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8" name="Google Shape;4928;p55"/>
            <p:cNvSpPr/>
            <p:nvPr/>
          </p:nvSpPr>
          <p:spPr>
            <a:xfrm>
              <a:off x="5302521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94" y="2148"/>
                    <a:pt x="1087" y="2148"/>
                  </a:cubicBezTo>
                  <a:cubicBezTo>
                    <a:pt x="1679" y="2148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9" name="Google Shape;4929;p55"/>
            <p:cNvSpPr/>
            <p:nvPr/>
          </p:nvSpPr>
          <p:spPr>
            <a:xfrm>
              <a:off x="5534146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55" y="2148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0" name="Google Shape;4930;p55"/>
            <p:cNvSpPr/>
            <p:nvPr/>
          </p:nvSpPr>
          <p:spPr>
            <a:xfrm>
              <a:off x="5765465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8"/>
                    <a:pt x="1087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1" name="Google Shape;4931;p55"/>
            <p:cNvSpPr/>
            <p:nvPr/>
          </p:nvSpPr>
          <p:spPr>
            <a:xfrm>
              <a:off x="5071203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2" y="2148"/>
                  </a:cubicBezTo>
                  <a:cubicBezTo>
                    <a:pt x="1655" y="2148"/>
                    <a:pt x="2149" y="1654"/>
                    <a:pt x="2149" y="1062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2" name="Google Shape;4932;p55"/>
            <p:cNvSpPr/>
            <p:nvPr/>
          </p:nvSpPr>
          <p:spPr>
            <a:xfrm>
              <a:off x="518670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62"/>
                  </a:cubicBezTo>
                  <a:cubicBezTo>
                    <a:pt x="1" y="1654"/>
                    <a:pt x="495" y="2148"/>
                    <a:pt x="1087" y="2148"/>
                  </a:cubicBezTo>
                  <a:cubicBezTo>
                    <a:pt x="1680" y="2148"/>
                    <a:pt x="2149" y="1654"/>
                    <a:pt x="2149" y="1062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3" name="Google Shape;4933;p55"/>
            <p:cNvSpPr/>
            <p:nvPr/>
          </p:nvSpPr>
          <p:spPr>
            <a:xfrm>
              <a:off x="5302521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9" y="1654"/>
                    <a:pt x="2149" y="1062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4" name="Google Shape;4934;p55"/>
            <p:cNvSpPr/>
            <p:nvPr/>
          </p:nvSpPr>
          <p:spPr>
            <a:xfrm>
              <a:off x="5418334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5" name="Google Shape;4935;p55"/>
            <p:cNvSpPr/>
            <p:nvPr/>
          </p:nvSpPr>
          <p:spPr>
            <a:xfrm>
              <a:off x="5534146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6" name="Google Shape;4936;p55"/>
            <p:cNvSpPr/>
            <p:nvPr/>
          </p:nvSpPr>
          <p:spPr>
            <a:xfrm>
              <a:off x="5649652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7" name="Google Shape;4937;p55"/>
            <p:cNvSpPr/>
            <p:nvPr/>
          </p:nvSpPr>
          <p:spPr>
            <a:xfrm>
              <a:off x="5765465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8" name="Google Shape;4938;p55"/>
            <p:cNvSpPr/>
            <p:nvPr/>
          </p:nvSpPr>
          <p:spPr>
            <a:xfrm>
              <a:off x="5071203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2" y="2149"/>
                  </a:cubicBezTo>
                  <a:cubicBezTo>
                    <a:pt x="1655" y="2149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9" name="Google Shape;4939;p55"/>
            <p:cNvSpPr/>
            <p:nvPr/>
          </p:nvSpPr>
          <p:spPr>
            <a:xfrm>
              <a:off x="5302521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87" y="2149"/>
                  </a:cubicBezTo>
                  <a:cubicBezTo>
                    <a:pt x="1679" y="2149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0" name="Google Shape;4940;p55"/>
            <p:cNvSpPr/>
            <p:nvPr/>
          </p:nvSpPr>
          <p:spPr>
            <a:xfrm>
              <a:off x="5534146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5" y="2149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1" name="Google Shape;4941;p55"/>
            <p:cNvSpPr/>
            <p:nvPr/>
          </p:nvSpPr>
          <p:spPr>
            <a:xfrm>
              <a:off x="5765465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9"/>
                    <a:pt x="1087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2" name="Google Shape;4942;p55"/>
            <p:cNvSpPr/>
            <p:nvPr/>
          </p:nvSpPr>
          <p:spPr>
            <a:xfrm>
              <a:off x="5071203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3" name="Google Shape;4943;p55"/>
            <p:cNvSpPr/>
            <p:nvPr/>
          </p:nvSpPr>
          <p:spPr>
            <a:xfrm>
              <a:off x="518670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4" name="Google Shape;4944;p55"/>
            <p:cNvSpPr/>
            <p:nvPr/>
          </p:nvSpPr>
          <p:spPr>
            <a:xfrm>
              <a:off x="5302521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5" name="Google Shape;4945;p55"/>
            <p:cNvSpPr/>
            <p:nvPr/>
          </p:nvSpPr>
          <p:spPr>
            <a:xfrm>
              <a:off x="5418334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6" name="Google Shape;4946;p55"/>
            <p:cNvSpPr/>
            <p:nvPr/>
          </p:nvSpPr>
          <p:spPr>
            <a:xfrm>
              <a:off x="5534146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7" name="Google Shape;4947;p55"/>
            <p:cNvSpPr/>
            <p:nvPr/>
          </p:nvSpPr>
          <p:spPr>
            <a:xfrm>
              <a:off x="5649652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8" name="Google Shape;4948;p55"/>
            <p:cNvSpPr/>
            <p:nvPr/>
          </p:nvSpPr>
          <p:spPr>
            <a:xfrm>
              <a:off x="5765465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9" name="Google Shape;4949;p55"/>
            <p:cNvSpPr/>
            <p:nvPr/>
          </p:nvSpPr>
          <p:spPr>
            <a:xfrm>
              <a:off x="5071203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2" y="2149"/>
                  </a:cubicBezTo>
                  <a:cubicBezTo>
                    <a:pt x="1655" y="2149"/>
                    <a:pt x="2149" y="1680"/>
                    <a:pt x="2149" y="1087"/>
                  </a:cubicBezTo>
                  <a:cubicBezTo>
                    <a:pt x="2149" y="495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0" name="Google Shape;4950;p55"/>
            <p:cNvSpPr/>
            <p:nvPr/>
          </p:nvSpPr>
          <p:spPr>
            <a:xfrm>
              <a:off x="5302521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94" y="2149"/>
                    <a:pt x="1087" y="2149"/>
                  </a:cubicBezTo>
                  <a:cubicBezTo>
                    <a:pt x="1679" y="2149"/>
                    <a:pt x="2149" y="1680"/>
                    <a:pt x="2149" y="1087"/>
                  </a:cubicBezTo>
                  <a:cubicBezTo>
                    <a:pt x="2149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1" name="Google Shape;4951;p55"/>
            <p:cNvSpPr/>
            <p:nvPr/>
          </p:nvSpPr>
          <p:spPr>
            <a:xfrm>
              <a:off x="5534146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5" y="2149"/>
                    <a:pt x="2148" y="1680"/>
                    <a:pt x="2148" y="1087"/>
                  </a:cubicBezTo>
                  <a:cubicBezTo>
                    <a:pt x="2148" y="495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2" name="Google Shape;4952;p55"/>
            <p:cNvSpPr/>
            <p:nvPr/>
          </p:nvSpPr>
          <p:spPr>
            <a:xfrm>
              <a:off x="5765465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95"/>
                    <a:pt x="0" y="1087"/>
                  </a:cubicBezTo>
                  <a:cubicBezTo>
                    <a:pt x="0" y="1680"/>
                    <a:pt x="470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3" name="Google Shape;4953;p55"/>
            <p:cNvSpPr/>
            <p:nvPr/>
          </p:nvSpPr>
          <p:spPr>
            <a:xfrm>
              <a:off x="5071203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2" y="2346"/>
                  </a:cubicBezTo>
                  <a:cubicBezTo>
                    <a:pt x="1655" y="2346"/>
                    <a:pt x="2149" y="1852"/>
                    <a:pt x="2149" y="1259"/>
                  </a:cubicBezTo>
                  <a:cubicBezTo>
                    <a:pt x="2149" y="1235"/>
                    <a:pt x="2124" y="1210"/>
                    <a:pt x="2124" y="1161"/>
                  </a:cubicBezTo>
                  <a:cubicBezTo>
                    <a:pt x="2124" y="1136"/>
                    <a:pt x="2149" y="1111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4" name="Google Shape;4954;p55"/>
            <p:cNvSpPr/>
            <p:nvPr/>
          </p:nvSpPr>
          <p:spPr>
            <a:xfrm>
              <a:off x="518670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5" y="2346"/>
                    <a:pt x="1087" y="2346"/>
                  </a:cubicBezTo>
                  <a:cubicBezTo>
                    <a:pt x="1680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5" name="Google Shape;4955;p55"/>
            <p:cNvSpPr/>
            <p:nvPr/>
          </p:nvSpPr>
          <p:spPr>
            <a:xfrm>
              <a:off x="5302521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87" y="2346"/>
                  </a:cubicBezTo>
                  <a:cubicBezTo>
                    <a:pt x="1679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6" name="Google Shape;4956;p55"/>
            <p:cNvSpPr/>
            <p:nvPr/>
          </p:nvSpPr>
          <p:spPr>
            <a:xfrm>
              <a:off x="5418334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7" name="Google Shape;4957;p55"/>
            <p:cNvSpPr/>
            <p:nvPr/>
          </p:nvSpPr>
          <p:spPr>
            <a:xfrm>
              <a:off x="5534146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8" name="Google Shape;4958;p55"/>
            <p:cNvSpPr/>
            <p:nvPr/>
          </p:nvSpPr>
          <p:spPr>
            <a:xfrm>
              <a:off x="5649652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9" name="Google Shape;4959;p55"/>
            <p:cNvSpPr/>
            <p:nvPr/>
          </p:nvSpPr>
          <p:spPr>
            <a:xfrm>
              <a:off x="5765465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0" name="Google Shape;4960;p55"/>
            <p:cNvSpPr/>
            <p:nvPr/>
          </p:nvSpPr>
          <p:spPr>
            <a:xfrm>
              <a:off x="6691351" y="5124926"/>
              <a:ext cx="26308" cy="28733"/>
            </a:xfrm>
            <a:custGeom>
              <a:avLst/>
              <a:gdLst/>
              <a:ahLst/>
              <a:cxnLst/>
              <a:rect l="l" t="t" r="r" b="b"/>
              <a:pathLst>
                <a:path w="2148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1" name="Google Shape;4961;p55"/>
            <p:cNvSpPr/>
            <p:nvPr/>
          </p:nvSpPr>
          <p:spPr>
            <a:xfrm>
              <a:off x="657553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6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2" name="Google Shape;4962;p55"/>
            <p:cNvSpPr/>
            <p:nvPr/>
          </p:nvSpPr>
          <p:spPr>
            <a:xfrm>
              <a:off x="6460020" y="5124926"/>
              <a:ext cx="26026" cy="28733"/>
            </a:xfrm>
            <a:custGeom>
              <a:avLst/>
              <a:gdLst/>
              <a:ahLst/>
              <a:cxnLst/>
              <a:rect l="l" t="t" r="r" b="b"/>
              <a:pathLst>
                <a:path w="2125" h="2346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3" y="2346"/>
                  </a:cubicBezTo>
                  <a:cubicBezTo>
                    <a:pt x="1655" y="2346"/>
                    <a:pt x="2124" y="1852"/>
                    <a:pt x="2124" y="1259"/>
                  </a:cubicBezTo>
                  <a:cubicBezTo>
                    <a:pt x="2124" y="1235"/>
                    <a:pt x="2124" y="1210"/>
                    <a:pt x="2124" y="1161"/>
                  </a:cubicBezTo>
                  <a:cubicBezTo>
                    <a:pt x="2124" y="1136"/>
                    <a:pt x="2124" y="1111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3" name="Google Shape;4963;p55"/>
            <p:cNvSpPr/>
            <p:nvPr/>
          </p:nvSpPr>
          <p:spPr>
            <a:xfrm>
              <a:off x="6344220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3" y="1210"/>
                    <a:pt x="2123" y="1161"/>
                  </a:cubicBezTo>
                  <a:cubicBezTo>
                    <a:pt x="2123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4" name="Google Shape;4964;p55"/>
            <p:cNvSpPr/>
            <p:nvPr/>
          </p:nvSpPr>
          <p:spPr>
            <a:xfrm>
              <a:off x="6228408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5" name="Google Shape;4965;p55"/>
            <p:cNvSpPr/>
            <p:nvPr/>
          </p:nvSpPr>
          <p:spPr>
            <a:xfrm>
              <a:off x="6112595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6" name="Google Shape;4966;p55"/>
            <p:cNvSpPr/>
            <p:nvPr/>
          </p:nvSpPr>
          <p:spPr>
            <a:xfrm>
              <a:off x="599708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23" y="1852"/>
                    <a:pt x="2123" y="1259"/>
                  </a:cubicBezTo>
                  <a:cubicBezTo>
                    <a:pt x="2123" y="1235"/>
                    <a:pt x="2123" y="1210"/>
                    <a:pt x="2123" y="1161"/>
                  </a:cubicBezTo>
                  <a:cubicBezTo>
                    <a:pt x="2123" y="1136"/>
                    <a:pt x="2123" y="1111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7" name="Google Shape;4967;p55"/>
            <p:cNvSpPr/>
            <p:nvPr/>
          </p:nvSpPr>
          <p:spPr>
            <a:xfrm>
              <a:off x="5881277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8" name="Google Shape;4968;p55"/>
            <p:cNvSpPr/>
            <p:nvPr/>
          </p:nvSpPr>
          <p:spPr>
            <a:xfrm>
              <a:off x="6691351" y="50039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9" name="Google Shape;4969;p55"/>
            <p:cNvSpPr/>
            <p:nvPr/>
          </p:nvSpPr>
          <p:spPr>
            <a:xfrm>
              <a:off x="6460020" y="50039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3" y="2149"/>
                  </a:cubicBezTo>
                  <a:cubicBezTo>
                    <a:pt x="1655" y="2149"/>
                    <a:pt x="2124" y="1680"/>
                    <a:pt x="2124" y="1087"/>
                  </a:cubicBezTo>
                  <a:cubicBezTo>
                    <a:pt x="2124" y="495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0" name="Google Shape;4970;p55"/>
            <p:cNvSpPr/>
            <p:nvPr/>
          </p:nvSpPr>
          <p:spPr>
            <a:xfrm>
              <a:off x="6228408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1" name="Google Shape;4971;p55"/>
            <p:cNvSpPr/>
            <p:nvPr/>
          </p:nvSpPr>
          <p:spPr>
            <a:xfrm>
              <a:off x="5997089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4" y="2149"/>
                    <a:pt x="2148" y="1680"/>
                    <a:pt x="2148" y="1087"/>
                  </a:cubicBezTo>
                  <a:cubicBezTo>
                    <a:pt x="2148" y="495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2" name="Google Shape;4972;p55"/>
            <p:cNvSpPr/>
            <p:nvPr/>
          </p:nvSpPr>
          <p:spPr>
            <a:xfrm>
              <a:off x="6691351" y="4883025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3" name="Google Shape;4973;p55"/>
            <p:cNvSpPr/>
            <p:nvPr/>
          </p:nvSpPr>
          <p:spPr>
            <a:xfrm>
              <a:off x="657553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4" name="Google Shape;4974;p55"/>
            <p:cNvSpPr/>
            <p:nvPr/>
          </p:nvSpPr>
          <p:spPr>
            <a:xfrm>
              <a:off x="6460020" y="488302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5" name="Google Shape;4975;p55"/>
            <p:cNvSpPr/>
            <p:nvPr/>
          </p:nvSpPr>
          <p:spPr>
            <a:xfrm>
              <a:off x="6344220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6" name="Google Shape;4976;p55"/>
            <p:cNvSpPr/>
            <p:nvPr/>
          </p:nvSpPr>
          <p:spPr>
            <a:xfrm>
              <a:off x="6228408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7" name="Google Shape;4977;p55"/>
            <p:cNvSpPr/>
            <p:nvPr/>
          </p:nvSpPr>
          <p:spPr>
            <a:xfrm>
              <a:off x="6112595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8" name="Google Shape;4978;p55"/>
            <p:cNvSpPr/>
            <p:nvPr/>
          </p:nvSpPr>
          <p:spPr>
            <a:xfrm>
              <a:off x="599708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9" name="Google Shape;4979;p55"/>
            <p:cNvSpPr/>
            <p:nvPr/>
          </p:nvSpPr>
          <p:spPr>
            <a:xfrm>
              <a:off x="5881277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0" name="Google Shape;4980;p55"/>
            <p:cNvSpPr/>
            <p:nvPr/>
          </p:nvSpPr>
          <p:spPr>
            <a:xfrm>
              <a:off x="6691351" y="47620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1" name="Google Shape;4981;p55"/>
            <p:cNvSpPr/>
            <p:nvPr/>
          </p:nvSpPr>
          <p:spPr>
            <a:xfrm>
              <a:off x="6460020" y="47620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3" y="2149"/>
                  </a:cubicBezTo>
                  <a:cubicBezTo>
                    <a:pt x="1655" y="2149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2" name="Google Shape;4982;p55"/>
            <p:cNvSpPr/>
            <p:nvPr/>
          </p:nvSpPr>
          <p:spPr>
            <a:xfrm>
              <a:off x="6227195" y="4762143"/>
              <a:ext cx="28733" cy="26173"/>
            </a:xfrm>
            <a:custGeom>
              <a:avLst/>
              <a:gdLst/>
              <a:ahLst/>
              <a:cxnLst/>
              <a:rect l="l" t="t" r="r" b="b"/>
              <a:pathLst>
                <a:path w="2346" h="2137" extrusionOk="0">
                  <a:moveTo>
                    <a:pt x="1173" y="1"/>
                  </a:moveTo>
                  <a:cubicBezTo>
                    <a:pt x="902" y="1"/>
                    <a:pt x="630" y="106"/>
                    <a:pt x="420" y="316"/>
                  </a:cubicBezTo>
                  <a:cubicBezTo>
                    <a:pt x="0" y="735"/>
                    <a:pt x="0" y="1402"/>
                    <a:pt x="420" y="1822"/>
                  </a:cubicBezTo>
                  <a:cubicBezTo>
                    <a:pt x="630" y="2031"/>
                    <a:pt x="902" y="2136"/>
                    <a:pt x="1173" y="2136"/>
                  </a:cubicBezTo>
                  <a:cubicBezTo>
                    <a:pt x="1445" y="2136"/>
                    <a:pt x="1716" y="2031"/>
                    <a:pt x="1926" y="1822"/>
                  </a:cubicBezTo>
                  <a:cubicBezTo>
                    <a:pt x="2346" y="1402"/>
                    <a:pt x="2346" y="735"/>
                    <a:pt x="1926" y="316"/>
                  </a:cubicBezTo>
                  <a:cubicBezTo>
                    <a:pt x="1716" y="106"/>
                    <a:pt x="1445" y="1"/>
                    <a:pt x="117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3" name="Google Shape;4983;p55"/>
            <p:cNvSpPr/>
            <p:nvPr/>
          </p:nvSpPr>
          <p:spPr>
            <a:xfrm>
              <a:off x="5997089" y="4762069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4" y="2149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4" name="Google Shape;4984;p55"/>
            <p:cNvSpPr/>
            <p:nvPr/>
          </p:nvSpPr>
          <p:spPr>
            <a:xfrm>
              <a:off x="6691351" y="4641125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5" name="Google Shape;4985;p55"/>
            <p:cNvSpPr/>
            <p:nvPr/>
          </p:nvSpPr>
          <p:spPr>
            <a:xfrm>
              <a:off x="657553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6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6" name="Google Shape;4986;p55"/>
            <p:cNvSpPr/>
            <p:nvPr/>
          </p:nvSpPr>
          <p:spPr>
            <a:xfrm>
              <a:off x="6460020" y="464112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3" y="2148"/>
                  </a:cubicBezTo>
                  <a:cubicBezTo>
                    <a:pt x="1655" y="2148"/>
                    <a:pt x="2124" y="1654"/>
                    <a:pt x="2124" y="1062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7" name="Google Shape;4987;p55"/>
            <p:cNvSpPr/>
            <p:nvPr/>
          </p:nvSpPr>
          <p:spPr>
            <a:xfrm>
              <a:off x="6344220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8" name="Google Shape;4988;p55"/>
            <p:cNvSpPr/>
            <p:nvPr/>
          </p:nvSpPr>
          <p:spPr>
            <a:xfrm>
              <a:off x="6228408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9" name="Google Shape;4989;p55"/>
            <p:cNvSpPr/>
            <p:nvPr/>
          </p:nvSpPr>
          <p:spPr>
            <a:xfrm>
              <a:off x="6112595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0" name="Google Shape;4990;p55"/>
            <p:cNvSpPr/>
            <p:nvPr/>
          </p:nvSpPr>
          <p:spPr>
            <a:xfrm>
              <a:off x="599708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1" name="Google Shape;4991;p55"/>
            <p:cNvSpPr/>
            <p:nvPr/>
          </p:nvSpPr>
          <p:spPr>
            <a:xfrm>
              <a:off x="5881277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2" name="Google Shape;4992;p55"/>
            <p:cNvSpPr/>
            <p:nvPr/>
          </p:nvSpPr>
          <p:spPr>
            <a:xfrm>
              <a:off x="6691351" y="45201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3" name="Google Shape;4993;p55"/>
            <p:cNvSpPr/>
            <p:nvPr/>
          </p:nvSpPr>
          <p:spPr>
            <a:xfrm>
              <a:off x="6460020" y="45201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8"/>
                    <a:pt x="1063" y="2148"/>
                  </a:cubicBezTo>
                  <a:cubicBezTo>
                    <a:pt x="1655" y="2148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4" name="Google Shape;4994;p55"/>
            <p:cNvSpPr/>
            <p:nvPr/>
          </p:nvSpPr>
          <p:spPr>
            <a:xfrm>
              <a:off x="6228408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87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5" name="Google Shape;4995;p55"/>
            <p:cNvSpPr/>
            <p:nvPr/>
          </p:nvSpPr>
          <p:spPr>
            <a:xfrm>
              <a:off x="5997089" y="4520169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54" y="2148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6" name="Google Shape;4996;p55"/>
            <p:cNvSpPr/>
            <p:nvPr/>
          </p:nvSpPr>
          <p:spPr>
            <a:xfrm>
              <a:off x="6691351" y="4398918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7" name="Google Shape;4997;p55"/>
            <p:cNvSpPr/>
            <p:nvPr/>
          </p:nvSpPr>
          <p:spPr>
            <a:xfrm>
              <a:off x="657553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8" name="Google Shape;4998;p55"/>
            <p:cNvSpPr/>
            <p:nvPr/>
          </p:nvSpPr>
          <p:spPr>
            <a:xfrm>
              <a:off x="6460020" y="4398918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9" name="Google Shape;4999;p55"/>
            <p:cNvSpPr/>
            <p:nvPr/>
          </p:nvSpPr>
          <p:spPr>
            <a:xfrm>
              <a:off x="6344220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0" name="Google Shape;5000;p55"/>
            <p:cNvSpPr/>
            <p:nvPr/>
          </p:nvSpPr>
          <p:spPr>
            <a:xfrm>
              <a:off x="6228408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1" name="Google Shape;5001;p55"/>
            <p:cNvSpPr/>
            <p:nvPr/>
          </p:nvSpPr>
          <p:spPr>
            <a:xfrm>
              <a:off x="6112595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2" name="Google Shape;5002;p55"/>
            <p:cNvSpPr/>
            <p:nvPr/>
          </p:nvSpPr>
          <p:spPr>
            <a:xfrm>
              <a:off x="599708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3" name="Google Shape;5003;p55"/>
            <p:cNvSpPr/>
            <p:nvPr/>
          </p:nvSpPr>
          <p:spPr>
            <a:xfrm>
              <a:off x="5881277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004" name="Google Shape;5004;p55"/>
          <p:cNvSpPr/>
          <p:nvPr/>
        </p:nvSpPr>
        <p:spPr>
          <a:xfrm>
            <a:off x="712128" y="3192135"/>
            <a:ext cx="877500" cy="877500"/>
          </a:xfrm>
          <a:prstGeom prst="ellipse">
            <a:avLst/>
          </a:prstGeom>
          <a:solidFill>
            <a:srgbClr val="188077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005" name="Google Shape;5005;p55"/>
          <p:cNvGrpSpPr/>
          <p:nvPr/>
        </p:nvGrpSpPr>
        <p:grpSpPr>
          <a:xfrm>
            <a:off x="4395798" y="932695"/>
            <a:ext cx="853696" cy="754670"/>
            <a:chOff x="3473975" y="801475"/>
            <a:chExt cx="2441225" cy="2158050"/>
          </a:xfrm>
          <a:solidFill>
            <a:srgbClr val="188077"/>
          </a:solidFill>
        </p:grpSpPr>
        <p:sp>
          <p:nvSpPr>
            <p:cNvPr id="5006" name="Google Shape;5006;p55"/>
            <p:cNvSpPr/>
            <p:nvPr/>
          </p:nvSpPr>
          <p:spPr>
            <a:xfrm>
              <a:off x="3473975" y="801475"/>
              <a:ext cx="2441225" cy="2158050"/>
            </a:xfrm>
            <a:custGeom>
              <a:avLst/>
              <a:gdLst/>
              <a:ahLst/>
              <a:cxnLst/>
              <a:rect l="l" t="t" r="r" b="b"/>
              <a:pathLst>
                <a:path w="97649" h="86322" extrusionOk="0">
                  <a:moveTo>
                    <a:pt x="71920" y="1686"/>
                  </a:moveTo>
                  <a:cubicBezTo>
                    <a:pt x="88333" y="1686"/>
                    <a:pt x="95962" y="18187"/>
                    <a:pt x="95962" y="29366"/>
                  </a:cubicBezTo>
                  <a:cubicBezTo>
                    <a:pt x="95962" y="48321"/>
                    <a:pt x="76445" y="64172"/>
                    <a:pt x="48824" y="84459"/>
                  </a:cubicBezTo>
                  <a:cubicBezTo>
                    <a:pt x="21174" y="64172"/>
                    <a:pt x="1656" y="48321"/>
                    <a:pt x="1656" y="29366"/>
                  </a:cubicBezTo>
                  <a:cubicBezTo>
                    <a:pt x="1656" y="18187"/>
                    <a:pt x="9316" y="1686"/>
                    <a:pt x="25699" y="1686"/>
                  </a:cubicBezTo>
                  <a:cubicBezTo>
                    <a:pt x="41372" y="1686"/>
                    <a:pt x="47996" y="14461"/>
                    <a:pt x="48055" y="14579"/>
                  </a:cubicBezTo>
                  <a:cubicBezTo>
                    <a:pt x="48203" y="14875"/>
                    <a:pt x="48499" y="15053"/>
                    <a:pt x="48824" y="15053"/>
                  </a:cubicBezTo>
                  <a:cubicBezTo>
                    <a:pt x="49120" y="15053"/>
                    <a:pt x="49416" y="14875"/>
                    <a:pt x="49564" y="14579"/>
                  </a:cubicBezTo>
                  <a:cubicBezTo>
                    <a:pt x="49623" y="14461"/>
                    <a:pt x="56217" y="1686"/>
                    <a:pt x="71920" y="1686"/>
                  </a:cubicBezTo>
                  <a:close/>
                  <a:moveTo>
                    <a:pt x="25699" y="0"/>
                  </a:moveTo>
                  <a:cubicBezTo>
                    <a:pt x="9818" y="0"/>
                    <a:pt x="0" y="15230"/>
                    <a:pt x="0" y="29366"/>
                  </a:cubicBezTo>
                  <a:cubicBezTo>
                    <a:pt x="0" y="49209"/>
                    <a:pt x="20021" y="65414"/>
                    <a:pt x="48321" y="86174"/>
                  </a:cubicBezTo>
                  <a:cubicBezTo>
                    <a:pt x="48469" y="86263"/>
                    <a:pt x="48647" y="86322"/>
                    <a:pt x="48824" y="86322"/>
                  </a:cubicBezTo>
                  <a:cubicBezTo>
                    <a:pt x="48972" y="86322"/>
                    <a:pt x="49150" y="86263"/>
                    <a:pt x="49297" y="86174"/>
                  </a:cubicBezTo>
                  <a:cubicBezTo>
                    <a:pt x="77598" y="65414"/>
                    <a:pt x="97648" y="49209"/>
                    <a:pt x="97648" y="29366"/>
                  </a:cubicBezTo>
                  <a:cubicBezTo>
                    <a:pt x="97648" y="15230"/>
                    <a:pt x="87800" y="0"/>
                    <a:pt x="71920" y="0"/>
                  </a:cubicBezTo>
                  <a:cubicBezTo>
                    <a:pt x="58228" y="0"/>
                    <a:pt x="51013" y="9168"/>
                    <a:pt x="48824" y="12598"/>
                  </a:cubicBezTo>
                  <a:cubicBezTo>
                    <a:pt x="46606" y="9168"/>
                    <a:pt x="39391" y="0"/>
                    <a:pt x="256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7" name="Google Shape;5007;p55"/>
            <p:cNvSpPr/>
            <p:nvPr/>
          </p:nvSpPr>
          <p:spPr>
            <a:xfrm>
              <a:off x="4257650" y="1443925"/>
              <a:ext cx="873125" cy="873150"/>
            </a:xfrm>
            <a:custGeom>
              <a:avLst/>
              <a:gdLst/>
              <a:ahLst/>
              <a:cxnLst/>
              <a:rect l="l" t="t" r="r" b="b"/>
              <a:pathLst>
                <a:path w="34925" h="34926" extrusionOk="0">
                  <a:moveTo>
                    <a:pt x="21883" y="1686"/>
                  </a:moveTo>
                  <a:lnTo>
                    <a:pt x="21883" y="12214"/>
                  </a:lnTo>
                  <a:cubicBezTo>
                    <a:pt x="21883" y="12687"/>
                    <a:pt x="22238" y="13072"/>
                    <a:pt x="22712" y="13072"/>
                  </a:cubicBezTo>
                  <a:lnTo>
                    <a:pt x="33239" y="13072"/>
                  </a:lnTo>
                  <a:lnTo>
                    <a:pt x="33239" y="21884"/>
                  </a:lnTo>
                  <a:lnTo>
                    <a:pt x="22712" y="21884"/>
                  </a:lnTo>
                  <a:cubicBezTo>
                    <a:pt x="22238" y="21884"/>
                    <a:pt x="21883" y="22269"/>
                    <a:pt x="21883" y="22712"/>
                  </a:cubicBezTo>
                  <a:lnTo>
                    <a:pt x="21883" y="33240"/>
                  </a:lnTo>
                  <a:lnTo>
                    <a:pt x="13041" y="33240"/>
                  </a:lnTo>
                  <a:lnTo>
                    <a:pt x="13041" y="22712"/>
                  </a:lnTo>
                  <a:cubicBezTo>
                    <a:pt x="13041" y="22269"/>
                    <a:pt x="12687" y="21884"/>
                    <a:pt x="12213" y="21884"/>
                  </a:cubicBezTo>
                  <a:lnTo>
                    <a:pt x="1686" y="21884"/>
                  </a:lnTo>
                  <a:lnTo>
                    <a:pt x="1686" y="13072"/>
                  </a:lnTo>
                  <a:lnTo>
                    <a:pt x="12213" y="13072"/>
                  </a:lnTo>
                  <a:cubicBezTo>
                    <a:pt x="12687" y="13072"/>
                    <a:pt x="13041" y="12687"/>
                    <a:pt x="13041" y="12214"/>
                  </a:cubicBezTo>
                  <a:lnTo>
                    <a:pt x="13041" y="1686"/>
                  </a:lnTo>
                  <a:close/>
                  <a:moveTo>
                    <a:pt x="12213" y="1"/>
                  </a:moveTo>
                  <a:cubicBezTo>
                    <a:pt x="11770" y="1"/>
                    <a:pt x="11385" y="385"/>
                    <a:pt x="11385" y="858"/>
                  </a:cubicBezTo>
                  <a:lnTo>
                    <a:pt x="11385" y="11386"/>
                  </a:lnTo>
                  <a:lnTo>
                    <a:pt x="858" y="11386"/>
                  </a:lnTo>
                  <a:cubicBezTo>
                    <a:pt x="384" y="11386"/>
                    <a:pt x="0" y="11770"/>
                    <a:pt x="0" y="12214"/>
                  </a:cubicBezTo>
                  <a:lnTo>
                    <a:pt x="0" y="22712"/>
                  </a:lnTo>
                  <a:cubicBezTo>
                    <a:pt x="0" y="23185"/>
                    <a:pt x="384" y="23540"/>
                    <a:pt x="858" y="23540"/>
                  </a:cubicBezTo>
                  <a:lnTo>
                    <a:pt x="11385" y="23540"/>
                  </a:lnTo>
                  <a:lnTo>
                    <a:pt x="11385" y="34098"/>
                  </a:lnTo>
                  <a:cubicBezTo>
                    <a:pt x="11385" y="34541"/>
                    <a:pt x="11770" y="34926"/>
                    <a:pt x="12213" y="34926"/>
                  </a:cubicBezTo>
                  <a:lnTo>
                    <a:pt x="22712" y="34926"/>
                  </a:lnTo>
                  <a:cubicBezTo>
                    <a:pt x="23185" y="34926"/>
                    <a:pt x="23540" y="34541"/>
                    <a:pt x="23540" y="34098"/>
                  </a:cubicBezTo>
                  <a:lnTo>
                    <a:pt x="23540" y="23540"/>
                  </a:lnTo>
                  <a:lnTo>
                    <a:pt x="34097" y="23540"/>
                  </a:lnTo>
                  <a:cubicBezTo>
                    <a:pt x="34540" y="23540"/>
                    <a:pt x="34925" y="23185"/>
                    <a:pt x="34925" y="22712"/>
                  </a:cubicBezTo>
                  <a:lnTo>
                    <a:pt x="34925" y="12214"/>
                  </a:lnTo>
                  <a:cubicBezTo>
                    <a:pt x="34925" y="11770"/>
                    <a:pt x="34540" y="11386"/>
                    <a:pt x="34097" y="11386"/>
                  </a:cubicBezTo>
                  <a:lnTo>
                    <a:pt x="23540" y="11386"/>
                  </a:lnTo>
                  <a:lnTo>
                    <a:pt x="23540" y="858"/>
                  </a:lnTo>
                  <a:cubicBezTo>
                    <a:pt x="23540" y="385"/>
                    <a:pt x="23185" y="1"/>
                    <a:pt x="227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8" name="Google Shape;5008;p55"/>
            <p:cNvSpPr/>
            <p:nvPr/>
          </p:nvSpPr>
          <p:spPr>
            <a:xfrm>
              <a:off x="3620350" y="1004725"/>
              <a:ext cx="309050" cy="551600"/>
            </a:xfrm>
            <a:custGeom>
              <a:avLst/>
              <a:gdLst/>
              <a:ahLst/>
              <a:cxnLst/>
              <a:rect l="l" t="t" r="r" b="b"/>
              <a:pathLst>
                <a:path w="12362" h="22064" extrusionOk="0">
                  <a:moveTo>
                    <a:pt x="11424" y="0"/>
                  </a:moveTo>
                  <a:cubicBezTo>
                    <a:pt x="11279" y="0"/>
                    <a:pt x="11134" y="40"/>
                    <a:pt x="11002" y="121"/>
                  </a:cubicBezTo>
                  <a:cubicBezTo>
                    <a:pt x="3431" y="4557"/>
                    <a:pt x="1" y="14197"/>
                    <a:pt x="1" y="21236"/>
                  </a:cubicBezTo>
                  <a:cubicBezTo>
                    <a:pt x="1" y="21709"/>
                    <a:pt x="385" y="22064"/>
                    <a:pt x="829" y="22064"/>
                  </a:cubicBezTo>
                  <a:cubicBezTo>
                    <a:pt x="1302" y="22064"/>
                    <a:pt x="1686" y="21709"/>
                    <a:pt x="1686" y="21236"/>
                  </a:cubicBezTo>
                  <a:cubicBezTo>
                    <a:pt x="1686" y="14434"/>
                    <a:pt x="5176" y="5503"/>
                    <a:pt x="11830" y="1570"/>
                  </a:cubicBezTo>
                  <a:cubicBezTo>
                    <a:pt x="12244" y="1333"/>
                    <a:pt x="12362" y="801"/>
                    <a:pt x="12125" y="417"/>
                  </a:cubicBezTo>
                  <a:cubicBezTo>
                    <a:pt x="11970" y="145"/>
                    <a:pt x="11700" y="0"/>
                    <a:pt x="114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9" name="Google Shape;5009;p55"/>
            <p:cNvSpPr/>
            <p:nvPr/>
          </p:nvSpPr>
          <p:spPr>
            <a:xfrm>
              <a:off x="3639575" y="1667175"/>
              <a:ext cx="119800" cy="211500"/>
            </a:xfrm>
            <a:custGeom>
              <a:avLst/>
              <a:gdLst/>
              <a:ahLst/>
              <a:cxnLst/>
              <a:rect l="l" t="t" r="r" b="b"/>
              <a:pathLst>
                <a:path w="4792" h="8460" extrusionOk="0">
                  <a:moveTo>
                    <a:pt x="941" y="1"/>
                  </a:moveTo>
                  <a:cubicBezTo>
                    <a:pt x="865" y="1"/>
                    <a:pt x="787" y="11"/>
                    <a:pt x="710" y="31"/>
                  </a:cubicBezTo>
                  <a:cubicBezTo>
                    <a:pt x="267" y="149"/>
                    <a:pt x="1" y="622"/>
                    <a:pt x="119" y="1066"/>
                  </a:cubicBezTo>
                  <a:cubicBezTo>
                    <a:pt x="769" y="3343"/>
                    <a:pt x="1775" y="5679"/>
                    <a:pt x="3106" y="8045"/>
                  </a:cubicBezTo>
                  <a:cubicBezTo>
                    <a:pt x="3254" y="8311"/>
                    <a:pt x="3549" y="8459"/>
                    <a:pt x="3845" y="8459"/>
                  </a:cubicBezTo>
                  <a:cubicBezTo>
                    <a:pt x="3963" y="8459"/>
                    <a:pt x="4111" y="8430"/>
                    <a:pt x="4259" y="8341"/>
                  </a:cubicBezTo>
                  <a:cubicBezTo>
                    <a:pt x="4643" y="8134"/>
                    <a:pt x="4791" y="7602"/>
                    <a:pt x="4555" y="7217"/>
                  </a:cubicBezTo>
                  <a:cubicBezTo>
                    <a:pt x="3283" y="4970"/>
                    <a:pt x="2337" y="2752"/>
                    <a:pt x="1745" y="593"/>
                  </a:cubicBezTo>
                  <a:cubicBezTo>
                    <a:pt x="1648" y="226"/>
                    <a:pt x="1307" y="1"/>
                    <a:pt x="9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010" name="Google Shape;5010;p55"/>
          <p:cNvGrpSpPr/>
          <p:nvPr/>
        </p:nvGrpSpPr>
        <p:grpSpPr>
          <a:xfrm>
            <a:off x="5758228" y="-606902"/>
            <a:ext cx="1836353" cy="1539607"/>
            <a:chOff x="5758228" y="-606902"/>
            <a:chExt cx="1836353" cy="1539607"/>
          </a:xfrm>
          <a:solidFill>
            <a:srgbClr val="188077"/>
          </a:solidFill>
        </p:grpSpPr>
        <p:sp>
          <p:nvSpPr>
            <p:cNvPr id="5011" name="Google Shape;5011;p55"/>
            <p:cNvSpPr/>
            <p:nvPr/>
          </p:nvSpPr>
          <p:spPr>
            <a:xfrm>
              <a:off x="6216073" y="-606902"/>
              <a:ext cx="1378500" cy="1378500"/>
            </a:xfrm>
            <a:prstGeom prst="donut">
              <a:avLst>
                <a:gd name="adj" fmla="val 29191"/>
              </a:avLst>
            </a:pr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12" name="Google Shape;5012;p55"/>
            <p:cNvSpPr/>
            <p:nvPr/>
          </p:nvSpPr>
          <p:spPr>
            <a:xfrm>
              <a:off x="5758228" y="-155916"/>
              <a:ext cx="691200" cy="691200"/>
            </a:xfrm>
            <a:prstGeom prst="ellipse">
              <a:avLst/>
            </a:prstGeom>
            <a:solidFill>
              <a:srgbClr val="F9FBEE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13" name="Google Shape;5013;p55"/>
            <p:cNvSpPr/>
            <p:nvPr/>
          </p:nvSpPr>
          <p:spPr>
            <a:xfrm>
              <a:off x="7042581" y="380705"/>
              <a:ext cx="552000" cy="552000"/>
            </a:xfrm>
            <a:prstGeom prst="mathPlus">
              <a:avLst>
                <a:gd name="adj1" fmla="val 17232"/>
              </a:avLst>
            </a:prstGeom>
            <a:solidFill>
              <a:srgbClr val="F9FBEE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262" name="Google Shape;5262;p59"/>
          <p:cNvGrpSpPr/>
          <p:nvPr/>
        </p:nvGrpSpPr>
        <p:grpSpPr>
          <a:xfrm>
            <a:off x="1024255" y="3383280"/>
            <a:ext cx="251460" cy="494665"/>
            <a:chOff x="7598599" y="2736758"/>
            <a:chExt cx="209231" cy="408625"/>
          </a:xfrm>
          <a:solidFill>
            <a:srgbClr val="F9FBEE"/>
          </a:solidFill>
        </p:grpSpPr>
        <p:sp>
          <p:nvSpPr>
            <p:cNvPr id="5263" name="Google Shape;5263;p59"/>
            <p:cNvSpPr/>
            <p:nvPr/>
          </p:nvSpPr>
          <p:spPr>
            <a:xfrm>
              <a:off x="7599446" y="2736758"/>
              <a:ext cx="208384" cy="408619"/>
            </a:xfrm>
            <a:custGeom>
              <a:avLst/>
              <a:gdLst/>
              <a:ahLst/>
              <a:cxnLst/>
              <a:rect l="l" t="t" r="r" b="b"/>
              <a:pathLst>
                <a:path w="5907" h="11583" extrusionOk="0">
                  <a:moveTo>
                    <a:pt x="2920" y="1"/>
                  </a:moveTo>
                  <a:cubicBezTo>
                    <a:pt x="2507" y="1"/>
                    <a:pt x="2191" y="340"/>
                    <a:pt x="2191" y="743"/>
                  </a:cubicBezTo>
                  <a:lnTo>
                    <a:pt x="2191" y="815"/>
                  </a:lnTo>
                  <a:cubicBezTo>
                    <a:pt x="2073" y="736"/>
                    <a:pt x="1922" y="689"/>
                    <a:pt x="1779" y="689"/>
                  </a:cubicBezTo>
                  <a:cubicBezTo>
                    <a:pt x="1749" y="689"/>
                    <a:pt x="1720" y="691"/>
                    <a:pt x="1691" y="696"/>
                  </a:cubicBezTo>
                  <a:cubicBezTo>
                    <a:pt x="1310" y="743"/>
                    <a:pt x="1048" y="1077"/>
                    <a:pt x="1048" y="1434"/>
                  </a:cubicBezTo>
                  <a:lnTo>
                    <a:pt x="1048" y="3077"/>
                  </a:lnTo>
                  <a:cubicBezTo>
                    <a:pt x="951" y="3038"/>
                    <a:pt x="822" y="2999"/>
                    <a:pt x="700" y="2999"/>
                  </a:cubicBezTo>
                  <a:cubicBezTo>
                    <a:pt x="673" y="2999"/>
                    <a:pt x="646" y="3001"/>
                    <a:pt x="619" y="3006"/>
                  </a:cubicBezTo>
                  <a:cubicBezTo>
                    <a:pt x="262" y="3077"/>
                    <a:pt x="0" y="3387"/>
                    <a:pt x="0" y="3744"/>
                  </a:cubicBezTo>
                  <a:lnTo>
                    <a:pt x="0" y="5530"/>
                  </a:lnTo>
                  <a:cubicBezTo>
                    <a:pt x="0" y="5601"/>
                    <a:pt x="48" y="5673"/>
                    <a:pt x="143" y="5697"/>
                  </a:cubicBezTo>
                  <a:cubicBezTo>
                    <a:pt x="238" y="5697"/>
                    <a:pt x="334" y="5625"/>
                    <a:pt x="334" y="5530"/>
                  </a:cubicBezTo>
                  <a:lnTo>
                    <a:pt x="334" y="3744"/>
                  </a:lnTo>
                  <a:cubicBezTo>
                    <a:pt x="334" y="3577"/>
                    <a:pt x="476" y="3410"/>
                    <a:pt x="643" y="3363"/>
                  </a:cubicBezTo>
                  <a:cubicBezTo>
                    <a:pt x="671" y="3358"/>
                    <a:pt x="697" y="3355"/>
                    <a:pt x="723" y="3355"/>
                  </a:cubicBezTo>
                  <a:cubicBezTo>
                    <a:pt x="948" y="3355"/>
                    <a:pt x="1119" y="3530"/>
                    <a:pt x="1119" y="3744"/>
                  </a:cubicBezTo>
                  <a:lnTo>
                    <a:pt x="1119" y="5173"/>
                  </a:lnTo>
                  <a:cubicBezTo>
                    <a:pt x="1119" y="5268"/>
                    <a:pt x="1191" y="5339"/>
                    <a:pt x="1286" y="5339"/>
                  </a:cubicBezTo>
                  <a:lnTo>
                    <a:pt x="2620" y="5339"/>
                  </a:lnTo>
                  <a:cubicBezTo>
                    <a:pt x="2691" y="5339"/>
                    <a:pt x="2739" y="5411"/>
                    <a:pt x="2739" y="5482"/>
                  </a:cubicBezTo>
                  <a:lnTo>
                    <a:pt x="2739" y="6721"/>
                  </a:lnTo>
                  <a:cubicBezTo>
                    <a:pt x="2739" y="6721"/>
                    <a:pt x="2763" y="6744"/>
                    <a:pt x="2763" y="6744"/>
                  </a:cubicBezTo>
                  <a:cubicBezTo>
                    <a:pt x="2812" y="6794"/>
                    <a:pt x="2868" y="6815"/>
                    <a:pt x="2919" y="6815"/>
                  </a:cubicBezTo>
                  <a:cubicBezTo>
                    <a:pt x="3015" y="6815"/>
                    <a:pt x="3096" y="6742"/>
                    <a:pt x="3096" y="6649"/>
                  </a:cubicBezTo>
                  <a:lnTo>
                    <a:pt x="3096" y="5173"/>
                  </a:lnTo>
                  <a:cubicBezTo>
                    <a:pt x="3096" y="5077"/>
                    <a:pt x="3001" y="5006"/>
                    <a:pt x="2906" y="5006"/>
                  </a:cubicBezTo>
                  <a:lnTo>
                    <a:pt x="1453" y="5006"/>
                  </a:lnTo>
                  <a:lnTo>
                    <a:pt x="1453" y="3744"/>
                  </a:lnTo>
                  <a:cubicBezTo>
                    <a:pt x="1453" y="3625"/>
                    <a:pt x="1381" y="3458"/>
                    <a:pt x="1381" y="3458"/>
                  </a:cubicBezTo>
                  <a:lnTo>
                    <a:pt x="1381" y="1434"/>
                  </a:lnTo>
                  <a:cubicBezTo>
                    <a:pt x="1381" y="1243"/>
                    <a:pt x="1548" y="1053"/>
                    <a:pt x="1739" y="1029"/>
                  </a:cubicBezTo>
                  <a:cubicBezTo>
                    <a:pt x="1752" y="1028"/>
                    <a:pt x="1766" y="1027"/>
                    <a:pt x="1779" y="1027"/>
                  </a:cubicBezTo>
                  <a:cubicBezTo>
                    <a:pt x="2000" y="1027"/>
                    <a:pt x="2191" y="1209"/>
                    <a:pt x="2191" y="1434"/>
                  </a:cubicBezTo>
                  <a:lnTo>
                    <a:pt x="2191" y="2791"/>
                  </a:lnTo>
                  <a:lnTo>
                    <a:pt x="2191" y="3410"/>
                  </a:lnTo>
                  <a:cubicBezTo>
                    <a:pt x="2191" y="3506"/>
                    <a:pt x="2239" y="3577"/>
                    <a:pt x="2334" y="3601"/>
                  </a:cubicBezTo>
                  <a:cubicBezTo>
                    <a:pt x="2429" y="3601"/>
                    <a:pt x="2525" y="3529"/>
                    <a:pt x="2525" y="3434"/>
                  </a:cubicBezTo>
                  <a:lnTo>
                    <a:pt x="2525" y="2815"/>
                  </a:lnTo>
                  <a:lnTo>
                    <a:pt x="2525" y="1434"/>
                  </a:lnTo>
                  <a:lnTo>
                    <a:pt x="2525" y="743"/>
                  </a:lnTo>
                  <a:cubicBezTo>
                    <a:pt x="2525" y="553"/>
                    <a:pt x="2667" y="362"/>
                    <a:pt x="2858" y="338"/>
                  </a:cubicBezTo>
                  <a:cubicBezTo>
                    <a:pt x="2871" y="337"/>
                    <a:pt x="2885" y="336"/>
                    <a:pt x="2898" y="336"/>
                  </a:cubicBezTo>
                  <a:cubicBezTo>
                    <a:pt x="3120" y="336"/>
                    <a:pt x="3310" y="519"/>
                    <a:pt x="3310" y="743"/>
                  </a:cubicBezTo>
                  <a:lnTo>
                    <a:pt x="3310" y="1434"/>
                  </a:lnTo>
                  <a:lnTo>
                    <a:pt x="3310" y="2601"/>
                  </a:lnTo>
                  <a:lnTo>
                    <a:pt x="3310" y="3482"/>
                  </a:lnTo>
                  <a:cubicBezTo>
                    <a:pt x="3310" y="3577"/>
                    <a:pt x="3382" y="3649"/>
                    <a:pt x="3453" y="3649"/>
                  </a:cubicBezTo>
                  <a:cubicBezTo>
                    <a:pt x="3466" y="3651"/>
                    <a:pt x="3478" y="3652"/>
                    <a:pt x="3489" y="3652"/>
                  </a:cubicBezTo>
                  <a:cubicBezTo>
                    <a:pt x="3587" y="3652"/>
                    <a:pt x="3644" y="3567"/>
                    <a:pt x="3644" y="3482"/>
                  </a:cubicBezTo>
                  <a:lnTo>
                    <a:pt x="3644" y="2601"/>
                  </a:lnTo>
                  <a:lnTo>
                    <a:pt x="3644" y="1434"/>
                  </a:lnTo>
                  <a:cubicBezTo>
                    <a:pt x="3644" y="1243"/>
                    <a:pt x="3811" y="1053"/>
                    <a:pt x="4001" y="1029"/>
                  </a:cubicBezTo>
                  <a:cubicBezTo>
                    <a:pt x="4015" y="1028"/>
                    <a:pt x="4028" y="1027"/>
                    <a:pt x="4041" y="1027"/>
                  </a:cubicBezTo>
                  <a:cubicBezTo>
                    <a:pt x="4263" y="1027"/>
                    <a:pt x="4454" y="1209"/>
                    <a:pt x="4454" y="1434"/>
                  </a:cubicBezTo>
                  <a:lnTo>
                    <a:pt x="4454" y="1839"/>
                  </a:lnTo>
                  <a:lnTo>
                    <a:pt x="4454" y="2839"/>
                  </a:lnTo>
                  <a:lnTo>
                    <a:pt x="4454" y="3482"/>
                  </a:lnTo>
                  <a:cubicBezTo>
                    <a:pt x="4454" y="3577"/>
                    <a:pt x="4501" y="3625"/>
                    <a:pt x="4573" y="3649"/>
                  </a:cubicBezTo>
                  <a:cubicBezTo>
                    <a:pt x="4585" y="3652"/>
                    <a:pt x="4597" y="3653"/>
                    <a:pt x="4609" y="3653"/>
                  </a:cubicBezTo>
                  <a:cubicBezTo>
                    <a:pt x="4691" y="3653"/>
                    <a:pt x="4763" y="3586"/>
                    <a:pt x="4763" y="3482"/>
                  </a:cubicBezTo>
                  <a:lnTo>
                    <a:pt x="4763" y="2839"/>
                  </a:lnTo>
                  <a:lnTo>
                    <a:pt x="4763" y="1839"/>
                  </a:lnTo>
                  <a:cubicBezTo>
                    <a:pt x="4763" y="1648"/>
                    <a:pt x="4906" y="1481"/>
                    <a:pt x="5096" y="1434"/>
                  </a:cubicBezTo>
                  <a:cubicBezTo>
                    <a:pt x="5110" y="1432"/>
                    <a:pt x="5123" y="1432"/>
                    <a:pt x="5137" y="1432"/>
                  </a:cubicBezTo>
                  <a:cubicBezTo>
                    <a:pt x="5358" y="1432"/>
                    <a:pt x="5549" y="1614"/>
                    <a:pt x="5549" y="1839"/>
                  </a:cubicBezTo>
                  <a:lnTo>
                    <a:pt x="5549" y="6935"/>
                  </a:lnTo>
                  <a:cubicBezTo>
                    <a:pt x="5549" y="7316"/>
                    <a:pt x="5430" y="7673"/>
                    <a:pt x="5168" y="7935"/>
                  </a:cubicBezTo>
                  <a:lnTo>
                    <a:pt x="5025" y="8102"/>
                  </a:lnTo>
                  <a:cubicBezTo>
                    <a:pt x="5001" y="8149"/>
                    <a:pt x="5001" y="8173"/>
                    <a:pt x="5001" y="8221"/>
                  </a:cubicBezTo>
                  <a:lnTo>
                    <a:pt x="5001" y="8792"/>
                  </a:lnTo>
                  <a:lnTo>
                    <a:pt x="4501" y="8792"/>
                  </a:lnTo>
                  <a:cubicBezTo>
                    <a:pt x="4406" y="8792"/>
                    <a:pt x="4334" y="8840"/>
                    <a:pt x="4311" y="8935"/>
                  </a:cubicBezTo>
                  <a:cubicBezTo>
                    <a:pt x="4311" y="9031"/>
                    <a:pt x="4382" y="9126"/>
                    <a:pt x="4477" y="9126"/>
                  </a:cubicBezTo>
                  <a:lnTo>
                    <a:pt x="5239" y="9126"/>
                  </a:lnTo>
                  <a:cubicBezTo>
                    <a:pt x="5335" y="9126"/>
                    <a:pt x="5406" y="9197"/>
                    <a:pt x="5406" y="9293"/>
                  </a:cubicBezTo>
                  <a:lnTo>
                    <a:pt x="5406" y="9721"/>
                  </a:lnTo>
                  <a:lnTo>
                    <a:pt x="2715" y="9721"/>
                  </a:lnTo>
                  <a:cubicBezTo>
                    <a:pt x="2644" y="9721"/>
                    <a:pt x="2572" y="9793"/>
                    <a:pt x="2548" y="9888"/>
                  </a:cubicBezTo>
                  <a:cubicBezTo>
                    <a:pt x="2548" y="9983"/>
                    <a:pt x="2620" y="10078"/>
                    <a:pt x="2715" y="10078"/>
                  </a:cubicBezTo>
                  <a:lnTo>
                    <a:pt x="4906" y="10078"/>
                  </a:lnTo>
                  <a:lnTo>
                    <a:pt x="4906" y="11412"/>
                  </a:lnTo>
                  <a:cubicBezTo>
                    <a:pt x="4906" y="11483"/>
                    <a:pt x="4954" y="11579"/>
                    <a:pt x="5049" y="11579"/>
                  </a:cubicBezTo>
                  <a:cubicBezTo>
                    <a:pt x="5059" y="11581"/>
                    <a:pt x="5069" y="11582"/>
                    <a:pt x="5079" y="11582"/>
                  </a:cubicBezTo>
                  <a:cubicBezTo>
                    <a:pt x="5163" y="11582"/>
                    <a:pt x="5239" y="11497"/>
                    <a:pt x="5239" y="11412"/>
                  </a:cubicBezTo>
                  <a:lnTo>
                    <a:pt x="5239" y="10078"/>
                  </a:lnTo>
                  <a:lnTo>
                    <a:pt x="5406" y="10078"/>
                  </a:lnTo>
                  <a:cubicBezTo>
                    <a:pt x="5597" y="10078"/>
                    <a:pt x="5739" y="9936"/>
                    <a:pt x="5739" y="9745"/>
                  </a:cubicBezTo>
                  <a:lnTo>
                    <a:pt x="5739" y="9293"/>
                  </a:lnTo>
                  <a:cubicBezTo>
                    <a:pt x="5739" y="9054"/>
                    <a:pt x="5573" y="8840"/>
                    <a:pt x="5335" y="8792"/>
                  </a:cubicBezTo>
                  <a:lnTo>
                    <a:pt x="5335" y="8316"/>
                  </a:lnTo>
                  <a:lnTo>
                    <a:pt x="5430" y="8197"/>
                  </a:lnTo>
                  <a:cubicBezTo>
                    <a:pt x="5739" y="7840"/>
                    <a:pt x="5906" y="7387"/>
                    <a:pt x="5906" y="6911"/>
                  </a:cubicBezTo>
                  <a:lnTo>
                    <a:pt x="5906" y="1862"/>
                  </a:lnTo>
                  <a:cubicBezTo>
                    <a:pt x="5906" y="1481"/>
                    <a:pt x="5644" y="1148"/>
                    <a:pt x="5263" y="1100"/>
                  </a:cubicBezTo>
                  <a:cubicBezTo>
                    <a:pt x="5231" y="1096"/>
                    <a:pt x="5200" y="1094"/>
                    <a:pt x="5170" y="1094"/>
                  </a:cubicBezTo>
                  <a:cubicBezTo>
                    <a:pt x="5018" y="1094"/>
                    <a:pt x="4882" y="1144"/>
                    <a:pt x="4763" y="1243"/>
                  </a:cubicBezTo>
                  <a:cubicBezTo>
                    <a:pt x="4668" y="910"/>
                    <a:pt x="4382" y="696"/>
                    <a:pt x="4049" y="696"/>
                  </a:cubicBezTo>
                  <a:cubicBezTo>
                    <a:pt x="3906" y="696"/>
                    <a:pt x="3763" y="743"/>
                    <a:pt x="3644" y="815"/>
                  </a:cubicBezTo>
                  <a:lnTo>
                    <a:pt x="3644" y="743"/>
                  </a:lnTo>
                  <a:cubicBezTo>
                    <a:pt x="3644" y="386"/>
                    <a:pt x="3358" y="53"/>
                    <a:pt x="3001" y="5"/>
                  </a:cubicBezTo>
                  <a:cubicBezTo>
                    <a:pt x="2974" y="2"/>
                    <a:pt x="2947" y="1"/>
                    <a:pt x="29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4" name="Google Shape;5264;p59"/>
            <p:cNvSpPr/>
            <p:nvPr/>
          </p:nvSpPr>
          <p:spPr>
            <a:xfrm>
              <a:off x="7598599" y="2951146"/>
              <a:ext cx="140334" cy="194238"/>
            </a:xfrm>
            <a:custGeom>
              <a:avLst/>
              <a:gdLst/>
              <a:ahLst/>
              <a:cxnLst/>
              <a:rect l="l" t="t" r="r" b="b"/>
              <a:pathLst>
                <a:path w="3978" h="5506" extrusionOk="0">
                  <a:moveTo>
                    <a:pt x="215" y="1"/>
                  </a:moveTo>
                  <a:cubicBezTo>
                    <a:pt x="96" y="1"/>
                    <a:pt x="0" y="72"/>
                    <a:pt x="0" y="167"/>
                  </a:cubicBezTo>
                  <a:lnTo>
                    <a:pt x="0" y="644"/>
                  </a:lnTo>
                  <a:cubicBezTo>
                    <a:pt x="0" y="1215"/>
                    <a:pt x="310" y="1715"/>
                    <a:pt x="786" y="2001"/>
                  </a:cubicBezTo>
                  <a:lnTo>
                    <a:pt x="786" y="2715"/>
                  </a:lnTo>
                  <a:cubicBezTo>
                    <a:pt x="548" y="2763"/>
                    <a:pt x="381" y="2977"/>
                    <a:pt x="381" y="3216"/>
                  </a:cubicBezTo>
                  <a:lnTo>
                    <a:pt x="381" y="3668"/>
                  </a:lnTo>
                  <a:cubicBezTo>
                    <a:pt x="381" y="3859"/>
                    <a:pt x="524" y="4001"/>
                    <a:pt x="691" y="4001"/>
                  </a:cubicBezTo>
                  <a:lnTo>
                    <a:pt x="905" y="4001"/>
                  </a:lnTo>
                  <a:lnTo>
                    <a:pt x="905" y="5335"/>
                  </a:lnTo>
                  <a:cubicBezTo>
                    <a:pt x="905" y="5406"/>
                    <a:pt x="953" y="5502"/>
                    <a:pt x="1048" y="5502"/>
                  </a:cubicBezTo>
                  <a:cubicBezTo>
                    <a:pt x="1058" y="5504"/>
                    <a:pt x="1068" y="5505"/>
                    <a:pt x="1078" y="5505"/>
                  </a:cubicBezTo>
                  <a:cubicBezTo>
                    <a:pt x="1163" y="5505"/>
                    <a:pt x="1239" y="5420"/>
                    <a:pt x="1239" y="5335"/>
                  </a:cubicBezTo>
                  <a:lnTo>
                    <a:pt x="1239" y="4001"/>
                  </a:lnTo>
                  <a:lnTo>
                    <a:pt x="2001" y="4001"/>
                  </a:lnTo>
                  <a:cubicBezTo>
                    <a:pt x="2096" y="4001"/>
                    <a:pt x="2168" y="3930"/>
                    <a:pt x="2191" y="3835"/>
                  </a:cubicBezTo>
                  <a:cubicBezTo>
                    <a:pt x="2191" y="3739"/>
                    <a:pt x="2120" y="3644"/>
                    <a:pt x="2025" y="3644"/>
                  </a:cubicBezTo>
                  <a:lnTo>
                    <a:pt x="715" y="3644"/>
                  </a:lnTo>
                  <a:lnTo>
                    <a:pt x="715" y="3216"/>
                  </a:lnTo>
                  <a:cubicBezTo>
                    <a:pt x="715" y="3120"/>
                    <a:pt x="786" y="3049"/>
                    <a:pt x="882" y="3049"/>
                  </a:cubicBezTo>
                  <a:lnTo>
                    <a:pt x="3787" y="3049"/>
                  </a:lnTo>
                  <a:cubicBezTo>
                    <a:pt x="3882" y="3049"/>
                    <a:pt x="3954" y="2977"/>
                    <a:pt x="3977" y="2906"/>
                  </a:cubicBezTo>
                  <a:cubicBezTo>
                    <a:pt x="3977" y="2787"/>
                    <a:pt x="3906" y="2715"/>
                    <a:pt x="3787" y="2715"/>
                  </a:cubicBezTo>
                  <a:lnTo>
                    <a:pt x="1120" y="2715"/>
                  </a:lnTo>
                  <a:lnTo>
                    <a:pt x="1120" y="1906"/>
                  </a:lnTo>
                  <a:cubicBezTo>
                    <a:pt x="1120" y="1834"/>
                    <a:pt x="1096" y="1787"/>
                    <a:pt x="1024" y="1763"/>
                  </a:cubicBezTo>
                  <a:cubicBezTo>
                    <a:pt x="620" y="1525"/>
                    <a:pt x="358" y="1120"/>
                    <a:pt x="358" y="644"/>
                  </a:cubicBezTo>
                  <a:lnTo>
                    <a:pt x="358" y="167"/>
                  </a:lnTo>
                  <a:cubicBezTo>
                    <a:pt x="358" y="96"/>
                    <a:pt x="286" y="24"/>
                    <a:pt x="2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265" name="Google Shape;5265;p59"/>
          <p:cNvGrpSpPr/>
          <p:nvPr/>
        </p:nvGrpSpPr>
        <p:grpSpPr>
          <a:xfrm>
            <a:off x="944880" y="1604010"/>
            <a:ext cx="389890" cy="502920"/>
            <a:chOff x="6860115" y="2085659"/>
            <a:chExt cx="321808" cy="408629"/>
          </a:xfrm>
          <a:solidFill>
            <a:srgbClr val="F9FBEE"/>
          </a:solidFill>
        </p:grpSpPr>
        <p:sp>
          <p:nvSpPr>
            <p:cNvPr id="5266" name="Google Shape;5266;p59"/>
            <p:cNvSpPr/>
            <p:nvPr/>
          </p:nvSpPr>
          <p:spPr>
            <a:xfrm>
              <a:off x="7093658" y="2449451"/>
              <a:ext cx="12665" cy="44838"/>
            </a:xfrm>
            <a:custGeom>
              <a:avLst/>
              <a:gdLst/>
              <a:ahLst/>
              <a:cxnLst/>
              <a:rect l="l" t="t" r="r" b="b"/>
              <a:pathLst>
                <a:path w="359" h="1271" extrusionOk="0">
                  <a:moveTo>
                    <a:pt x="198" y="1"/>
                  </a:moveTo>
                  <a:cubicBezTo>
                    <a:pt x="188" y="1"/>
                    <a:pt x="178" y="2"/>
                    <a:pt x="168" y="4"/>
                  </a:cubicBezTo>
                  <a:cubicBezTo>
                    <a:pt x="72" y="4"/>
                    <a:pt x="1" y="76"/>
                    <a:pt x="1" y="171"/>
                  </a:cubicBezTo>
                  <a:lnTo>
                    <a:pt x="1" y="1100"/>
                  </a:lnTo>
                  <a:cubicBezTo>
                    <a:pt x="1" y="1171"/>
                    <a:pt x="72" y="1267"/>
                    <a:pt x="168" y="1267"/>
                  </a:cubicBezTo>
                  <a:cubicBezTo>
                    <a:pt x="178" y="1269"/>
                    <a:pt x="188" y="1270"/>
                    <a:pt x="198" y="1270"/>
                  </a:cubicBezTo>
                  <a:cubicBezTo>
                    <a:pt x="282" y="1270"/>
                    <a:pt x="358" y="1185"/>
                    <a:pt x="358" y="1100"/>
                  </a:cubicBezTo>
                  <a:lnTo>
                    <a:pt x="358" y="171"/>
                  </a:lnTo>
                  <a:cubicBezTo>
                    <a:pt x="358" y="86"/>
                    <a:pt x="282" y="1"/>
                    <a:pt x="1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7" name="Google Shape;5267;p59"/>
            <p:cNvSpPr/>
            <p:nvPr/>
          </p:nvSpPr>
          <p:spPr>
            <a:xfrm>
              <a:off x="6954202" y="2085659"/>
              <a:ext cx="172260" cy="128869"/>
            </a:xfrm>
            <a:custGeom>
              <a:avLst/>
              <a:gdLst/>
              <a:ahLst/>
              <a:cxnLst/>
              <a:rect l="l" t="t" r="r" b="b"/>
              <a:pathLst>
                <a:path w="4883" h="3653" extrusionOk="0">
                  <a:moveTo>
                    <a:pt x="1873" y="1"/>
                  </a:moveTo>
                  <a:cubicBezTo>
                    <a:pt x="1459" y="1"/>
                    <a:pt x="1144" y="340"/>
                    <a:pt x="1144" y="743"/>
                  </a:cubicBezTo>
                  <a:lnTo>
                    <a:pt x="1144" y="814"/>
                  </a:lnTo>
                  <a:cubicBezTo>
                    <a:pt x="1025" y="736"/>
                    <a:pt x="874" y="689"/>
                    <a:pt x="731" y="689"/>
                  </a:cubicBezTo>
                  <a:cubicBezTo>
                    <a:pt x="702" y="689"/>
                    <a:pt x="672" y="691"/>
                    <a:pt x="644" y="695"/>
                  </a:cubicBezTo>
                  <a:cubicBezTo>
                    <a:pt x="263" y="743"/>
                    <a:pt x="1" y="1076"/>
                    <a:pt x="1" y="1434"/>
                  </a:cubicBezTo>
                  <a:lnTo>
                    <a:pt x="1" y="1815"/>
                  </a:lnTo>
                  <a:cubicBezTo>
                    <a:pt x="1" y="1910"/>
                    <a:pt x="72" y="1981"/>
                    <a:pt x="167" y="1981"/>
                  </a:cubicBezTo>
                  <a:cubicBezTo>
                    <a:pt x="191" y="2005"/>
                    <a:pt x="218" y="2016"/>
                    <a:pt x="242" y="2016"/>
                  </a:cubicBezTo>
                  <a:cubicBezTo>
                    <a:pt x="292" y="2016"/>
                    <a:pt x="334" y="1973"/>
                    <a:pt x="334" y="1910"/>
                  </a:cubicBezTo>
                  <a:lnTo>
                    <a:pt x="334" y="1434"/>
                  </a:lnTo>
                  <a:cubicBezTo>
                    <a:pt x="334" y="1243"/>
                    <a:pt x="501" y="1053"/>
                    <a:pt x="691" y="1029"/>
                  </a:cubicBezTo>
                  <a:cubicBezTo>
                    <a:pt x="705" y="1027"/>
                    <a:pt x="718" y="1027"/>
                    <a:pt x="732" y="1027"/>
                  </a:cubicBezTo>
                  <a:cubicBezTo>
                    <a:pt x="953" y="1027"/>
                    <a:pt x="1144" y="1209"/>
                    <a:pt x="1144" y="1434"/>
                  </a:cubicBezTo>
                  <a:lnTo>
                    <a:pt x="1144" y="2791"/>
                  </a:lnTo>
                  <a:lnTo>
                    <a:pt x="1144" y="3410"/>
                  </a:lnTo>
                  <a:cubicBezTo>
                    <a:pt x="1144" y="3505"/>
                    <a:pt x="1191" y="3577"/>
                    <a:pt x="1287" y="3601"/>
                  </a:cubicBezTo>
                  <a:cubicBezTo>
                    <a:pt x="1382" y="3601"/>
                    <a:pt x="1477" y="3529"/>
                    <a:pt x="1477" y="3410"/>
                  </a:cubicBezTo>
                  <a:lnTo>
                    <a:pt x="1477" y="2791"/>
                  </a:lnTo>
                  <a:lnTo>
                    <a:pt x="1477" y="1434"/>
                  </a:lnTo>
                  <a:lnTo>
                    <a:pt x="1477" y="743"/>
                  </a:lnTo>
                  <a:cubicBezTo>
                    <a:pt x="1477" y="553"/>
                    <a:pt x="1620" y="362"/>
                    <a:pt x="1811" y="338"/>
                  </a:cubicBezTo>
                  <a:cubicBezTo>
                    <a:pt x="1826" y="337"/>
                    <a:pt x="1841" y="336"/>
                    <a:pt x="1856" y="336"/>
                  </a:cubicBezTo>
                  <a:cubicBezTo>
                    <a:pt x="2075" y="336"/>
                    <a:pt x="2263" y="496"/>
                    <a:pt x="2263" y="719"/>
                  </a:cubicBezTo>
                  <a:lnTo>
                    <a:pt x="2263" y="1434"/>
                  </a:lnTo>
                  <a:lnTo>
                    <a:pt x="2263" y="2601"/>
                  </a:lnTo>
                  <a:lnTo>
                    <a:pt x="2263" y="3482"/>
                  </a:lnTo>
                  <a:cubicBezTo>
                    <a:pt x="2263" y="3553"/>
                    <a:pt x="2334" y="3648"/>
                    <a:pt x="2406" y="3648"/>
                  </a:cubicBezTo>
                  <a:cubicBezTo>
                    <a:pt x="2419" y="3651"/>
                    <a:pt x="2431" y="3652"/>
                    <a:pt x="2442" y="3652"/>
                  </a:cubicBezTo>
                  <a:cubicBezTo>
                    <a:pt x="2539" y="3652"/>
                    <a:pt x="2596" y="3567"/>
                    <a:pt x="2596" y="3482"/>
                  </a:cubicBezTo>
                  <a:lnTo>
                    <a:pt x="2596" y="2601"/>
                  </a:lnTo>
                  <a:lnTo>
                    <a:pt x="2596" y="1434"/>
                  </a:lnTo>
                  <a:cubicBezTo>
                    <a:pt x="2596" y="1243"/>
                    <a:pt x="2763" y="1053"/>
                    <a:pt x="2954" y="1029"/>
                  </a:cubicBezTo>
                  <a:cubicBezTo>
                    <a:pt x="2969" y="1027"/>
                    <a:pt x="2984" y="1027"/>
                    <a:pt x="2999" y="1027"/>
                  </a:cubicBezTo>
                  <a:cubicBezTo>
                    <a:pt x="3218" y="1027"/>
                    <a:pt x="3406" y="1187"/>
                    <a:pt x="3406" y="1410"/>
                  </a:cubicBezTo>
                  <a:lnTo>
                    <a:pt x="3406" y="1838"/>
                  </a:lnTo>
                  <a:lnTo>
                    <a:pt x="3406" y="2839"/>
                  </a:lnTo>
                  <a:lnTo>
                    <a:pt x="3406" y="3482"/>
                  </a:lnTo>
                  <a:cubicBezTo>
                    <a:pt x="3406" y="3553"/>
                    <a:pt x="3454" y="3648"/>
                    <a:pt x="3549" y="3648"/>
                  </a:cubicBezTo>
                  <a:cubicBezTo>
                    <a:pt x="3559" y="3651"/>
                    <a:pt x="3569" y="3652"/>
                    <a:pt x="3579" y="3652"/>
                  </a:cubicBezTo>
                  <a:cubicBezTo>
                    <a:pt x="3663" y="3652"/>
                    <a:pt x="3740" y="3567"/>
                    <a:pt x="3740" y="3482"/>
                  </a:cubicBezTo>
                  <a:lnTo>
                    <a:pt x="3740" y="2839"/>
                  </a:lnTo>
                  <a:lnTo>
                    <a:pt x="3740" y="1838"/>
                  </a:lnTo>
                  <a:cubicBezTo>
                    <a:pt x="3740" y="1648"/>
                    <a:pt x="3882" y="1481"/>
                    <a:pt x="4073" y="1434"/>
                  </a:cubicBezTo>
                  <a:cubicBezTo>
                    <a:pt x="4086" y="1432"/>
                    <a:pt x="4100" y="1432"/>
                    <a:pt x="4113" y="1432"/>
                  </a:cubicBezTo>
                  <a:cubicBezTo>
                    <a:pt x="4335" y="1432"/>
                    <a:pt x="4525" y="1614"/>
                    <a:pt x="4525" y="1838"/>
                  </a:cubicBezTo>
                  <a:lnTo>
                    <a:pt x="4525" y="2172"/>
                  </a:lnTo>
                  <a:cubicBezTo>
                    <a:pt x="4525" y="2243"/>
                    <a:pt x="4597" y="2339"/>
                    <a:pt x="4668" y="2339"/>
                  </a:cubicBezTo>
                  <a:cubicBezTo>
                    <a:pt x="4681" y="2341"/>
                    <a:pt x="4693" y="2342"/>
                    <a:pt x="4705" y="2342"/>
                  </a:cubicBezTo>
                  <a:cubicBezTo>
                    <a:pt x="4806" y="2342"/>
                    <a:pt x="4883" y="2257"/>
                    <a:pt x="4883" y="2172"/>
                  </a:cubicBezTo>
                  <a:lnTo>
                    <a:pt x="4883" y="1838"/>
                  </a:lnTo>
                  <a:cubicBezTo>
                    <a:pt x="4883" y="1481"/>
                    <a:pt x="4597" y="1148"/>
                    <a:pt x="4216" y="1100"/>
                  </a:cubicBezTo>
                  <a:cubicBezTo>
                    <a:pt x="4184" y="1096"/>
                    <a:pt x="4153" y="1094"/>
                    <a:pt x="4123" y="1094"/>
                  </a:cubicBezTo>
                  <a:cubicBezTo>
                    <a:pt x="3970" y="1094"/>
                    <a:pt x="3835" y="1144"/>
                    <a:pt x="3716" y="1243"/>
                  </a:cubicBezTo>
                  <a:cubicBezTo>
                    <a:pt x="3620" y="910"/>
                    <a:pt x="3335" y="695"/>
                    <a:pt x="3001" y="695"/>
                  </a:cubicBezTo>
                  <a:cubicBezTo>
                    <a:pt x="2858" y="695"/>
                    <a:pt x="2716" y="719"/>
                    <a:pt x="2596" y="791"/>
                  </a:cubicBezTo>
                  <a:lnTo>
                    <a:pt x="2596" y="743"/>
                  </a:lnTo>
                  <a:cubicBezTo>
                    <a:pt x="2596" y="386"/>
                    <a:pt x="2311" y="52"/>
                    <a:pt x="1953" y="5"/>
                  </a:cubicBezTo>
                  <a:cubicBezTo>
                    <a:pt x="1926" y="2"/>
                    <a:pt x="1899" y="1"/>
                    <a:pt x="18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8" name="Google Shape;5268;p59"/>
            <p:cNvSpPr/>
            <p:nvPr/>
          </p:nvSpPr>
          <p:spPr>
            <a:xfrm>
              <a:off x="6916419" y="2168987"/>
              <a:ext cx="209196" cy="325294"/>
            </a:xfrm>
            <a:custGeom>
              <a:avLst/>
              <a:gdLst/>
              <a:ahLst/>
              <a:cxnLst/>
              <a:rect l="l" t="t" r="r" b="b"/>
              <a:pathLst>
                <a:path w="5930" h="9221" extrusionOk="0">
                  <a:moveTo>
                    <a:pt x="1477" y="1786"/>
                  </a:moveTo>
                  <a:lnTo>
                    <a:pt x="1953" y="2001"/>
                  </a:lnTo>
                  <a:cubicBezTo>
                    <a:pt x="2524" y="2263"/>
                    <a:pt x="3144" y="2453"/>
                    <a:pt x="3763" y="2596"/>
                  </a:cubicBezTo>
                  <a:lnTo>
                    <a:pt x="2572" y="3001"/>
                  </a:lnTo>
                  <a:cubicBezTo>
                    <a:pt x="2310" y="2763"/>
                    <a:pt x="1977" y="2644"/>
                    <a:pt x="1596" y="2644"/>
                  </a:cubicBezTo>
                  <a:lnTo>
                    <a:pt x="1477" y="2644"/>
                  </a:lnTo>
                  <a:lnTo>
                    <a:pt x="1477" y="1786"/>
                  </a:lnTo>
                  <a:close/>
                  <a:moveTo>
                    <a:pt x="4477" y="2715"/>
                  </a:moveTo>
                  <a:cubicBezTo>
                    <a:pt x="4834" y="2763"/>
                    <a:pt x="5215" y="2787"/>
                    <a:pt x="5596" y="2787"/>
                  </a:cubicBezTo>
                  <a:lnTo>
                    <a:pt x="5596" y="3311"/>
                  </a:lnTo>
                  <a:lnTo>
                    <a:pt x="4739" y="3668"/>
                  </a:lnTo>
                  <a:cubicBezTo>
                    <a:pt x="4239" y="3882"/>
                    <a:pt x="3691" y="4049"/>
                    <a:pt x="3144" y="4144"/>
                  </a:cubicBezTo>
                  <a:cubicBezTo>
                    <a:pt x="3120" y="3811"/>
                    <a:pt x="3024" y="3501"/>
                    <a:pt x="2834" y="3263"/>
                  </a:cubicBezTo>
                  <a:lnTo>
                    <a:pt x="4477" y="2715"/>
                  </a:lnTo>
                  <a:close/>
                  <a:moveTo>
                    <a:pt x="5573" y="3692"/>
                  </a:moveTo>
                  <a:lnTo>
                    <a:pt x="5573" y="4478"/>
                  </a:lnTo>
                  <a:cubicBezTo>
                    <a:pt x="5287" y="4644"/>
                    <a:pt x="5049" y="4787"/>
                    <a:pt x="4763" y="4906"/>
                  </a:cubicBezTo>
                  <a:cubicBezTo>
                    <a:pt x="4691" y="4930"/>
                    <a:pt x="4644" y="5025"/>
                    <a:pt x="4668" y="5097"/>
                  </a:cubicBezTo>
                  <a:cubicBezTo>
                    <a:pt x="4691" y="5168"/>
                    <a:pt x="4763" y="5216"/>
                    <a:pt x="4834" y="5216"/>
                  </a:cubicBezTo>
                  <a:lnTo>
                    <a:pt x="4906" y="5216"/>
                  </a:lnTo>
                  <a:cubicBezTo>
                    <a:pt x="5120" y="5120"/>
                    <a:pt x="5334" y="5001"/>
                    <a:pt x="5549" y="4882"/>
                  </a:cubicBezTo>
                  <a:lnTo>
                    <a:pt x="5549" y="4882"/>
                  </a:lnTo>
                  <a:cubicBezTo>
                    <a:pt x="5501" y="5144"/>
                    <a:pt x="5382" y="5382"/>
                    <a:pt x="5192" y="5573"/>
                  </a:cubicBezTo>
                  <a:lnTo>
                    <a:pt x="5049" y="5740"/>
                  </a:lnTo>
                  <a:cubicBezTo>
                    <a:pt x="5025" y="5763"/>
                    <a:pt x="5025" y="5811"/>
                    <a:pt x="5025" y="5859"/>
                  </a:cubicBezTo>
                  <a:lnTo>
                    <a:pt x="3596" y="5716"/>
                  </a:lnTo>
                  <a:cubicBezTo>
                    <a:pt x="3787" y="5644"/>
                    <a:pt x="4001" y="5573"/>
                    <a:pt x="4215" y="5502"/>
                  </a:cubicBezTo>
                  <a:cubicBezTo>
                    <a:pt x="4287" y="5478"/>
                    <a:pt x="4334" y="5382"/>
                    <a:pt x="4310" y="5311"/>
                  </a:cubicBezTo>
                  <a:cubicBezTo>
                    <a:pt x="4293" y="5223"/>
                    <a:pt x="4236" y="5174"/>
                    <a:pt x="4169" y="5174"/>
                  </a:cubicBezTo>
                  <a:cubicBezTo>
                    <a:pt x="4145" y="5174"/>
                    <a:pt x="4121" y="5180"/>
                    <a:pt x="4096" y="5192"/>
                  </a:cubicBezTo>
                  <a:cubicBezTo>
                    <a:pt x="3358" y="5454"/>
                    <a:pt x="2620" y="5644"/>
                    <a:pt x="1858" y="5763"/>
                  </a:cubicBezTo>
                  <a:lnTo>
                    <a:pt x="1119" y="5883"/>
                  </a:lnTo>
                  <a:lnTo>
                    <a:pt x="1119" y="5621"/>
                  </a:lnTo>
                  <a:cubicBezTo>
                    <a:pt x="1119" y="5549"/>
                    <a:pt x="1095" y="5502"/>
                    <a:pt x="1024" y="5478"/>
                  </a:cubicBezTo>
                  <a:cubicBezTo>
                    <a:pt x="619" y="5263"/>
                    <a:pt x="381" y="4859"/>
                    <a:pt x="357" y="4406"/>
                  </a:cubicBezTo>
                  <a:lnTo>
                    <a:pt x="357" y="4406"/>
                  </a:lnTo>
                  <a:cubicBezTo>
                    <a:pt x="881" y="4525"/>
                    <a:pt x="1405" y="4573"/>
                    <a:pt x="1929" y="4573"/>
                  </a:cubicBezTo>
                  <a:cubicBezTo>
                    <a:pt x="2143" y="4573"/>
                    <a:pt x="2358" y="4573"/>
                    <a:pt x="2572" y="4549"/>
                  </a:cubicBezTo>
                  <a:cubicBezTo>
                    <a:pt x="3358" y="4478"/>
                    <a:pt x="4120" y="4287"/>
                    <a:pt x="4858" y="3977"/>
                  </a:cubicBezTo>
                  <a:lnTo>
                    <a:pt x="5573" y="3692"/>
                  </a:lnTo>
                  <a:close/>
                  <a:moveTo>
                    <a:pt x="2643" y="5978"/>
                  </a:moveTo>
                  <a:lnTo>
                    <a:pt x="4430" y="6145"/>
                  </a:lnTo>
                  <a:lnTo>
                    <a:pt x="3810" y="6454"/>
                  </a:lnTo>
                  <a:cubicBezTo>
                    <a:pt x="2953" y="6859"/>
                    <a:pt x="2048" y="7121"/>
                    <a:pt x="1119" y="7240"/>
                  </a:cubicBezTo>
                  <a:lnTo>
                    <a:pt x="1119" y="6216"/>
                  </a:lnTo>
                  <a:lnTo>
                    <a:pt x="1905" y="6097"/>
                  </a:lnTo>
                  <a:cubicBezTo>
                    <a:pt x="2143" y="6073"/>
                    <a:pt x="2405" y="6025"/>
                    <a:pt x="2643" y="5978"/>
                  </a:cubicBezTo>
                  <a:close/>
                  <a:moveTo>
                    <a:pt x="1262" y="0"/>
                  </a:moveTo>
                  <a:cubicBezTo>
                    <a:pt x="1167" y="0"/>
                    <a:pt x="1072" y="72"/>
                    <a:pt x="1072" y="167"/>
                  </a:cubicBezTo>
                  <a:lnTo>
                    <a:pt x="1072" y="715"/>
                  </a:lnTo>
                  <a:cubicBezTo>
                    <a:pt x="974" y="676"/>
                    <a:pt x="845" y="637"/>
                    <a:pt x="724" y="637"/>
                  </a:cubicBezTo>
                  <a:cubicBezTo>
                    <a:pt x="696" y="637"/>
                    <a:pt x="669" y="639"/>
                    <a:pt x="643" y="643"/>
                  </a:cubicBezTo>
                  <a:cubicBezTo>
                    <a:pt x="286" y="715"/>
                    <a:pt x="0" y="1024"/>
                    <a:pt x="0" y="1382"/>
                  </a:cubicBezTo>
                  <a:lnTo>
                    <a:pt x="0" y="1620"/>
                  </a:lnTo>
                  <a:cubicBezTo>
                    <a:pt x="0" y="1715"/>
                    <a:pt x="71" y="1786"/>
                    <a:pt x="167" y="1810"/>
                  </a:cubicBezTo>
                  <a:cubicBezTo>
                    <a:pt x="262" y="1810"/>
                    <a:pt x="357" y="1739"/>
                    <a:pt x="357" y="1644"/>
                  </a:cubicBezTo>
                  <a:lnTo>
                    <a:pt x="357" y="1382"/>
                  </a:lnTo>
                  <a:cubicBezTo>
                    <a:pt x="357" y="1215"/>
                    <a:pt x="500" y="1024"/>
                    <a:pt x="667" y="1001"/>
                  </a:cubicBezTo>
                  <a:cubicBezTo>
                    <a:pt x="694" y="996"/>
                    <a:pt x="721" y="993"/>
                    <a:pt x="747" y="993"/>
                  </a:cubicBezTo>
                  <a:cubicBezTo>
                    <a:pt x="971" y="993"/>
                    <a:pt x="1143" y="1168"/>
                    <a:pt x="1143" y="1382"/>
                  </a:cubicBezTo>
                  <a:lnTo>
                    <a:pt x="1143" y="1525"/>
                  </a:lnTo>
                  <a:lnTo>
                    <a:pt x="1143" y="2810"/>
                  </a:lnTo>
                  <a:cubicBezTo>
                    <a:pt x="1143" y="2906"/>
                    <a:pt x="1215" y="2977"/>
                    <a:pt x="1310" y="2977"/>
                  </a:cubicBezTo>
                  <a:lnTo>
                    <a:pt x="1572" y="2977"/>
                  </a:lnTo>
                  <a:cubicBezTo>
                    <a:pt x="2239" y="2977"/>
                    <a:pt x="2763" y="3525"/>
                    <a:pt x="2763" y="4168"/>
                  </a:cubicBezTo>
                  <a:lnTo>
                    <a:pt x="2763" y="4192"/>
                  </a:lnTo>
                  <a:cubicBezTo>
                    <a:pt x="2691" y="4216"/>
                    <a:pt x="2620" y="4216"/>
                    <a:pt x="2524" y="4216"/>
                  </a:cubicBezTo>
                  <a:cubicBezTo>
                    <a:pt x="2310" y="4237"/>
                    <a:pt x="2094" y="4248"/>
                    <a:pt x="1876" y="4248"/>
                  </a:cubicBezTo>
                  <a:cubicBezTo>
                    <a:pt x="1369" y="4248"/>
                    <a:pt x="857" y="4189"/>
                    <a:pt x="357" y="4073"/>
                  </a:cubicBezTo>
                  <a:lnTo>
                    <a:pt x="357" y="3930"/>
                  </a:lnTo>
                  <a:cubicBezTo>
                    <a:pt x="357" y="3835"/>
                    <a:pt x="286" y="3763"/>
                    <a:pt x="191" y="3763"/>
                  </a:cubicBezTo>
                  <a:cubicBezTo>
                    <a:pt x="178" y="3760"/>
                    <a:pt x="166" y="3759"/>
                    <a:pt x="154" y="3759"/>
                  </a:cubicBezTo>
                  <a:cubicBezTo>
                    <a:pt x="72" y="3759"/>
                    <a:pt x="0" y="3826"/>
                    <a:pt x="0" y="3930"/>
                  </a:cubicBezTo>
                  <a:lnTo>
                    <a:pt x="0" y="4358"/>
                  </a:lnTo>
                  <a:cubicBezTo>
                    <a:pt x="0" y="4906"/>
                    <a:pt x="310" y="5430"/>
                    <a:pt x="786" y="5716"/>
                  </a:cubicBezTo>
                  <a:lnTo>
                    <a:pt x="786" y="7430"/>
                  </a:lnTo>
                  <a:lnTo>
                    <a:pt x="786" y="9050"/>
                  </a:lnTo>
                  <a:cubicBezTo>
                    <a:pt x="786" y="9121"/>
                    <a:pt x="834" y="9217"/>
                    <a:pt x="929" y="9217"/>
                  </a:cubicBezTo>
                  <a:cubicBezTo>
                    <a:pt x="939" y="9219"/>
                    <a:pt x="949" y="9220"/>
                    <a:pt x="959" y="9220"/>
                  </a:cubicBezTo>
                  <a:cubicBezTo>
                    <a:pt x="1043" y="9220"/>
                    <a:pt x="1119" y="9135"/>
                    <a:pt x="1119" y="9050"/>
                  </a:cubicBezTo>
                  <a:lnTo>
                    <a:pt x="1119" y="7573"/>
                  </a:lnTo>
                  <a:cubicBezTo>
                    <a:pt x="2096" y="7454"/>
                    <a:pt x="3048" y="7192"/>
                    <a:pt x="3929" y="6764"/>
                  </a:cubicBezTo>
                  <a:lnTo>
                    <a:pt x="5001" y="6240"/>
                  </a:lnTo>
                  <a:lnTo>
                    <a:pt x="5001" y="7383"/>
                  </a:lnTo>
                  <a:cubicBezTo>
                    <a:pt x="5001" y="7454"/>
                    <a:pt x="5049" y="7526"/>
                    <a:pt x="5120" y="7550"/>
                  </a:cubicBezTo>
                  <a:cubicBezTo>
                    <a:pt x="5142" y="7558"/>
                    <a:pt x="5164" y="7562"/>
                    <a:pt x="5186" y="7562"/>
                  </a:cubicBezTo>
                  <a:cubicBezTo>
                    <a:pt x="5286" y="7562"/>
                    <a:pt x="5382" y="7480"/>
                    <a:pt x="5382" y="7383"/>
                  </a:cubicBezTo>
                  <a:lnTo>
                    <a:pt x="5382" y="6049"/>
                  </a:lnTo>
                  <a:lnTo>
                    <a:pt x="5382" y="5930"/>
                  </a:lnTo>
                  <a:lnTo>
                    <a:pt x="5477" y="5811"/>
                  </a:lnTo>
                  <a:cubicBezTo>
                    <a:pt x="5787" y="5478"/>
                    <a:pt x="5930" y="5025"/>
                    <a:pt x="5930" y="4597"/>
                  </a:cubicBezTo>
                  <a:lnTo>
                    <a:pt x="5930" y="3430"/>
                  </a:lnTo>
                  <a:lnTo>
                    <a:pt x="5930" y="2239"/>
                  </a:lnTo>
                  <a:cubicBezTo>
                    <a:pt x="5930" y="2168"/>
                    <a:pt x="5882" y="2072"/>
                    <a:pt x="5787" y="2072"/>
                  </a:cubicBezTo>
                  <a:cubicBezTo>
                    <a:pt x="5777" y="2070"/>
                    <a:pt x="5767" y="2069"/>
                    <a:pt x="5757" y="2069"/>
                  </a:cubicBezTo>
                  <a:cubicBezTo>
                    <a:pt x="5673" y="2069"/>
                    <a:pt x="5596" y="2154"/>
                    <a:pt x="5596" y="2239"/>
                  </a:cubicBezTo>
                  <a:lnTo>
                    <a:pt x="5596" y="2453"/>
                  </a:lnTo>
                  <a:cubicBezTo>
                    <a:pt x="4406" y="2429"/>
                    <a:pt x="3191" y="2168"/>
                    <a:pt x="2096" y="1691"/>
                  </a:cubicBezTo>
                  <a:lnTo>
                    <a:pt x="1477" y="1405"/>
                  </a:lnTo>
                  <a:lnTo>
                    <a:pt x="1477" y="1382"/>
                  </a:lnTo>
                  <a:cubicBezTo>
                    <a:pt x="1477" y="1382"/>
                    <a:pt x="1453" y="1167"/>
                    <a:pt x="1405" y="1072"/>
                  </a:cubicBezTo>
                  <a:lnTo>
                    <a:pt x="1405" y="167"/>
                  </a:lnTo>
                  <a:cubicBezTo>
                    <a:pt x="1405" y="96"/>
                    <a:pt x="1357" y="24"/>
                    <a:pt x="12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9" name="Google Shape;5269;p59"/>
            <p:cNvSpPr/>
            <p:nvPr/>
          </p:nvSpPr>
          <p:spPr>
            <a:xfrm>
              <a:off x="7112144" y="2170680"/>
              <a:ext cx="69779" cy="69744"/>
            </a:xfrm>
            <a:custGeom>
              <a:avLst/>
              <a:gdLst/>
              <a:ahLst/>
              <a:cxnLst/>
              <a:rect l="l" t="t" r="r" b="b"/>
              <a:pathLst>
                <a:path w="1978" h="1977" extrusionOk="0">
                  <a:moveTo>
                    <a:pt x="1192" y="357"/>
                  </a:moveTo>
                  <a:lnTo>
                    <a:pt x="1192" y="667"/>
                  </a:lnTo>
                  <a:cubicBezTo>
                    <a:pt x="1192" y="738"/>
                    <a:pt x="1263" y="834"/>
                    <a:pt x="1358" y="834"/>
                  </a:cubicBezTo>
                  <a:lnTo>
                    <a:pt x="1644" y="834"/>
                  </a:lnTo>
                  <a:lnTo>
                    <a:pt x="1644" y="1191"/>
                  </a:lnTo>
                  <a:lnTo>
                    <a:pt x="1358" y="1191"/>
                  </a:lnTo>
                  <a:cubicBezTo>
                    <a:pt x="1263" y="1191"/>
                    <a:pt x="1192" y="1262"/>
                    <a:pt x="1192" y="1357"/>
                  </a:cubicBezTo>
                  <a:lnTo>
                    <a:pt x="1192" y="1643"/>
                  </a:lnTo>
                  <a:lnTo>
                    <a:pt x="834" y="1643"/>
                  </a:lnTo>
                  <a:lnTo>
                    <a:pt x="834" y="1357"/>
                  </a:lnTo>
                  <a:cubicBezTo>
                    <a:pt x="834" y="1262"/>
                    <a:pt x="739" y="1191"/>
                    <a:pt x="644" y="1191"/>
                  </a:cubicBezTo>
                  <a:lnTo>
                    <a:pt x="358" y="1191"/>
                  </a:lnTo>
                  <a:lnTo>
                    <a:pt x="358" y="834"/>
                  </a:lnTo>
                  <a:lnTo>
                    <a:pt x="644" y="834"/>
                  </a:lnTo>
                  <a:cubicBezTo>
                    <a:pt x="739" y="834"/>
                    <a:pt x="834" y="738"/>
                    <a:pt x="834" y="667"/>
                  </a:cubicBezTo>
                  <a:lnTo>
                    <a:pt x="834" y="357"/>
                  </a:lnTo>
                  <a:close/>
                  <a:moveTo>
                    <a:pt x="739" y="0"/>
                  </a:moveTo>
                  <a:cubicBezTo>
                    <a:pt x="596" y="0"/>
                    <a:pt x="477" y="119"/>
                    <a:pt x="477" y="286"/>
                  </a:cubicBezTo>
                  <a:lnTo>
                    <a:pt x="477" y="476"/>
                  </a:lnTo>
                  <a:lnTo>
                    <a:pt x="263" y="476"/>
                  </a:lnTo>
                  <a:cubicBezTo>
                    <a:pt x="120" y="476"/>
                    <a:pt x="1" y="595"/>
                    <a:pt x="1" y="762"/>
                  </a:cubicBezTo>
                  <a:lnTo>
                    <a:pt x="1" y="1262"/>
                  </a:lnTo>
                  <a:cubicBezTo>
                    <a:pt x="1" y="1405"/>
                    <a:pt x="120" y="1524"/>
                    <a:pt x="263" y="1524"/>
                  </a:cubicBezTo>
                  <a:lnTo>
                    <a:pt x="477" y="1524"/>
                  </a:lnTo>
                  <a:lnTo>
                    <a:pt x="477" y="1715"/>
                  </a:lnTo>
                  <a:cubicBezTo>
                    <a:pt x="477" y="1858"/>
                    <a:pt x="596" y="1977"/>
                    <a:pt x="739" y="1977"/>
                  </a:cubicBezTo>
                  <a:lnTo>
                    <a:pt x="1239" y="1977"/>
                  </a:lnTo>
                  <a:cubicBezTo>
                    <a:pt x="1382" y="1977"/>
                    <a:pt x="1501" y="1858"/>
                    <a:pt x="1501" y="1715"/>
                  </a:cubicBezTo>
                  <a:lnTo>
                    <a:pt x="1501" y="1524"/>
                  </a:lnTo>
                  <a:lnTo>
                    <a:pt x="1715" y="1524"/>
                  </a:lnTo>
                  <a:cubicBezTo>
                    <a:pt x="1858" y="1524"/>
                    <a:pt x="1977" y="1405"/>
                    <a:pt x="1977" y="1262"/>
                  </a:cubicBezTo>
                  <a:lnTo>
                    <a:pt x="1977" y="762"/>
                  </a:lnTo>
                  <a:cubicBezTo>
                    <a:pt x="1977" y="619"/>
                    <a:pt x="1858" y="476"/>
                    <a:pt x="1715" y="476"/>
                  </a:cubicBezTo>
                  <a:lnTo>
                    <a:pt x="1525" y="476"/>
                  </a:lnTo>
                  <a:lnTo>
                    <a:pt x="1525" y="286"/>
                  </a:lnTo>
                  <a:cubicBezTo>
                    <a:pt x="1525" y="119"/>
                    <a:pt x="1406" y="0"/>
                    <a:pt x="12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70" name="Google Shape;5270;p59"/>
            <p:cNvSpPr/>
            <p:nvPr/>
          </p:nvSpPr>
          <p:spPr>
            <a:xfrm>
              <a:off x="6860115" y="2231994"/>
              <a:ext cx="70590" cy="68932"/>
            </a:xfrm>
            <a:custGeom>
              <a:avLst/>
              <a:gdLst/>
              <a:ahLst/>
              <a:cxnLst/>
              <a:rect l="l" t="t" r="r" b="b"/>
              <a:pathLst>
                <a:path w="2001" h="1954" extrusionOk="0">
                  <a:moveTo>
                    <a:pt x="1144" y="334"/>
                  </a:moveTo>
                  <a:lnTo>
                    <a:pt x="1144" y="620"/>
                  </a:lnTo>
                  <a:cubicBezTo>
                    <a:pt x="1144" y="715"/>
                    <a:pt x="1239" y="786"/>
                    <a:pt x="1334" y="786"/>
                  </a:cubicBezTo>
                  <a:lnTo>
                    <a:pt x="1620" y="786"/>
                  </a:lnTo>
                  <a:lnTo>
                    <a:pt x="1620" y="1144"/>
                  </a:lnTo>
                  <a:lnTo>
                    <a:pt x="1358" y="1144"/>
                  </a:lnTo>
                  <a:cubicBezTo>
                    <a:pt x="1263" y="1144"/>
                    <a:pt x="1167" y="1215"/>
                    <a:pt x="1167" y="1310"/>
                  </a:cubicBezTo>
                  <a:lnTo>
                    <a:pt x="1167" y="1620"/>
                  </a:lnTo>
                  <a:lnTo>
                    <a:pt x="810" y="1620"/>
                  </a:lnTo>
                  <a:lnTo>
                    <a:pt x="810" y="1310"/>
                  </a:lnTo>
                  <a:cubicBezTo>
                    <a:pt x="810" y="1215"/>
                    <a:pt x="739" y="1144"/>
                    <a:pt x="643" y="1144"/>
                  </a:cubicBezTo>
                  <a:lnTo>
                    <a:pt x="334" y="1144"/>
                  </a:lnTo>
                  <a:lnTo>
                    <a:pt x="334" y="786"/>
                  </a:lnTo>
                  <a:lnTo>
                    <a:pt x="643" y="786"/>
                  </a:lnTo>
                  <a:cubicBezTo>
                    <a:pt x="739" y="786"/>
                    <a:pt x="810" y="715"/>
                    <a:pt x="810" y="620"/>
                  </a:cubicBezTo>
                  <a:lnTo>
                    <a:pt x="810" y="334"/>
                  </a:lnTo>
                  <a:close/>
                  <a:moveTo>
                    <a:pt x="715" y="0"/>
                  </a:moveTo>
                  <a:cubicBezTo>
                    <a:pt x="572" y="0"/>
                    <a:pt x="477" y="96"/>
                    <a:pt x="477" y="239"/>
                  </a:cubicBezTo>
                  <a:lnTo>
                    <a:pt x="477" y="477"/>
                  </a:lnTo>
                  <a:lnTo>
                    <a:pt x="239" y="477"/>
                  </a:lnTo>
                  <a:cubicBezTo>
                    <a:pt x="120" y="477"/>
                    <a:pt x="0" y="572"/>
                    <a:pt x="0" y="715"/>
                  </a:cubicBezTo>
                  <a:lnTo>
                    <a:pt x="0" y="1239"/>
                  </a:lnTo>
                  <a:cubicBezTo>
                    <a:pt x="0" y="1382"/>
                    <a:pt x="120" y="1477"/>
                    <a:pt x="239" y="1477"/>
                  </a:cubicBezTo>
                  <a:lnTo>
                    <a:pt x="477" y="1477"/>
                  </a:lnTo>
                  <a:lnTo>
                    <a:pt x="477" y="1715"/>
                  </a:lnTo>
                  <a:cubicBezTo>
                    <a:pt x="477" y="1858"/>
                    <a:pt x="572" y="1953"/>
                    <a:pt x="715" y="1953"/>
                  </a:cubicBezTo>
                  <a:lnTo>
                    <a:pt x="1263" y="1953"/>
                  </a:lnTo>
                  <a:cubicBezTo>
                    <a:pt x="1406" y="1953"/>
                    <a:pt x="1525" y="1834"/>
                    <a:pt x="1525" y="1691"/>
                  </a:cubicBezTo>
                  <a:lnTo>
                    <a:pt x="1525" y="1477"/>
                  </a:lnTo>
                  <a:lnTo>
                    <a:pt x="1715" y="1477"/>
                  </a:lnTo>
                  <a:cubicBezTo>
                    <a:pt x="1882" y="1477"/>
                    <a:pt x="2001" y="1358"/>
                    <a:pt x="2001" y="1215"/>
                  </a:cubicBezTo>
                  <a:lnTo>
                    <a:pt x="2001" y="715"/>
                  </a:lnTo>
                  <a:cubicBezTo>
                    <a:pt x="2001" y="572"/>
                    <a:pt x="1882" y="477"/>
                    <a:pt x="1763" y="477"/>
                  </a:cubicBezTo>
                  <a:lnTo>
                    <a:pt x="1525" y="477"/>
                  </a:lnTo>
                  <a:lnTo>
                    <a:pt x="1525" y="239"/>
                  </a:lnTo>
                  <a:cubicBezTo>
                    <a:pt x="1525" y="96"/>
                    <a:pt x="1406" y="0"/>
                    <a:pt x="1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4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3"/>
        </a:solidFill>
        <a:effectLst/>
      </p:bgPr>
    </p:bg>
    <p:spTree>
      <p:nvGrpSpPr>
        <p:cNvPr id="1" name="Shape 4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2" name="Google Shape;4912;p55"/>
          <p:cNvSpPr txBox="1">
            <a:spLocks noGrp="1"/>
          </p:cNvSpPr>
          <p:nvPr>
            <p:ph type="title"/>
          </p:nvPr>
        </p:nvSpPr>
        <p:spPr>
          <a:xfrm>
            <a:off x="713100" y="459075"/>
            <a:ext cx="448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 panose="02020603050405020304" charset="0"/>
                <a:cs typeface="Times New Roman" panose="02020603050405020304" charset="0"/>
              </a:rPr>
              <a:t>CONCLUSIONS</a:t>
            </a:r>
            <a:endParaRPr 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14" name="Google Shape;4914;p55"/>
          <p:cNvSpPr txBox="1">
            <a:spLocks noGrp="1"/>
          </p:cNvSpPr>
          <p:nvPr>
            <p:ph type="subTitle" idx="1"/>
          </p:nvPr>
        </p:nvSpPr>
        <p:spPr>
          <a:xfrm>
            <a:off x="1786450" y="1282598"/>
            <a:ext cx="2841300" cy="4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For Society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15" name="Google Shape;4915;p55"/>
          <p:cNvSpPr txBox="1">
            <a:spLocks noGrp="1"/>
          </p:cNvSpPr>
          <p:nvPr>
            <p:ph type="subTitle" idx="2"/>
          </p:nvPr>
        </p:nvSpPr>
        <p:spPr>
          <a:xfrm>
            <a:off x="1786450" y="1762598"/>
            <a:ext cx="2841300" cy="7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Contributes to reduced healthcare disparities by bridging gaps in access and affordability.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16" name="Google Shape;4916;p55"/>
          <p:cNvSpPr txBox="1">
            <a:spLocks noGrp="1"/>
          </p:cNvSpPr>
          <p:nvPr>
            <p:ph type="subTitle" idx="4"/>
          </p:nvPr>
        </p:nvSpPr>
        <p:spPr>
          <a:xfrm>
            <a:off x="713105" y="3008630"/>
            <a:ext cx="3782695" cy="7550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This integrated platform represents a significant step toward democratizing quality healthcare in Pakistan, leveraging technology to create a more equitable and efficient ecosystem for all stakeholders.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17" name="Google Shape;4917;p55"/>
          <p:cNvSpPr/>
          <p:nvPr/>
        </p:nvSpPr>
        <p:spPr>
          <a:xfrm>
            <a:off x="712128" y="1423193"/>
            <a:ext cx="877500" cy="877500"/>
          </a:xfrm>
          <a:prstGeom prst="ellipse">
            <a:avLst/>
          </a:prstGeom>
          <a:solidFill>
            <a:srgbClr val="188077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918" name="Google Shape;4918;p55" descr="C:/Users/User/Downloads/AI-in-Healthcare-1024x587.pngAI-in-Healthcare-1024x587"/>
          <p:cNvPicPr preferRelativeResize="0"/>
          <p:nvPr/>
        </p:nvPicPr>
        <p:blipFill rotWithShape="1">
          <a:blip r:embed="rId1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9821" r="29821"/>
          <a:stretch>
            <a:fillRect/>
          </a:stretch>
        </p:blipFill>
        <p:spPr>
          <a:xfrm>
            <a:off x="5521825" y="0"/>
            <a:ext cx="3622174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19" name="Google Shape;4919;p55"/>
          <p:cNvGrpSpPr/>
          <p:nvPr/>
        </p:nvGrpSpPr>
        <p:grpSpPr>
          <a:xfrm>
            <a:off x="4395804" y="4486056"/>
            <a:ext cx="1646456" cy="754740"/>
            <a:chOff x="5071203" y="4398918"/>
            <a:chExt cx="1646456" cy="754740"/>
          </a:xfrm>
        </p:grpSpPr>
        <p:sp>
          <p:nvSpPr>
            <p:cNvPr id="4920" name="Google Shape;4920;p55"/>
            <p:cNvSpPr/>
            <p:nvPr/>
          </p:nvSpPr>
          <p:spPr>
            <a:xfrm>
              <a:off x="5071203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1" name="Google Shape;4921;p55"/>
            <p:cNvSpPr/>
            <p:nvPr/>
          </p:nvSpPr>
          <p:spPr>
            <a:xfrm>
              <a:off x="518670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2" name="Google Shape;4922;p55"/>
            <p:cNvSpPr/>
            <p:nvPr/>
          </p:nvSpPr>
          <p:spPr>
            <a:xfrm>
              <a:off x="5302521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3" name="Google Shape;4923;p55"/>
            <p:cNvSpPr/>
            <p:nvPr/>
          </p:nvSpPr>
          <p:spPr>
            <a:xfrm>
              <a:off x="5418334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4" name="Google Shape;4924;p55"/>
            <p:cNvSpPr/>
            <p:nvPr/>
          </p:nvSpPr>
          <p:spPr>
            <a:xfrm>
              <a:off x="5534146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5" name="Google Shape;4925;p55"/>
            <p:cNvSpPr/>
            <p:nvPr/>
          </p:nvSpPr>
          <p:spPr>
            <a:xfrm>
              <a:off x="5649652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6" name="Google Shape;4926;p55"/>
            <p:cNvSpPr/>
            <p:nvPr/>
          </p:nvSpPr>
          <p:spPr>
            <a:xfrm>
              <a:off x="5765465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7" name="Google Shape;4927;p55"/>
            <p:cNvSpPr/>
            <p:nvPr/>
          </p:nvSpPr>
          <p:spPr>
            <a:xfrm>
              <a:off x="5071203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8"/>
                    <a:pt x="1062" y="2148"/>
                  </a:cubicBezTo>
                  <a:cubicBezTo>
                    <a:pt x="1655" y="2148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8" name="Google Shape;4928;p55"/>
            <p:cNvSpPr/>
            <p:nvPr/>
          </p:nvSpPr>
          <p:spPr>
            <a:xfrm>
              <a:off x="5302521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94" y="2148"/>
                    <a:pt x="1087" y="2148"/>
                  </a:cubicBezTo>
                  <a:cubicBezTo>
                    <a:pt x="1679" y="2148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9" name="Google Shape;4929;p55"/>
            <p:cNvSpPr/>
            <p:nvPr/>
          </p:nvSpPr>
          <p:spPr>
            <a:xfrm>
              <a:off x="5534146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55" y="2148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0" name="Google Shape;4930;p55"/>
            <p:cNvSpPr/>
            <p:nvPr/>
          </p:nvSpPr>
          <p:spPr>
            <a:xfrm>
              <a:off x="5765465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8"/>
                    <a:pt x="1087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1" name="Google Shape;4931;p55"/>
            <p:cNvSpPr/>
            <p:nvPr/>
          </p:nvSpPr>
          <p:spPr>
            <a:xfrm>
              <a:off x="5071203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2" y="2148"/>
                  </a:cubicBezTo>
                  <a:cubicBezTo>
                    <a:pt x="1655" y="2148"/>
                    <a:pt x="2149" y="1654"/>
                    <a:pt x="2149" y="1062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2" name="Google Shape;4932;p55"/>
            <p:cNvSpPr/>
            <p:nvPr/>
          </p:nvSpPr>
          <p:spPr>
            <a:xfrm>
              <a:off x="518670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62"/>
                  </a:cubicBezTo>
                  <a:cubicBezTo>
                    <a:pt x="1" y="1654"/>
                    <a:pt x="495" y="2148"/>
                    <a:pt x="1087" y="2148"/>
                  </a:cubicBezTo>
                  <a:cubicBezTo>
                    <a:pt x="1680" y="2148"/>
                    <a:pt x="2149" y="1654"/>
                    <a:pt x="2149" y="1062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3" name="Google Shape;4933;p55"/>
            <p:cNvSpPr/>
            <p:nvPr/>
          </p:nvSpPr>
          <p:spPr>
            <a:xfrm>
              <a:off x="5302521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9" y="1654"/>
                    <a:pt x="2149" y="1062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4" name="Google Shape;4934;p55"/>
            <p:cNvSpPr/>
            <p:nvPr/>
          </p:nvSpPr>
          <p:spPr>
            <a:xfrm>
              <a:off x="5418334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5" name="Google Shape;4935;p55"/>
            <p:cNvSpPr/>
            <p:nvPr/>
          </p:nvSpPr>
          <p:spPr>
            <a:xfrm>
              <a:off x="5534146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5" y="2148"/>
                    <a:pt x="2148" y="1654"/>
                    <a:pt x="2148" y="1062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6" name="Google Shape;4936;p55"/>
            <p:cNvSpPr/>
            <p:nvPr/>
          </p:nvSpPr>
          <p:spPr>
            <a:xfrm>
              <a:off x="5649652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62"/>
                  </a:cubicBezTo>
                  <a:cubicBezTo>
                    <a:pt x="1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7" name="Google Shape;4937;p55"/>
            <p:cNvSpPr/>
            <p:nvPr/>
          </p:nvSpPr>
          <p:spPr>
            <a:xfrm>
              <a:off x="5765465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62"/>
                  </a:cubicBezTo>
                  <a:cubicBezTo>
                    <a:pt x="0" y="1654"/>
                    <a:pt x="470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8" name="Google Shape;4938;p55"/>
            <p:cNvSpPr/>
            <p:nvPr/>
          </p:nvSpPr>
          <p:spPr>
            <a:xfrm>
              <a:off x="5071203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2" y="2149"/>
                  </a:cubicBezTo>
                  <a:cubicBezTo>
                    <a:pt x="1655" y="2149"/>
                    <a:pt x="2149" y="1655"/>
                    <a:pt x="2149" y="1062"/>
                  </a:cubicBezTo>
                  <a:cubicBezTo>
                    <a:pt x="2149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9" name="Google Shape;4939;p55"/>
            <p:cNvSpPr/>
            <p:nvPr/>
          </p:nvSpPr>
          <p:spPr>
            <a:xfrm>
              <a:off x="5302521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87" y="2149"/>
                  </a:cubicBezTo>
                  <a:cubicBezTo>
                    <a:pt x="1679" y="2149"/>
                    <a:pt x="2149" y="1655"/>
                    <a:pt x="2149" y="1062"/>
                  </a:cubicBezTo>
                  <a:cubicBezTo>
                    <a:pt x="2149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0" name="Google Shape;4940;p55"/>
            <p:cNvSpPr/>
            <p:nvPr/>
          </p:nvSpPr>
          <p:spPr>
            <a:xfrm>
              <a:off x="5534146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5" y="2149"/>
                    <a:pt x="2148" y="1655"/>
                    <a:pt x="2148" y="1062"/>
                  </a:cubicBezTo>
                  <a:cubicBezTo>
                    <a:pt x="2148" y="470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1" name="Google Shape;4941;p55"/>
            <p:cNvSpPr/>
            <p:nvPr/>
          </p:nvSpPr>
          <p:spPr>
            <a:xfrm>
              <a:off x="5765465" y="47620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70"/>
                    <a:pt x="0" y="1062"/>
                  </a:cubicBezTo>
                  <a:cubicBezTo>
                    <a:pt x="0" y="1655"/>
                    <a:pt x="470" y="2149"/>
                    <a:pt x="1087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2" name="Google Shape;4942;p55"/>
            <p:cNvSpPr/>
            <p:nvPr/>
          </p:nvSpPr>
          <p:spPr>
            <a:xfrm>
              <a:off x="5071203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2" y="2148"/>
                  </a:cubicBezTo>
                  <a:cubicBezTo>
                    <a:pt x="1655" y="2148"/>
                    <a:pt x="2149" y="1679"/>
                    <a:pt x="2149" y="1087"/>
                  </a:cubicBezTo>
                  <a:cubicBezTo>
                    <a:pt x="2149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3" name="Google Shape;4943;p55"/>
            <p:cNvSpPr/>
            <p:nvPr/>
          </p:nvSpPr>
          <p:spPr>
            <a:xfrm>
              <a:off x="518670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5" y="0"/>
                    <a:pt x="1" y="469"/>
                    <a:pt x="1" y="1087"/>
                  </a:cubicBezTo>
                  <a:cubicBezTo>
                    <a:pt x="1" y="1679"/>
                    <a:pt x="495" y="2148"/>
                    <a:pt x="1087" y="2148"/>
                  </a:cubicBezTo>
                  <a:cubicBezTo>
                    <a:pt x="1680" y="2148"/>
                    <a:pt x="2149" y="1679"/>
                    <a:pt x="2149" y="1087"/>
                  </a:cubicBezTo>
                  <a:cubicBezTo>
                    <a:pt x="2149" y="469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4" name="Google Shape;4944;p55"/>
            <p:cNvSpPr/>
            <p:nvPr/>
          </p:nvSpPr>
          <p:spPr>
            <a:xfrm>
              <a:off x="5302521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9" y="1679"/>
                    <a:pt x="2149" y="1087"/>
                  </a:cubicBezTo>
                  <a:cubicBezTo>
                    <a:pt x="2149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5" name="Google Shape;4945;p55"/>
            <p:cNvSpPr/>
            <p:nvPr/>
          </p:nvSpPr>
          <p:spPr>
            <a:xfrm>
              <a:off x="5418334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6" name="Google Shape;4946;p55"/>
            <p:cNvSpPr/>
            <p:nvPr/>
          </p:nvSpPr>
          <p:spPr>
            <a:xfrm>
              <a:off x="5534146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5" y="2148"/>
                    <a:pt x="2148" y="1679"/>
                    <a:pt x="2148" y="1087"/>
                  </a:cubicBezTo>
                  <a:cubicBezTo>
                    <a:pt x="2148" y="469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7" name="Google Shape;4947;p55"/>
            <p:cNvSpPr/>
            <p:nvPr/>
          </p:nvSpPr>
          <p:spPr>
            <a:xfrm>
              <a:off x="5649652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1" y="469"/>
                    <a:pt x="1" y="1087"/>
                  </a:cubicBezTo>
                  <a:cubicBezTo>
                    <a:pt x="1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8" name="Google Shape;4948;p55"/>
            <p:cNvSpPr/>
            <p:nvPr/>
          </p:nvSpPr>
          <p:spPr>
            <a:xfrm>
              <a:off x="5765465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70" y="0"/>
                    <a:pt x="0" y="469"/>
                    <a:pt x="0" y="1087"/>
                  </a:cubicBezTo>
                  <a:cubicBezTo>
                    <a:pt x="0" y="1679"/>
                    <a:pt x="470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9" name="Google Shape;4949;p55"/>
            <p:cNvSpPr/>
            <p:nvPr/>
          </p:nvSpPr>
          <p:spPr>
            <a:xfrm>
              <a:off x="5071203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2" y="2149"/>
                  </a:cubicBezTo>
                  <a:cubicBezTo>
                    <a:pt x="1655" y="2149"/>
                    <a:pt x="2149" y="1680"/>
                    <a:pt x="2149" y="1087"/>
                  </a:cubicBezTo>
                  <a:cubicBezTo>
                    <a:pt x="2149" y="495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0" name="Google Shape;4950;p55"/>
            <p:cNvSpPr/>
            <p:nvPr/>
          </p:nvSpPr>
          <p:spPr>
            <a:xfrm>
              <a:off x="5302521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94" y="2149"/>
                    <a:pt x="1087" y="2149"/>
                  </a:cubicBezTo>
                  <a:cubicBezTo>
                    <a:pt x="1679" y="2149"/>
                    <a:pt x="2149" y="1680"/>
                    <a:pt x="2149" y="1087"/>
                  </a:cubicBezTo>
                  <a:cubicBezTo>
                    <a:pt x="2149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1" name="Google Shape;4951;p55"/>
            <p:cNvSpPr/>
            <p:nvPr/>
          </p:nvSpPr>
          <p:spPr>
            <a:xfrm>
              <a:off x="5534146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5" y="2149"/>
                    <a:pt x="2148" y="1680"/>
                    <a:pt x="2148" y="1087"/>
                  </a:cubicBezTo>
                  <a:cubicBezTo>
                    <a:pt x="2148" y="495"/>
                    <a:pt x="1655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2" name="Google Shape;4952;p55"/>
            <p:cNvSpPr/>
            <p:nvPr/>
          </p:nvSpPr>
          <p:spPr>
            <a:xfrm>
              <a:off x="5765465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70" y="1"/>
                    <a:pt x="0" y="495"/>
                    <a:pt x="0" y="1087"/>
                  </a:cubicBezTo>
                  <a:cubicBezTo>
                    <a:pt x="0" y="1680"/>
                    <a:pt x="470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3" name="Google Shape;4953;p55"/>
            <p:cNvSpPr/>
            <p:nvPr/>
          </p:nvSpPr>
          <p:spPr>
            <a:xfrm>
              <a:off x="5071203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2" y="2346"/>
                  </a:cubicBezTo>
                  <a:cubicBezTo>
                    <a:pt x="1655" y="2346"/>
                    <a:pt x="2149" y="1852"/>
                    <a:pt x="2149" y="1259"/>
                  </a:cubicBezTo>
                  <a:cubicBezTo>
                    <a:pt x="2149" y="1235"/>
                    <a:pt x="2124" y="1210"/>
                    <a:pt x="2124" y="1161"/>
                  </a:cubicBezTo>
                  <a:cubicBezTo>
                    <a:pt x="2124" y="1136"/>
                    <a:pt x="2149" y="1111"/>
                    <a:pt x="2149" y="1087"/>
                  </a:cubicBezTo>
                  <a:cubicBezTo>
                    <a:pt x="2149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4" name="Google Shape;4954;p55"/>
            <p:cNvSpPr/>
            <p:nvPr/>
          </p:nvSpPr>
          <p:spPr>
            <a:xfrm>
              <a:off x="518670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5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5" y="2346"/>
                    <a:pt x="1087" y="2346"/>
                  </a:cubicBezTo>
                  <a:cubicBezTo>
                    <a:pt x="1680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80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5" name="Google Shape;4955;p55"/>
            <p:cNvSpPr/>
            <p:nvPr/>
          </p:nvSpPr>
          <p:spPr>
            <a:xfrm>
              <a:off x="5302521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87" y="2346"/>
                  </a:cubicBezTo>
                  <a:cubicBezTo>
                    <a:pt x="1679" y="2346"/>
                    <a:pt x="2149" y="1852"/>
                    <a:pt x="2149" y="1259"/>
                  </a:cubicBezTo>
                  <a:cubicBezTo>
                    <a:pt x="2149" y="1235"/>
                    <a:pt x="2149" y="1210"/>
                    <a:pt x="2149" y="1161"/>
                  </a:cubicBezTo>
                  <a:cubicBezTo>
                    <a:pt x="2149" y="1136"/>
                    <a:pt x="2149" y="1111"/>
                    <a:pt x="2149" y="1087"/>
                  </a:cubicBezTo>
                  <a:cubicBezTo>
                    <a:pt x="2149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6" name="Google Shape;4956;p55"/>
            <p:cNvSpPr/>
            <p:nvPr/>
          </p:nvSpPr>
          <p:spPr>
            <a:xfrm>
              <a:off x="5418334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7" name="Google Shape;4957;p55"/>
            <p:cNvSpPr/>
            <p:nvPr/>
          </p:nvSpPr>
          <p:spPr>
            <a:xfrm>
              <a:off x="5534146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5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5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8" name="Google Shape;4958;p55"/>
            <p:cNvSpPr/>
            <p:nvPr/>
          </p:nvSpPr>
          <p:spPr>
            <a:xfrm>
              <a:off x="5649652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1" y="494"/>
                    <a:pt x="1" y="1087"/>
                  </a:cubicBezTo>
                  <a:cubicBezTo>
                    <a:pt x="1" y="1111"/>
                    <a:pt x="25" y="1136"/>
                    <a:pt x="25" y="1161"/>
                  </a:cubicBezTo>
                  <a:cubicBezTo>
                    <a:pt x="25" y="1210"/>
                    <a:pt x="1" y="1235"/>
                    <a:pt x="1" y="1259"/>
                  </a:cubicBezTo>
                  <a:cubicBezTo>
                    <a:pt x="1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9" name="Google Shape;4959;p55"/>
            <p:cNvSpPr/>
            <p:nvPr/>
          </p:nvSpPr>
          <p:spPr>
            <a:xfrm>
              <a:off x="5765465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70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70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0" name="Google Shape;4960;p55"/>
            <p:cNvSpPr/>
            <p:nvPr/>
          </p:nvSpPr>
          <p:spPr>
            <a:xfrm>
              <a:off x="6691351" y="5124926"/>
              <a:ext cx="26308" cy="28733"/>
            </a:xfrm>
            <a:custGeom>
              <a:avLst/>
              <a:gdLst/>
              <a:ahLst/>
              <a:cxnLst/>
              <a:rect l="l" t="t" r="r" b="b"/>
              <a:pathLst>
                <a:path w="2148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1" name="Google Shape;4961;p55"/>
            <p:cNvSpPr/>
            <p:nvPr/>
          </p:nvSpPr>
          <p:spPr>
            <a:xfrm>
              <a:off x="657553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6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2" name="Google Shape;4962;p55"/>
            <p:cNvSpPr/>
            <p:nvPr/>
          </p:nvSpPr>
          <p:spPr>
            <a:xfrm>
              <a:off x="6460020" y="5124926"/>
              <a:ext cx="26026" cy="28733"/>
            </a:xfrm>
            <a:custGeom>
              <a:avLst/>
              <a:gdLst/>
              <a:ahLst/>
              <a:cxnLst/>
              <a:rect l="l" t="t" r="r" b="b"/>
              <a:pathLst>
                <a:path w="2125" h="2346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111"/>
                    <a:pt x="1" y="1136"/>
                    <a:pt x="1" y="1161"/>
                  </a:cubicBezTo>
                  <a:cubicBezTo>
                    <a:pt x="1" y="1210"/>
                    <a:pt x="1" y="1235"/>
                    <a:pt x="1" y="1259"/>
                  </a:cubicBezTo>
                  <a:cubicBezTo>
                    <a:pt x="1" y="1852"/>
                    <a:pt x="470" y="2346"/>
                    <a:pt x="1063" y="2346"/>
                  </a:cubicBezTo>
                  <a:cubicBezTo>
                    <a:pt x="1655" y="2346"/>
                    <a:pt x="2124" y="1852"/>
                    <a:pt x="2124" y="1259"/>
                  </a:cubicBezTo>
                  <a:cubicBezTo>
                    <a:pt x="2124" y="1235"/>
                    <a:pt x="2124" y="1210"/>
                    <a:pt x="2124" y="1161"/>
                  </a:cubicBezTo>
                  <a:cubicBezTo>
                    <a:pt x="2124" y="1136"/>
                    <a:pt x="2124" y="1111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3" name="Google Shape;4963;p55"/>
            <p:cNvSpPr/>
            <p:nvPr/>
          </p:nvSpPr>
          <p:spPr>
            <a:xfrm>
              <a:off x="6344220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3" y="1210"/>
                    <a:pt x="2123" y="1161"/>
                  </a:cubicBezTo>
                  <a:cubicBezTo>
                    <a:pt x="2123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4" name="Google Shape;4964;p55"/>
            <p:cNvSpPr/>
            <p:nvPr/>
          </p:nvSpPr>
          <p:spPr>
            <a:xfrm>
              <a:off x="6228408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5" name="Google Shape;4965;p55"/>
            <p:cNvSpPr/>
            <p:nvPr/>
          </p:nvSpPr>
          <p:spPr>
            <a:xfrm>
              <a:off x="6112595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111"/>
                    <a:pt x="25" y="1136"/>
                    <a:pt x="25" y="1161"/>
                  </a:cubicBezTo>
                  <a:cubicBezTo>
                    <a:pt x="25" y="1210"/>
                    <a:pt x="0" y="1235"/>
                    <a:pt x="0" y="1259"/>
                  </a:cubicBezTo>
                  <a:cubicBezTo>
                    <a:pt x="0" y="1852"/>
                    <a:pt x="494" y="2346"/>
                    <a:pt x="1087" y="2346"/>
                  </a:cubicBezTo>
                  <a:cubicBezTo>
                    <a:pt x="1679" y="2346"/>
                    <a:pt x="2148" y="1852"/>
                    <a:pt x="2148" y="1259"/>
                  </a:cubicBezTo>
                  <a:cubicBezTo>
                    <a:pt x="2148" y="1235"/>
                    <a:pt x="2148" y="1210"/>
                    <a:pt x="2148" y="1161"/>
                  </a:cubicBezTo>
                  <a:cubicBezTo>
                    <a:pt x="2148" y="1136"/>
                    <a:pt x="2148" y="1111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6" name="Google Shape;4966;p55"/>
            <p:cNvSpPr/>
            <p:nvPr/>
          </p:nvSpPr>
          <p:spPr>
            <a:xfrm>
              <a:off x="5997089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23" y="1852"/>
                    <a:pt x="2123" y="1259"/>
                  </a:cubicBezTo>
                  <a:cubicBezTo>
                    <a:pt x="2123" y="1235"/>
                    <a:pt x="2123" y="1210"/>
                    <a:pt x="2123" y="1161"/>
                  </a:cubicBezTo>
                  <a:cubicBezTo>
                    <a:pt x="2123" y="1136"/>
                    <a:pt x="2123" y="1111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7" name="Google Shape;4967;p55"/>
            <p:cNvSpPr/>
            <p:nvPr/>
          </p:nvSpPr>
          <p:spPr>
            <a:xfrm>
              <a:off x="5881277" y="5124926"/>
              <a:ext cx="26320" cy="28733"/>
            </a:xfrm>
            <a:custGeom>
              <a:avLst/>
              <a:gdLst/>
              <a:ahLst/>
              <a:cxnLst/>
              <a:rect l="l" t="t" r="r" b="b"/>
              <a:pathLst>
                <a:path w="2149" h="2346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111"/>
                    <a:pt x="0" y="1136"/>
                    <a:pt x="0" y="1161"/>
                  </a:cubicBezTo>
                  <a:cubicBezTo>
                    <a:pt x="0" y="1210"/>
                    <a:pt x="0" y="1235"/>
                    <a:pt x="0" y="1259"/>
                  </a:cubicBezTo>
                  <a:cubicBezTo>
                    <a:pt x="0" y="1852"/>
                    <a:pt x="469" y="2346"/>
                    <a:pt x="1062" y="2346"/>
                  </a:cubicBezTo>
                  <a:cubicBezTo>
                    <a:pt x="1654" y="2346"/>
                    <a:pt x="2148" y="1852"/>
                    <a:pt x="2148" y="1259"/>
                  </a:cubicBezTo>
                  <a:cubicBezTo>
                    <a:pt x="2148" y="1235"/>
                    <a:pt x="2124" y="1210"/>
                    <a:pt x="2124" y="1161"/>
                  </a:cubicBezTo>
                  <a:cubicBezTo>
                    <a:pt x="2124" y="1136"/>
                    <a:pt x="2148" y="1111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8" name="Google Shape;4968;p55"/>
            <p:cNvSpPr/>
            <p:nvPr/>
          </p:nvSpPr>
          <p:spPr>
            <a:xfrm>
              <a:off x="6691351" y="50039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9" name="Google Shape;4969;p55"/>
            <p:cNvSpPr/>
            <p:nvPr/>
          </p:nvSpPr>
          <p:spPr>
            <a:xfrm>
              <a:off x="6460020" y="50039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95"/>
                    <a:pt x="1" y="1087"/>
                  </a:cubicBezTo>
                  <a:cubicBezTo>
                    <a:pt x="1" y="1680"/>
                    <a:pt x="470" y="2149"/>
                    <a:pt x="1063" y="2149"/>
                  </a:cubicBezTo>
                  <a:cubicBezTo>
                    <a:pt x="1655" y="2149"/>
                    <a:pt x="2124" y="1680"/>
                    <a:pt x="2124" y="1087"/>
                  </a:cubicBezTo>
                  <a:cubicBezTo>
                    <a:pt x="2124" y="495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0" name="Google Shape;4970;p55"/>
            <p:cNvSpPr/>
            <p:nvPr/>
          </p:nvSpPr>
          <p:spPr>
            <a:xfrm>
              <a:off x="6228408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87" y="2149"/>
                  </a:cubicBezTo>
                  <a:cubicBezTo>
                    <a:pt x="1679" y="2149"/>
                    <a:pt x="2148" y="1680"/>
                    <a:pt x="2148" y="1087"/>
                  </a:cubicBezTo>
                  <a:cubicBezTo>
                    <a:pt x="2148" y="495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1" name="Google Shape;4971;p55"/>
            <p:cNvSpPr/>
            <p:nvPr/>
          </p:nvSpPr>
          <p:spPr>
            <a:xfrm>
              <a:off x="5997089" y="50039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1"/>
                  </a:moveTo>
                  <a:cubicBezTo>
                    <a:pt x="469" y="1"/>
                    <a:pt x="0" y="495"/>
                    <a:pt x="0" y="1087"/>
                  </a:cubicBezTo>
                  <a:cubicBezTo>
                    <a:pt x="0" y="1680"/>
                    <a:pt x="469" y="2149"/>
                    <a:pt x="1062" y="2149"/>
                  </a:cubicBezTo>
                  <a:cubicBezTo>
                    <a:pt x="1654" y="2149"/>
                    <a:pt x="2148" y="1680"/>
                    <a:pt x="2148" y="1087"/>
                  </a:cubicBezTo>
                  <a:cubicBezTo>
                    <a:pt x="2148" y="495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2" name="Google Shape;4972;p55"/>
            <p:cNvSpPr/>
            <p:nvPr/>
          </p:nvSpPr>
          <p:spPr>
            <a:xfrm>
              <a:off x="6691351" y="4883025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3" name="Google Shape;4973;p55"/>
            <p:cNvSpPr/>
            <p:nvPr/>
          </p:nvSpPr>
          <p:spPr>
            <a:xfrm>
              <a:off x="657553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4" name="Google Shape;4974;p55"/>
            <p:cNvSpPr/>
            <p:nvPr/>
          </p:nvSpPr>
          <p:spPr>
            <a:xfrm>
              <a:off x="6460020" y="488302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5" name="Google Shape;4975;p55"/>
            <p:cNvSpPr/>
            <p:nvPr/>
          </p:nvSpPr>
          <p:spPr>
            <a:xfrm>
              <a:off x="6344220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6" name="Google Shape;4976;p55"/>
            <p:cNvSpPr/>
            <p:nvPr/>
          </p:nvSpPr>
          <p:spPr>
            <a:xfrm>
              <a:off x="6228408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7" name="Google Shape;4977;p55"/>
            <p:cNvSpPr/>
            <p:nvPr/>
          </p:nvSpPr>
          <p:spPr>
            <a:xfrm>
              <a:off x="6112595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8" name="Google Shape;4978;p55"/>
            <p:cNvSpPr/>
            <p:nvPr/>
          </p:nvSpPr>
          <p:spPr>
            <a:xfrm>
              <a:off x="5997089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9" name="Google Shape;4979;p55"/>
            <p:cNvSpPr/>
            <p:nvPr/>
          </p:nvSpPr>
          <p:spPr>
            <a:xfrm>
              <a:off x="5881277" y="48830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0" name="Google Shape;4980;p55"/>
            <p:cNvSpPr/>
            <p:nvPr/>
          </p:nvSpPr>
          <p:spPr>
            <a:xfrm>
              <a:off x="6691351" y="47620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79" y="2149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1" name="Google Shape;4981;p55"/>
            <p:cNvSpPr/>
            <p:nvPr/>
          </p:nvSpPr>
          <p:spPr>
            <a:xfrm>
              <a:off x="6460020" y="47620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9"/>
                    <a:pt x="1063" y="2149"/>
                  </a:cubicBezTo>
                  <a:cubicBezTo>
                    <a:pt x="1655" y="2149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2" name="Google Shape;4982;p55"/>
            <p:cNvSpPr/>
            <p:nvPr/>
          </p:nvSpPr>
          <p:spPr>
            <a:xfrm>
              <a:off x="6227195" y="4762143"/>
              <a:ext cx="28733" cy="26173"/>
            </a:xfrm>
            <a:custGeom>
              <a:avLst/>
              <a:gdLst/>
              <a:ahLst/>
              <a:cxnLst/>
              <a:rect l="l" t="t" r="r" b="b"/>
              <a:pathLst>
                <a:path w="2346" h="2137" extrusionOk="0">
                  <a:moveTo>
                    <a:pt x="1173" y="1"/>
                  </a:moveTo>
                  <a:cubicBezTo>
                    <a:pt x="902" y="1"/>
                    <a:pt x="630" y="106"/>
                    <a:pt x="420" y="316"/>
                  </a:cubicBezTo>
                  <a:cubicBezTo>
                    <a:pt x="0" y="735"/>
                    <a:pt x="0" y="1402"/>
                    <a:pt x="420" y="1822"/>
                  </a:cubicBezTo>
                  <a:cubicBezTo>
                    <a:pt x="630" y="2031"/>
                    <a:pt x="902" y="2136"/>
                    <a:pt x="1173" y="2136"/>
                  </a:cubicBezTo>
                  <a:cubicBezTo>
                    <a:pt x="1445" y="2136"/>
                    <a:pt x="1716" y="2031"/>
                    <a:pt x="1926" y="1822"/>
                  </a:cubicBezTo>
                  <a:cubicBezTo>
                    <a:pt x="2346" y="1402"/>
                    <a:pt x="2346" y="735"/>
                    <a:pt x="1926" y="316"/>
                  </a:cubicBezTo>
                  <a:cubicBezTo>
                    <a:pt x="1716" y="106"/>
                    <a:pt x="1445" y="1"/>
                    <a:pt x="117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3" name="Google Shape;4983;p55"/>
            <p:cNvSpPr/>
            <p:nvPr/>
          </p:nvSpPr>
          <p:spPr>
            <a:xfrm>
              <a:off x="5997089" y="4762069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9"/>
                    <a:pt x="1062" y="2149"/>
                  </a:cubicBezTo>
                  <a:cubicBezTo>
                    <a:pt x="1654" y="2149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4" name="Google Shape;4984;p55"/>
            <p:cNvSpPr/>
            <p:nvPr/>
          </p:nvSpPr>
          <p:spPr>
            <a:xfrm>
              <a:off x="6691351" y="4641125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5" name="Google Shape;4985;p55"/>
            <p:cNvSpPr/>
            <p:nvPr/>
          </p:nvSpPr>
          <p:spPr>
            <a:xfrm>
              <a:off x="657553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6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6" name="Google Shape;4986;p55"/>
            <p:cNvSpPr/>
            <p:nvPr/>
          </p:nvSpPr>
          <p:spPr>
            <a:xfrm>
              <a:off x="6460020" y="4641125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69"/>
                    <a:pt x="1" y="1062"/>
                  </a:cubicBezTo>
                  <a:cubicBezTo>
                    <a:pt x="1" y="1654"/>
                    <a:pt x="470" y="2148"/>
                    <a:pt x="1063" y="2148"/>
                  </a:cubicBezTo>
                  <a:cubicBezTo>
                    <a:pt x="1655" y="2148"/>
                    <a:pt x="2124" y="1654"/>
                    <a:pt x="2124" y="1062"/>
                  </a:cubicBezTo>
                  <a:cubicBezTo>
                    <a:pt x="2124" y="469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7" name="Google Shape;4987;p55"/>
            <p:cNvSpPr/>
            <p:nvPr/>
          </p:nvSpPr>
          <p:spPr>
            <a:xfrm>
              <a:off x="6344220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8" name="Google Shape;4988;p55"/>
            <p:cNvSpPr/>
            <p:nvPr/>
          </p:nvSpPr>
          <p:spPr>
            <a:xfrm>
              <a:off x="6228408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9" name="Google Shape;4989;p55"/>
            <p:cNvSpPr/>
            <p:nvPr/>
          </p:nvSpPr>
          <p:spPr>
            <a:xfrm>
              <a:off x="6112595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69"/>
                    <a:pt x="0" y="1062"/>
                  </a:cubicBezTo>
                  <a:cubicBezTo>
                    <a:pt x="0" y="1654"/>
                    <a:pt x="494" y="2148"/>
                    <a:pt x="1087" y="2148"/>
                  </a:cubicBezTo>
                  <a:cubicBezTo>
                    <a:pt x="1679" y="2148"/>
                    <a:pt x="2148" y="1654"/>
                    <a:pt x="2148" y="1062"/>
                  </a:cubicBezTo>
                  <a:cubicBezTo>
                    <a:pt x="2148" y="469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0" name="Google Shape;4990;p55"/>
            <p:cNvSpPr/>
            <p:nvPr/>
          </p:nvSpPr>
          <p:spPr>
            <a:xfrm>
              <a:off x="5997089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1" name="Google Shape;4991;p55"/>
            <p:cNvSpPr/>
            <p:nvPr/>
          </p:nvSpPr>
          <p:spPr>
            <a:xfrm>
              <a:off x="5881277" y="4641125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69"/>
                    <a:pt x="0" y="1062"/>
                  </a:cubicBezTo>
                  <a:cubicBezTo>
                    <a:pt x="0" y="1654"/>
                    <a:pt x="469" y="2148"/>
                    <a:pt x="1062" y="2148"/>
                  </a:cubicBezTo>
                  <a:cubicBezTo>
                    <a:pt x="1654" y="2148"/>
                    <a:pt x="2148" y="1654"/>
                    <a:pt x="2148" y="1062"/>
                  </a:cubicBezTo>
                  <a:cubicBezTo>
                    <a:pt x="2148" y="469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2" name="Google Shape;4992;p55"/>
            <p:cNvSpPr/>
            <p:nvPr/>
          </p:nvSpPr>
          <p:spPr>
            <a:xfrm>
              <a:off x="6691351" y="4520169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3" name="Google Shape;4993;p55"/>
            <p:cNvSpPr/>
            <p:nvPr/>
          </p:nvSpPr>
          <p:spPr>
            <a:xfrm>
              <a:off x="6460020" y="4520169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1"/>
                  </a:moveTo>
                  <a:cubicBezTo>
                    <a:pt x="470" y="1"/>
                    <a:pt x="1" y="470"/>
                    <a:pt x="1" y="1062"/>
                  </a:cubicBezTo>
                  <a:cubicBezTo>
                    <a:pt x="1" y="1655"/>
                    <a:pt x="470" y="2148"/>
                    <a:pt x="1063" y="2148"/>
                  </a:cubicBezTo>
                  <a:cubicBezTo>
                    <a:pt x="1655" y="2148"/>
                    <a:pt x="2124" y="1655"/>
                    <a:pt x="2124" y="1062"/>
                  </a:cubicBezTo>
                  <a:cubicBezTo>
                    <a:pt x="2124" y="470"/>
                    <a:pt x="1655" y="1"/>
                    <a:pt x="1063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4" name="Google Shape;4994;p55"/>
            <p:cNvSpPr/>
            <p:nvPr/>
          </p:nvSpPr>
          <p:spPr>
            <a:xfrm>
              <a:off x="6228408" y="4520169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87" y="2148"/>
                  </a:cubicBezTo>
                  <a:cubicBezTo>
                    <a:pt x="1679" y="2148"/>
                    <a:pt x="2148" y="1655"/>
                    <a:pt x="2148" y="1062"/>
                  </a:cubicBezTo>
                  <a:cubicBezTo>
                    <a:pt x="2148" y="470"/>
                    <a:pt x="1679" y="1"/>
                    <a:pt x="1087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5" name="Google Shape;4995;p55"/>
            <p:cNvSpPr/>
            <p:nvPr/>
          </p:nvSpPr>
          <p:spPr>
            <a:xfrm>
              <a:off x="5997089" y="4520169"/>
              <a:ext cx="26014" cy="26320"/>
            </a:xfrm>
            <a:custGeom>
              <a:avLst/>
              <a:gdLst/>
              <a:ahLst/>
              <a:cxnLst/>
              <a:rect l="l" t="t" r="r" b="b"/>
              <a:pathLst>
                <a:path w="2124" h="2149" extrusionOk="0">
                  <a:moveTo>
                    <a:pt x="1062" y="1"/>
                  </a:moveTo>
                  <a:cubicBezTo>
                    <a:pt x="469" y="1"/>
                    <a:pt x="0" y="470"/>
                    <a:pt x="0" y="1062"/>
                  </a:cubicBezTo>
                  <a:cubicBezTo>
                    <a:pt x="0" y="1655"/>
                    <a:pt x="469" y="2148"/>
                    <a:pt x="1062" y="2148"/>
                  </a:cubicBezTo>
                  <a:cubicBezTo>
                    <a:pt x="1654" y="2148"/>
                    <a:pt x="2123" y="1655"/>
                    <a:pt x="2123" y="1062"/>
                  </a:cubicBezTo>
                  <a:cubicBezTo>
                    <a:pt x="2123" y="470"/>
                    <a:pt x="1654" y="1"/>
                    <a:pt x="1062" y="1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6" name="Google Shape;4996;p55"/>
            <p:cNvSpPr/>
            <p:nvPr/>
          </p:nvSpPr>
          <p:spPr>
            <a:xfrm>
              <a:off x="6691351" y="4398918"/>
              <a:ext cx="26308" cy="26320"/>
            </a:xfrm>
            <a:custGeom>
              <a:avLst/>
              <a:gdLst/>
              <a:ahLst/>
              <a:cxnLst/>
              <a:rect l="l" t="t" r="r" b="b"/>
              <a:pathLst>
                <a:path w="2148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7" name="Google Shape;4997;p55"/>
            <p:cNvSpPr/>
            <p:nvPr/>
          </p:nvSpPr>
          <p:spPr>
            <a:xfrm>
              <a:off x="657553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6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679"/>
                    <a:pt x="494" y="2148"/>
                    <a:pt x="1086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6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8" name="Google Shape;4998;p55"/>
            <p:cNvSpPr/>
            <p:nvPr/>
          </p:nvSpPr>
          <p:spPr>
            <a:xfrm>
              <a:off x="6460020" y="4398918"/>
              <a:ext cx="26026" cy="26320"/>
            </a:xfrm>
            <a:custGeom>
              <a:avLst/>
              <a:gdLst/>
              <a:ahLst/>
              <a:cxnLst/>
              <a:rect l="l" t="t" r="r" b="b"/>
              <a:pathLst>
                <a:path w="2125" h="2149" extrusionOk="0">
                  <a:moveTo>
                    <a:pt x="1063" y="0"/>
                  </a:moveTo>
                  <a:cubicBezTo>
                    <a:pt x="470" y="0"/>
                    <a:pt x="1" y="494"/>
                    <a:pt x="1" y="1087"/>
                  </a:cubicBezTo>
                  <a:cubicBezTo>
                    <a:pt x="1" y="1679"/>
                    <a:pt x="470" y="2148"/>
                    <a:pt x="1063" y="2148"/>
                  </a:cubicBezTo>
                  <a:cubicBezTo>
                    <a:pt x="1655" y="2148"/>
                    <a:pt x="2124" y="1679"/>
                    <a:pt x="2124" y="1087"/>
                  </a:cubicBezTo>
                  <a:cubicBezTo>
                    <a:pt x="2124" y="494"/>
                    <a:pt x="1655" y="0"/>
                    <a:pt x="1063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9" name="Google Shape;4999;p55"/>
            <p:cNvSpPr/>
            <p:nvPr/>
          </p:nvSpPr>
          <p:spPr>
            <a:xfrm>
              <a:off x="6344220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0" name="Google Shape;5000;p55"/>
            <p:cNvSpPr/>
            <p:nvPr/>
          </p:nvSpPr>
          <p:spPr>
            <a:xfrm>
              <a:off x="6228408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1" name="Google Shape;5001;p55"/>
            <p:cNvSpPr/>
            <p:nvPr/>
          </p:nvSpPr>
          <p:spPr>
            <a:xfrm>
              <a:off x="6112595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87" y="0"/>
                  </a:moveTo>
                  <a:cubicBezTo>
                    <a:pt x="494" y="0"/>
                    <a:pt x="0" y="494"/>
                    <a:pt x="0" y="1087"/>
                  </a:cubicBezTo>
                  <a:cubicBezTo>
                    <a:pt x="0" y="1679"/>
                    <a:pt x="494" y="2148"/>
                    <a:pt x="1087" y="2148"/>
                  </a:cubicBezTo>
                  <a:cubicBezTo>
                    <a:pt x="1679" y="2148"/>
                    <a:pt x="2148" y="1679"/>
                    <a:pt x="2148" y="1087"/>
                  </a:cubicBezTo>
                  <a:cubicBezTo>
                    <a:pt x="2148" y="494"/>
                    <a:pt x="1679" y="0"/>
                    <a:pt x="1087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2" name="Google Shape;5002;p55"/>
            <p:cNvSpPr/>
            <p:nvPr/>
          </p:nvSpPr>
          <p:spPr>
            <a:xfrm>
              <a:off x="5997089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23" y="1679"/>
                    <a:pt x="2123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3" name="Google Shape;5003;p55"/>
            <p:cNvSpPr/>
            <p:nvPr/>
          </p:nvSpPr>
          <p:spPr>
            <a:xfrm>
              <a:off x="5881277" y="4398918"/>
              <a:ext cx="26320" cy="26320"/>
            </a:xfrm>
            <a:custGeom>
              <a:avLst/>
              <a:gdLst/>
              <a:ahLst/>
              <a:cxnLst/>
              <a:rect l="l" t="t" r="r" b="b"/>
              <a:pathLst>
                <a:path w="2149" h="2149" extrusionOk="0">
                  <a:moveTo>
                    <a:pt x="1062" y="0"/>
                  </a:moveTo>
                  <a:cubicBezTo>
                    <a:pt x="469" y="0"/>
                    <a:pt x="0" y="494"/>
                    <a:pt x="0" y="1087"/>
                  </a:cubicBezTo>
                  <a:cubicBezTo>
                    <a:pt x="0" y="1679"/>
                    <a:pt x="469" y="2148"/>
                    <a:pt x="1062" y="2148"/>
                  </a:cubicBezTo>
                  <a:cubicBezTo>
                    <a:pt x="1654" y="2148"/>
                    <a:pt x="2148" y="1679"/>
                    <a:pt x="2148" y="1087"/>
                  </a:cubicBezTo>
                  <a:cubicBezTo>
                    <a:pt x="2148" y="494"/>
                    <a:pt x="1654" y="0"/>
                    <a:pt x="1062" y="0"/>
                  </a:cubicBezTo>
                  <a:close/>
                </a:path>
              </a:pathLst>
            </a:custGeom>
            <a:solidFill>
              <a:srgbClr val="B5F1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005" name="Google Shape;5005;p55"/>
          <p:cNvGrpSpPr/>
          <p:nvPr/>
        </p:nvGrpSpPr>
        <p:grpSpPr>
          <a:xfrm>
            <a:off x="4395798" y="932695"/>
            <a:ext cx="853696" cy="754670"/>
            <a:chOff x="3473975" y="801475"/>
            <a:chExt cx="2441225" cy="2158050"/>
          </a:xfrm>
          <a:solidFill>
            <a:srgbClr val="188077"/>
          </a:solidFill>
        </p:grpSpPr>
        <p:sp>
          <p:nvSpPr>
            <p:cNvPr id="5006" name="Google Shape;5006;p55"/>
            <p:cNvSpPr/>
            <p:nvPr/>
          </p:nvSpPr>
          <p:spPr>
            <a:xfrm>
              <a:off x="3473975" y="801475"/>
              <a:ext cx="2441225" cy="2158050"/>
            </a:xfrm>
            <a:custGeom>
              <a:avLst/>
              <a:gdLst/>
              <a:ahLst/>
              <a:cxnLst/>
              <a:rect l="l" t="t" r="r" b="b"/>
              <a:pathLst>
                <a:path w="97649" h="86322" extrusionOk="0">
                  <a:moveTo>
                    <a:pt x="71920" y="1686"/>
                  </a:moveTo>
                  <a:cubicBezTo>
                    <a:pt x="88333" y="1686"/>
                    <a:pt x="95962" y="18187"/>
                    <a:pt x="95962" y="29366"/>
                  </a:cubicBezTo>
                  <a:cubicBezTo>
                    <a:pt x="95962" y="48321"/>
                    <a:pt x="76445" y="64172"/>
                    <a:pt x="48824" y="84459"/>
                  </a:cubicBezTo>
                  <a:cubicBezTo>
                    <a:pt x="21174" y="64172"/>
                    <a:pt x="1656" y="48321"/>
                    <a:pt x="1656" y="29366"/>
                  </a:cubicBezTo>
                  <a:cubicBezTo>
                    <a:pt x="1656" y="18187"/>
                    <a:pt x="9316" y="1686"/>
                    <a:pt x="25699" y="1686"/>
                  </a:cubicBezTo>
                  <a:cubicBezTo>
                    <a:pt x="41372" y="1686"/>
                    <a:pt x="47996" y="14461"/>
                    <a:pt x="48055" y="14579"/>
                  </a:cubicBezTo>
                  <a:cubicBezTo>
                    <a:pt x="48203" y="14875"/>
                    <a:pt x="48499" y="15053"/>
                    <a:pt x="48824" y="15053"/>
                  </a:cubicBezTo>
                  <a:cubicBezTo>
                    <a:pt x="49120" y="15053"/>
                    <a:pt x="49416" y="14875"/>
                    <a:pt x="49564" y="14579"/>
                  </a:cubicBezTo>
                  <a:cubicBezTo>
                    <a:pt x="49623" y="14461"/>
                    <a:pt x="56217" y="1686"/>
                    <a:pt x="71920" y="1686"/>
                  </a:cubicBezTo>
                  <a:close/>
                  <a:moveTo>
                    <a:pt x="25699" y="0"/>
                  </a:moveTo>
                  <a:cubicBezTo>
                    <a:pt x="9818" y="0"/>
                    <a:pt x="0" y="15230"/>
                    <a:pt x="0" y="29366"/>
                  </a:cubicBezTo>
                  <a:cubicBezTo>
                    <a:pt x="0" y="49209"/>
                    <a:pt x="20021" y="65414"/>
                    <a:pt x="48321" y="86174"/>
                  </a:cubicBezTo>
                  <a:cubicBezTo>
                    <a:pt x="48469" y="86263"/>
                    <a:pt x="48647" y="86322"/>
                    <a:pt x="48824" y="86322"/>
                  </a:cubicBezTo>
                  <a:cubicBezTo>
                    <a:pt x="48972" y="86322"/>
                    <a:pt x="49150" y="86263"/>
                    <a:pt x="49297" y="86174"/>
                  </a:cubicBezTo>
                  <a:cubicBezTo>
                    <a:pt x="77598" y="65414"/>
                    <a:pt x="97648" y="49209"/>
                    <a:pt x="97648" y="29366"/>
                  </a:cubicBezTo>
                  <a:cubicBezTo>
                    <a:pt x="97648" y="15230"/>
                    <a:pt x="87800" y="0"/>
                    <a:pt x="71920" y="0"/>
                  </a:cubicBezTo>
                  <a:cubicBezTo>
                    <a:pt x="58228" y="0"/>
                    <a:pt x="51013" y="9168"/>
                    <a:pt x="48824" y="12598"/>
                  </a:cubicBezTo>
                  <a:cubicBezTo>
                    <a:pt x="46606" y="9168"/>
                    <a:pt x="39391" y="0"/>
                    <a:pt x="256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7" name="Google Shape;5007;p55"/>
            <p:cNvSpPr/>
            <p:nvPr/>
          </p:nvSpPr>
          <p:spPr>
            <a:xfrm>
              <a:off x="4257650" y="1443925"/>
              <a:ext cx="873125" cy="873150"/>
            </a:xfrm>
            <a:custGeom>
              <a:avLst/>
              <a:gdLst/>
              <a:ahLst/>
              <a:cxnLst/>
              <a:rect l="l" t="t" r="r" b="b"/>
              <a:pathLst>
                <a:path w="34925" h="34926" extrusionOk="0">
                  <a:moveTo>
                    <a:pt x="21883" y="1686"/>
                  </a:moveTo>
                  <a:lnTo>
                    <a:pt x="21883" y="12214"/>
                  </a:lnTo>
                  <a:cubicBezTo>
                    <a:pt x="21883" y="12687"/>
                    <a:pt x="22238" y="13072"/>
                    <a:pt x="22712" y="13072"/>
                  </a:cubicBezTo>
                  <a:lnTo>
                    <a:pt x="33239" y="13072"/>
                  </a:lnTo>
                  <a:lnTo>
                    <a:pt x="33239" y="21884"/>
                  </a:lnTo>
                  <a:lnTo>
                    <a:pt x="22712" y="21884"/>
                  </a:lnTo>
                  <a:cubicBezTo>
                    <a:pt x="22238" y="21884"/>
                    <a:pt x="21883" y="22269"/>
                    <a:pt x="21883" y="22712"/>
                  </a:cubicBezTo>
                  <a:lnTo>
                    <a:pt x="21883" y="33240"/>
                  </a:lnTo>
                  <a:lnTo>
                    <a:pt x="13041" y="33240"/>
                  </a:lnTo>
                  <a:lnTo>
                    <a:pt x="13041" y="22712"/>
                  </a:lnTo>
                  <a:cubicBezTo>
                    <a:pt x="13041" y="22269"/>
                    <a:pt x="12687" y="21884"/>
                    <a:pt x="12213" y="21884"/>
                  </a:cubicBezTo>
                  <a:lnTo>
                    <a:pt x="1686" y="21884"/>
                  </a:lnTo>
                  <a:lnTo>
                    <a:pt x="1686" y="13072"/>
                  </a:lnTo>
                  <a:lnTo>
                    <a:pt x="12213" y="13072"/>
                  </a:lnTo>
                  <a:cubicBezTo>
                    <a:pt x="12687" y="13072"/>
                    <a:pt x="13041" y="12687"/>
                    <a:pt x="13041" y="12214"/>
                  </a:cubicBezTo>
                  <a:lnTo>
                    <a:pt x="13041" y="1686"/>
                  </a:lnTo>
                  <a:close/>
                  <a:moveTo>
                    <a:pt x="12213" y="1"/>
                  </a:moveTo>
                  <a:cubicBezTo>
                    <a:pt x="11770" y="1"/>
                    <a:pt x="11385" y="385"/>
                    <a:pt x="11385" y="858"/>
                  </a:cubicBezTo>
                  <a:lnTo>
                    <a:pt x="11385" y="11386"/>
                  </a:lnTo>
                  <a:lnTo>
                    <a:pt x="858" y="11386"/>
                  </a:lnTo>
                  <a:cubicBezTo>
                    <a:pt x="384" y="11386"/>
                    <a:pt x="0" y="11770"/>
                    <a:pt x="0" y="12214"/>
                  </a:cubicBezTo>
                  <a:lnTo>
                    <a:pt x="0" y="22712"/>
                  </a:lnTo>
                  <a:cubicBezTo>
                    <a:pt x="0" y="23185"/>
                    <a:pt x="384" y="23540"/>
                    <a:pt x="858" y="23540"/>
                  </a:cubicBezTo>
                  <a:lnTo>
                    <a:pt x="11385" y="23540"/>
                  </a:lnTo>
                  <a:lnTo>
                    <a:pt x="11385" y="34098"/>
                  </a:lnTo>
                  <a:cubicBezTo>
                    <a:pt x="11385" y="34541"/>
                    <a:pt x="11770" y="34926"/>
                    <a:pt x="12213" y="34926"/>
                  </a:cubicBezTo>
                  <a:lnTo>
                    <a:pt x="22712" y="34926"/>
                  </a:lnTo>
                  <a:cubicBezTo>
                    <a:pt x="23185" y="34926"/>
                    <a:pt x="23540" y="34541"/>
                    <a:pt x="23540" y="34098"/>
                  </a:cubicBezTo>
                  <a:lnTo>
                    <a:pt x="23540" y="23540"/>
                  </a:lnTo>
                  <a:lnTo>
                    <a:pt x="34097" y="23540"/>
                  </a:lnTo>
                  <a:cubicBezTo>
                    <a:pt x="34540" y="23540"/>
                    <a:pt x="34925" y="23185"/>
                    <a:pt x="34925" y="22712"/>
                  </a:cubicBezTo>
                  <a:lnTo>
                    <a:pt x="34925" y="12214"/>
                  </a:lnTo>
                  <a:cubicBezTo>
                    <a:pt x="34925" y="11770"/>
                    <a:pt x="34540" y="11386"/>
                    <a:pt x="34097" y="11386"/>
                  </a:cubicBezTo>
                  <a:lnTo>
                    <a:pt x="23540" y="11386"/>
                  </a:lnTo>
                  <a:lnTo>
                    <a:pt x="23540" y="858"/>
                  </a:lnTo>
                  <a:cubicBezTo>
                    <a:pt x="23540" y="385"/>
                    <a:pt x="23185" y="1"/>
                    <a:pt x="227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8" name="Google Shape;5008;p55"/>
            <p:cNvSpPr/>
            <p:nvPr/>
          </p:nvSpPr>
          <p:spPr>
            <a:xfrm>
              <a:off x="3620350" y="1004725"/>
              <a:ext cx="309050" cy="551600"/>
            </a:xfrm>
            <a:custGeom>
              <a:avLst/>
              <a:gdLst/>
              <a:ahLst/>
              <a:cxnLst/>
              <a:rect l="l" t="t" r="r" b="b"/>
              <a:pathLst>
                <a:path w="12362" h="22064" extrusionOk="0">
                  <a:moveTo>
                    <a:pt x="11424" y="0"/>
                  </a:moveTo>
                  <a:cubicBezTo>
                    <a:pt x="11279" y="0"/>
                    <a:pt x="11134" y="40"/>
                    <a:pt x="11002" y="121"/>
                  </a:cubicBezTo>
                  <a:cubicBezTo>
                    <a:pt x="3431" y="4557"/>
                    <a:pt x="1" y="14197"/>
                    <a:pt x="1" y="21236"/>
                  </a:cubicBezTo>
                  <a:cubicBezTo>
                    <a:pt x="1" y="21709"/>
                    <a:pt x="385" y="22064"/>
                    <a:pt x="829" y="22064"/>
                  </a:cubicBezTo>
                  <a:cubicBezTo>
                    <a:pt x="1302" y="22064"/>
                    <a:pt x="1686" y="21709"/>
                    <a:pt x="1686" y="21236"/>
                  </a:cubicBezTo>
                  <a:cubicBezTo>
                    <a:pt x="1686" y="14434"/>
                    <a:pt x="5176" y="5503"/>
                    <a:pt x="11830" y="1570"/>
                  </a:cubicBezTo>
                  <a:cubicBezTo>
                    <a:pt x="12244" y="1333"/>
                    <a:pt x="12362" y="801"/>
                    <a:pt x="12125" y="417"/>
                  </a:cubicBezTo>
                  <a:cubicBezTo>
                    <a:pt x="11970" y="145"/>
                    <a:pt x="11700" y="0"/>
                    <a:pt x="114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9" name="Google Shape;5009;p55"/>
            <p:cNvSpPr/>
            <p:nvPr/>
          </p:nvSpPr>
          <p:spPr>
            <a:xfrm>
              <a:off x="3639575" y="1667175"/>
              <a:ext cx="119800" cy="211500"/>
            </a:xfrm>
            <a:custGeom>
              <a:avLst/>
              <a:gdLst/>
              <a:ahLst/>
              <a:cxnLst/>
              <a:rect l="l" t="t" r="r" b="b"/>
              <a:pathLst>
                <a:path w="4792" h="8460" extrusionOk="0">
                  <a:moveTo>
                    <a:pt x="941" y="1"/>
                  </a:moveTo>
                  <a:cubicBezTo>
                    <a:pt x="865" y="1"/>
                    <a:pt x="787" y="11"/>
                    <a:pt x="710" y="31"/>
                  </a:cubicBezTo>
                  <a:cubicBezTo>
                    <a:pt x="267" y="149"/>
                    <a:pt x="1" y="622"/>
                    <a:pt x="119" y="1066"/>
                  </a:cubicBezTo>
                  <a:cubicBezTo>
                    <a:pt x="769" y="3343"/>
                    <a:pt x="1775" y="5679"/>
                    <a:pt x="3106" y="8045"/>
                  </a:cubicBezTo>
                  <a:cubicBezTo>
                    <a:pt x="3254" y="8311"/>
                    <a:pt x="3549" y="8459"/>
                    <a:pt x="3845" y="8459"/>
                  </a:cubicBezTo>
                  <a:cubicBezTo>
                    <a:pt x="3963" y="8459"/>
                    <a:pt x="4111" y="8430"/>
                    <a:pt x="4259" y="8341"/>
                  </a:cubicBezTo>
                  <a:cubicBezTo>
                    <a:pt x="4643" y="8134"/>
                    <a:pt x="4791" y="7602"/>
                    <a:pt x="4555" y="7217"/>
                  </a:cubicBezTo>
                  <a:cubicBezTo>
                    <a:pt x="3283" y="4970"/>
                    <a:pt x="2337" y="2752"/>
                    <a:pt x="1745" y="593"/>
                  </a:cubicBezTo>
                  <a:cubicBezTo>
                    <a:pt x="1648" y="226"/>
                    <a:pt x="1307" y="1"/>
                    <a:pt x="9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010" name="Google Shape;5010;p55"/>
          <p:cNvGrpSpPr/>
          <p:nvPr/>
        </p:nvGrpSpPr>
        <p:grpSpPr>
          <a:xfrm>
            <a:off x="5758228" y="-606902"/>
            <a:ext cx="1836353" cy="1539607"/>
            <a:chOff x="5758228" y="-606902"/>
            <a:chExt cx="1836353" cy="1539607"/>
          </a:xfrm>
          <a:solidFill>
            <a:srgbClr val="188077"/>
          </a:solidFill>
        </p:grpSpPr>
        <p:sp>
          <p:nvSpPr>
            <p:cNvPr id="5011" name="Google Shape;5011;p55"/>
            <p:cNvSpPr/>
            <p:nvPr/>
          </p:nvSpPr>
          <p:spPr>
            <a:xfrm>
              <a:off x="6216073" y="-606902"/>
              <a:ext cx="1378500" cy="1378500"/>
            </a:xfrm>
            <a:prstGeom prst="donut">
              <a:avLst>
                <a:gd name="adj" fmla="val 29191"/>
              </a:avLst>
            </a:pr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12" name="Google Shape;5012;p55"/>
            <p:cNvSpPr/>
            <p:nvPr/>
          </p:nvSpPr>
          <p:spPr>
            <a:xfrm>
              <a:off x="5758228" y="-155916"/>
              <a:ext cx="691200" cy="691200"/>
            </a:xfrm>
            <a:prstGeom prst="ellipse">
              <a:avLst/>
            </a:prstGeom>
            <a:solidFill>
              <a:srgbClr val="F9FBEE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13" name="Google Shape;5013;p55"/>
            <p:cNvSpPr/>
            <p:nvPr/>
          </p:nvSpPr>
          <p:spPr>
            <a:xfrm>
              <a:off x="7042581" y="380705"/>
              <a:ext cx="552000" cy="552000"/>
            </a:xfrm>
            <a:prstGeom prst="mathPlus">
              <a:avLst>
                <a:gd name="adj1" fmla="val 17232"/>
              </a:avLst>
            </a:prstGeom>
            <a:solidFill>
              <a:srgbClr val="F9FBEE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345" name="Google Shape;5345;p59"/>
          <p:cNvGrpSpPr/>
          <p:nvPr/>
        </p:nvGrpSpPr>
        <p:grpSpPr>
          <a:xfrm>
            <a:off x="941070" y="1668780"/>
            <a:ext cx="444500" cy="387985"/>
            <a:chOff x="1218592" y="2125700"/>
            <a:chExt cx="409999" cy="328971"/>
          </a:xfrm>
          <a:solidFill>
            <a:srgbClr val="F9FBEE"/>
          </a:solidFill>
        </p:grpSpPr>
        <p:sp>
          <p:nvSpPr>
            <p:cNvPr id="5346" name="Google Shape;5346;p59"/>
            <p:cNvSpPr/>
            <p:nvPr/>
          </p:nvSpPr>
          <p:spPr>
            <a:xfrm>
              <a:off x="1363940" y="2219400"/>
              <a:ext cx="264652" cy="235266"/>
            </a:xfrm>
            <a:custGeom>
              <a:avLst/>
              <a:gdLst/>
              <a:ahLst/>
              <a:cxnLst/>
              <a:rect l="l" t="t" r="r" b="b"/>
              <a:pathLst>
                <a:path w="7502" h="6669" extrusionOk="0">
                  <a:moveTo>
                    <a:pt x="5335" y="334"/>
                  </a:moveTo>
                  <a:lnTo>
                    <a:pt x="5335" y="1239"/>
                  </a:lnTo>
                  <a:lnTo>
                    <a:pt x="4811" y="334"/>
                  </a:lnTo>
                  <a:close/>
                  <a:moveTo>
                    <a:pt x="6621" y="357"/>
                  </a:moveTo>
                  <a:cubicBezTo>
                    <a:pt x="6882" y="453"/>
                    <a:pt x="7073" y="691"/>
                    <a:pt x="7073" y="953"/>
                  </a:cubicBezTo>
                  <a:cubicBezTo>
                    <a:pt x="7073" y="1239"/>
                    <a:pt x="6882" y="1477"/>
                    <a:pt x="6621" y="1548"/>
                  </a:cubicBezTo>
                  <a:lnTo>
                    <a:pt x="6621" y="357"/>
                  </a:lnTo>
                  <a:close/>
                  <a:moveTo>
                    <a:pt x="4406" y="334"/>
                  </a:moveTo>
                  <a:lnTo>
                    <a:pt x="5144" y="1596"/>
                  </a:lnTo>
                  <a:lnTo>
                    <a:pt x="4120" y="1596"/>
                  </a:lnTo>
                  <a:lnTo>
                    <a:pt x="3382" y="334"/>
                  </a:lnTo>
                  <a:close/>
                  <a:moveTo>
                    <a:pt x="6287" y="334"/>
                  </a:moveTo>
                  <a:lnTo>
                    <a:pt x="6287" y="1596"/>
                  </a:lnTo>
                  <a:lnTo>
                    <a:pt x="5668" y="1596"/>
                  </a:lnTo>
                  <a:lnTo>
                    <a:pt x="5668" y="334"/>
                  </a:lnTo>
                  <a:close/>
                  <a:moveTo>
                    <a:pt x="2262" y="0"/>
                  </a:moveTo>
                  <a:cubicBezTo>
                    <a:pt x="2167" y="0"/>
                    <a:pt x="2096" y="72"/>
                    <a:pt x="2072" y="143"/>
                  </a:cubicBezTo>
                  <a:cubicBezTo>
                    <a:pt x="2072" y="262"/>
                    <a:pt x="2143" y="334"/>
                    <a:pt x="2239" y="334"/>
                  </a:cubicBezTo>
                  <a:lnTo>
                    <a:pt x="3001" y="334"/>
                  </a:lnTo>
                  <a:lnTo>
                    <a:pt x="3739" y="1596"/>
                  </a:lnTo>
                  <a:lnTo>
                    <a:pt x="2405" y="1596"/>
                  </a:lnTo>
                  <a:cubicBezTo>
                    <a:pt x="2334" y="1596"/>
                    <a:pt x="2239" y="1643"/>
                    <a:pt x="2239" y="1739"/>
                  </a:cubicBezTo>
                  <a:cubicBezTo>
                    <a:pt x="2239" y="1834"/>
                    <a:pt x="2310" y="1905"/>
                    <a:pt x="2405" y="1905"/>
                  </a:cubicBezTo>
                  <a:lnTo>
                    <a:pt x="3620" y="1905"/>
                  </a:lnTo>
                  <a:cubicBezTo>
                    <a:pt x="3906" y="1905"/>
                    <a:pt x="4168" y="2096"/>
                    <a:pt x="4239" y="2382"/>
                  </a:cubicBezTo>
                  <a:cubicBezTo>
                    <a:pt x="4311" y="2787"/>
                    <a:pt x="4001" y="3144"/>
                    <a:pt x="3620" y="3144"/>
                  </a:cubicBezTo>
                  <a:lnTo>
                    <a:pt x="2429" y="3144"/>
                  </a:lnTo>
                  <a:cubicBezTo>
                    <a:pt x="2334" y="3144"/>
                    <a:pt x="2262" y="3215"/>
                    <a:pt x="2239" y="3287"/>
                  </a:cubicBezTo>
                  <a:cubicBezTo>
                    <a:pt x="2239" y="3406"/>
                    <a:pt x="2310" y="3477"/>
                    <a:pt x="2405" y="3477"/>
                  </a:cubicBezTo>
                  <a:lnTo>
                    <a:pt x="3334" y="3477"/>
                  </a:lnTo>
                  <a:cubicBezTo>
                    <a:pt x="3620" y="3477"/>
                    <a:pt x="3882" y="3691"/>
                    <a:pt x="3929" y="3977"/>
                  </a:cubicBezTo>
                  <a:cubicBezTo>
                    <a:pt x="4025" y="4382"/>
                    <a:pt x="3715" y="4739"/>
                    <a:pt x="3334" y="4739"/>
                  </a:cubicBezTo>
                  <a:lnTo>
                    <a:pt x="2429" y="4739"/>
                  </a:lnTo>
                  <a:cubicBezTo>
                    <a:pt x="2334" y="4739"/>
                    <a:pt x="2262" y="4787"/>
                    <a:pt x="2239" y="4882"/>
                  </a:cubicBezTo>
                  <a:cubicBezTo>
                    <a:pt x="2239" y="4977"/>
                    <a:pt x="2310" y="5073"/>
                    <a:pt x="2405" y="5073"/>
                  </a:cubicBezTo>
                  <a:lnTo>
                    <a:pt x="3096" y="5073"/>
                  </a:lnTo>
                  <a:cubicBezTo>
                    <a:pt x="3406" y="5073"/>
                    <a:pt x="3668" y="5263"/>
                    <a:pt x="3715" y="5549"/>
                  </a:cubicBezTo>
                  <a:cubicBezTo>
                    <a:pt x="3810" y="5954"/>
                    <a:pt x="3501" y="6311"/>
                    <a:pt x="3120" y="6311"/>
                  </a:cubicBezTo>
                  <a:lnTo>
                    <a:pt x="191" y="6311"/>
                  </a:lnTo>
                  <a:cubicBezTo>
                    <a:pt x="95" y="6311"/>
                    <a:pt x="24" y="6383"/>
                    <a:pt x="24" y="6454"/>
                  </a:cubicBezTo>
                  <a:cubicBezTo>
                    <a:pt x="0" y="6573"/>
                    <a:pt x="72" y="6668"/>
                    <a:pt x="191" y="6668"/>
                  </a:cubicBezTo>
                  <a:lnTo>
                    <a:pt x="3096" y="6668"/>
                  </a:lnTo>
                  <a:cubicBezTo>
                    <a:pt x="3596" y="6668"/>
                    <a:pt x="4025" y="6263"/>
                    <a:pt x="4072" y="5763"/>
                  </a:cubicBezTo>
                  <a:cubicBezTo>
                    <a:pt x="4096" y="5454"/>
                    <a:pt x="3977" y="5168"/>
                    <a:pt x="3763" y="4977"/>
                  </a:cubicBezTo>
                  <a:cubicBezTo>
                    <a:pt x="4072" y="4835"/>
                    <a:pt x="4287" y="4501"/>
                    <a:pt x="4287" y="4120"/>
                  </a:cubicBezTo>
                  <a:cubicBezTo>
                    <a:pt x="4287" y="3858"/>
                    <a:pt x="4168" y="3596"/>
                    <a:pt x="4001" y="3430"/>
                  </a:cubicBezTo>
                  <a:cubicBezTo>
                    <a:pt x="4334" y="3287"/>
                    <a:pt x="4572" y="2953"/>
                    <a:pt x="4572" y="2548"/>
                  </a:cubicBezTo>
                  <a:cubicBezTo>
                    <a:pt x="4572" y="2310"/>
                    <a:pt x="4501" y="2096"/>
                    <a:pt x="4358" y="1929"/>
                  </a:cubicBezTo>
                  <a:lnTo>
                    <a:pt x="6454" y="1929"/>
                  </a:lnTo>
                  <a:cubicBezTo>
                    <a:pt x="7025" y="1929"/>
                    <a:pt x="7502" y="1405"/>
                    <a:pt x="7406" y="810"/>
                  </a:cubicBezTo>
                  <a:cubicBezTo>
                    <a:pt x="7335" y="357"/>
                    <a:pt x="6882" y="0"/>
                    <a:pt x="64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7" name="Google Shape;5347;p59"/>
            <p:cNvSpPr/>
            <p:nvPr/>
          </p:nvSpPr>
          <p:spPr>
            <a:xfrm>
              <a:off x="1218592" y="2125700"/>
              <a:ext cx="205844" cy="108831"/>
            </a:xfrm>
            <a:custGeom>
              <a:avLst/>
              <a:gdLst/>
              <a:ahLst/>
              <a:cxnLst/>
              <a:rect l="l" t="t" r="r" b="b"/>
              <a:pathLst>
                <a:path w="5835" h="3085" extrusionOk="0">
                  <a:moveTo>
                    <a:pt x="4439" y="1"/>
                  </a:moveTo>
                  <a:cubicBezTo>
                    <a:pt x="4162" y="1"/>
                    <a:pt x="3882" y="108"/>
                    <a:pt x="3668" y="322"/>
                  </a:cubicBezTo>
                  <a:lnTo>
                    <a:pt x="1239" y="2752"/>
                  </a:lnTo>
                  <a:lnTo>
                    <a:pt x="191" y="2752"/>
                  </a:lnTo>
                  <a:cubicBezTo>
                    <a:pt x="119" y="2752"/>
                    <a:pt x="24" y="2823"/>
                    <a:pt x="24" y="2894"/>
                  </a:cubicBezTo>
                  <a:cubicBezTo>
                    <a:pt x="0" y="3013"/>
                    <a:pt x="95" y="3085"/>
                    <a:pt x="191" y="3085"/>
                  </a:cubicBezTo>
                  <a:lnTo>
                    <a:pt x="1310" y="3085"/>
                  </a:lnTo>
                  <a:cubicBezTo>
                    <a:pt x="1310" y="3085"/>
                    <a:pt x="1405" y="3061"/>
                    <a:pt x="1429" y="3037"/>
                  </a:cubicBezTo>
                  <a:lnTo>
                    <a:pt x="3906" y="561"/>
                  </a:lnTo>
                  <a:cubicBezTo>
                    <a:pt x="4049" y="418"/>
                    <a:pt x="4239" y="346"/>
                    <a:pt x="4430" y="346"/>
                  </a:cubicBezTo>
                  <a:cubicBezTo>
                    <a:pt x="4620" y="346"/>
                    <a:pt x="4811" y="418"/>
                    <a:pt x="4954" y="561"/>
                  </a:cubicBezTo>
                  <a:cubicBezTo>
                    <a:pt x="5096" y="703"/>
                    <a:pt x="5168" y="870"/>
                    <a:pt x="5168" y="1085"/>
                  </a:cubicBezTo>
                  <a:cubicBezTo>
                    <a:pt x="5168" y="1275"/>
                    <a:pt x="5096" y="1466"/>
                    <a:pt x="4954" y="1608"/>
                  </a:cubicBezTo>
                  <a:lnTo>
                    <a:pt x="3834" y="2704"/>
                  </a:lnTo>
                  <a:cubicBezTo>
                    <a:pt x="3787" y="2752"/>
                    <a:pt x="3787" y="2823"/>
                    <a:pt x="3811" y="2894"/>
                  </a:cubicBezTo>
                  <a:cubicBezTo>
                    <a:pt x="3834" y="2966"/>
                    <a:pt x="3977" y="2990"/>
                    <a:pt x="3977" y="2990"/>
                  </a:cubicBezTo>
                  <a:lnTo>
                    <a:pt x="5644" y="2990"/>
                  </a:lnTo>
                  <a:cubicBezTo>
                    <a:pt x="5716" y="2990"/>
                    <a:pt x="5811" y="2942"/>
                    <a:pt x="5811" y="2847"/>
                  </a:cubicBezTo>
                  <a:cubicBezTo>
                    <a:pt x="5835" y="2752"/>
                    <a:pt x="5739" y="2656"/>
                    <a:pt x="5644" y="2656"/>
                  </a:cubicBezTo>
                  <a:lnTo>
                    <a:pt x="4382" y="2656"/>
                  </a:lnTo>
                  <a:lnTo>
                    <a:pt x="5192" y="1847"/>
                  </a:lnTo>
                  <a:cubicBezTo>
                    <a:pt x="5406" y="1632"/>
                    <a:pt x="5501" y="1370"/>
                    <a:pt x="5501" y="1085"/>
                  </a:cubicBezTo>
                  <a:cubicBezTo>
                    <a:pt x="5501" y="799"/>
                    <a:pt x="5406" y="513"/>
                    <a:pt x="5192" y="322"/>
                  </a:cubicBezTo>
                  <a:cubicBezTo>
                    <a:pt x="4989" y="108"/>
                    <a:pt x="4715" y="1"/>
                    <a:pt x="44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8" name="Google Shape;5348;p59"/>
            <p:cNvSpPr/>
            <p:nvPr/>
          </p:nvSpPr>
          <p:spPr>
            <a:xfrm>
              <a:off x="1218592" y="2423556"/>
              <a:ext cx="132749" cy="31115"/>
            </a:xfrm>
            <a:custGeom>
              <a:avLst/>
              <a:gdLst/>
              <a:ahLst/>
              <a:cxnLst/>
              <a:rect l="l" t="t" r="r" b="b"/>
              <a:pathLst>
                <a:path w="3763" h="882" extrusionOk="0">
                  <a:moveTo>
                    <a:pt x="191" y="0"/>
                  </a:moveTo>
                  <a:cubicBezTo>
                    <a:pt x="119" y="0"/>
                    <a:pt x="24" y="72"/>
                    <a:pt x="24" y="167"/>
                  </a:cubicBezTo>
                  <a:cubicBezTo>
                    <a:pt x="0" y="262"/>
                    <a:pt x="95" y="357"/>
                    <a:pt x="191" y="357"/>
                  </a:cubicBezTo>
                  <a:lnTo>
                    <a:pt x="1524" y="357"/>
                  </a:lnTo>
                  <a:cubicBezTo>
                    <a:pt x="1858" y="691"/>
                    <a:pt x="2286" y="881"/>
                    <a:pt x="2763" y="881"/>
                  </a:cubicBezTo>
                  <a:lnTo>
                    <a:pt x="3572" y="881"/>
                  </a:lnTo>
                  <a:cubicBezTo>
                    <a:pt x="3668" y="881"/>
                    <a:pt x="3739" y="810"/>
                    <a:pt x="3739" y="715"/>
                  </a:cubicBezTo>
                  <a:cubicBezTo>
                    <a:pt x="3763" y="619"/>
                    <a:pt x="3668" y="524"/>
                    <a:pt x="3572" y="524"/>
                  </a:cubicBezTo>
                  <a:lnTo>
                    <a:pt x="2763" y="524"/>
                  </a:lnTo>
                  <a:cubicBezTo>
                    <a:pt x="2382" y="524"/>
                    <a:pt x="2024" y="381"/>
                    <a:pt x="1786" y="119"/>
                  </a:cubicBezTo>
                  <a:lnTo>
                    <a:pt x="1715" y="48"/>
                  </a:lnTo>
                  <a:cubicBezTo>
                    <a:pt x="1667" y="24"/>
                    <a:pt x="1643" y="0"/>
                    <a:pt x="15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9" name="Google Shape;5349;p59"/>
            <p:cNvSpPr/>
            <p:nvPr/>
          </p:nvSpPr>
          <p:spPr>
            <a:xfrm>
              <a:off x="1533629" y="2330280"/>
              <a:ext cx="94120" cy="120190"/>
            </a:xfrm>
            <a:custGeom>
              <a:avLst/>
              <a:gdLst/>
              <a:ahLst/>
              <a:cxnLst/>
              <a:rect l="l" t="t" r="r" b="b"/>
              <a:pathLst>
                <a:path w="2668" h="3407" extrusionOk="0">
                  <a:moveTo>
                    <a:pt x="1334" y="1"/>
                  </a:moveTo>
                  <a:cubicBezTo>
                    <a:pt x="1215" y="1"/>
                    <a:pt x="1096" y="72"/>
                    <a:pt x="1025" y="167"/>
                  </a:cubicBezTo>
                  <a:cubicBezTo>
                    <a:pt x="167" y="1239"/>
                    <a:pt x="1" y="1787"/>
                    <a:pt x="1" y="2073"/>
                  </a:cubicBezTo>
                  <a:cubicBezTo>
                    <a:pt x="1" y="2263"/>
                    <a:pt x="24" y="2454"/>
                    <a:pt x="120" y="2644"/>
                  </a:cubicBezTo>
                  <a:cubicBezTo>
                    <a:pt x="151" y="2708"/>
                    <a:pt x="204" y="2739"/>
                    <a:pt x="264" y="2739"/>
                  </a:cubicBezTo>
                  <a:cubicBezTo>
                    <a:pt x="294" y="2739"/>
                    <a:pt x="326" y="2731"/>
                    <a:pt x="358" y="2716"/>
                  </a:cubicBezTo>
                  <a:cubicBezTo>
                    <a:pt x="429" y="2692"/>
                    <a:pt x="477" y="2573"/>
                    <a:pt x="429" y="2501"/>
                  </a:cubicBezTo>
                  <a:cubicBezTo>
                    <a:pt x="358" y="2358"/>
                    <a:pt x="334" y="2215"/>
                    <a:pt x="334" y="2073"/>
                  </a:cubicBezTo>
                  <a:cubicBezTo>
                    <a:pt x="334" y="1763"/>
                    <a:pt x="691" y="1120"/>
                    <a:pt x="1287" y="382"/>
                  </a:cubicBezTo>
                  <a:cubicBezTo>
                    <a:pt x="1310" y="358"/>
                    <a:pt x="1334" y="358"/>
                    <a:pt x="1334" y="358"/>
                  </a:cubicBezTo>
                  <a:cubicBezTo>
                    <a:pt x="1334" y="358"/>
                    <a:pt x="1358" y="358"/>
                    <a:pt x="1382" y="382"/>
                  </a:cubicBezTo>
                  <a:cubicBezTo>
                    <a:pt x="1977" y="1120"/>
                    <a:pt x="2334" y="1763"/>
                    <a:pt x="2334" y="2073"/>
                  </a:cubicBezTo>
                  <a:cubicBezTo>
                    <a:pt x="2334" y="2620"/>
                    <a:pt x="1882" y="3073"/>
                    <a:pt x="1334" y="3073"/>
                  </a:cubicBezTo>
                  <a:cubicBezTo>
                    <a:pt x="1168" y="3073"/>
                    <a:pt x="1001" y="3025"/>
                    <a:pt x="858" y="2954"/>
                  </a:cubicBezTo>
                  <a:cubicBezTo>
                    <a:pt x="826" y="2938"/>
                    <a:pt x="794" y="2930"/>
                    <a:pt x="764" y="2930"/>
                  </a:cubicBezTo>
                  <a:cubicBezTo>
                    <a:pt x="704" y="2930"/>
                    <a:pt x="652" y="2962"/>
                    <a:pt x="620" y="3025"/>
                  </a:cubicBezTo>
                  <a:cubicBezTo>
                    <a:pt x="572" y="3097"/>
                    <a:pt x="620" y="3192"/>
                    <a:pt x="691" y="3240"/>
                  </a:cubicBezTo>
                  <a:cubicBezTo>
                    <a:pt x="882" y="3359"/>
                    <a:pt x="1120" y="3406"/>
                    <a:pt x="1334" y="3406"/>
                  </a:cubicBezTo>
                  <a:cubicBezTo>
                    <a:pt x="2072" y="3406"/>
                    <a:pt x="2668" y="2811"/>
                    <a:pt x="2668" y="2073"/>
                  </a:cubicBezTo>
                  <a:cubicBezTo>
                    <a:pt x="2668" y="1787"/>
                    <a:pt x="2501" y="1239"/>
                    <a:pt x="1644" y="167"/>
                  </a:cubicBezTo>
                  <a:cubicBezTo>
                    <a:pt x="1572" y="72"/>
                    <a:pt x="1453" y="1"/>
                    <a:pt x="13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50" name="Google Shape;5350;p59"/>
            <p:cNvSpPr/>
            <p:nvPr/>
          </p:nvSpPr>
          <p:spPr>
            <a:xfrm>
              <a:off x="1560511" y="2377341"/>
              <a:ext cx="39511" cy="40357"/>
            </a:xfrm>
            <a:custGeom>
              <a:avLst/>
              <a:gdLst/>
              <a:ahLst/>
              <a:cxnLst/>
              <a:rect l="l" t="t" r="r" b="b"/>
              <a:pathLst>
                <a:path w="1120" h="1144" extrusionOk="0">
                  <a:moveTo>
                    <a:pt x="637" y="0"/>
                  </a:moveTo>
                  <a:cubicBezTo>
                    <a:pt x="612" y="0"/>
                    <a:pt x="588" y="8"/>
                    <a:pt x="572" y="24"/>
                  </a:cubicBezTo>
                  <a:cubicBezTo>
                    <a:pt x="477" y="24"/>
                    <a:pt x="406" y="96"/>
                    <a:pt x="406" y="191"/>
                  </a:cubicBezTo>
                  <a:lnTo>
                    <a:pt x="406" y="405"/>
                  </a:lnTo>
                  <a:lnTo>
                    <a:pt x="191" y="405"/>
                  </a:lnTo>
                  <a:cubicBezTo>
                    <a:pt x="96" y="405"/>
                    <a:pt x="24" y="477"/>
                    <a:pt x="1" y="572"/>
                  </a:cubicBezTo>
                  <a:cubicBezTo>
                    <a:pt x="1" y="667"/>
                    <a:pt x="72" y="762"/>
                    <a:pt x="191" y="762"/>
                  </a:cubicBezTo>
                  <a:lnTo>
                    <a:pt x="406" y="762"/>
                  </a:lnTo>
                  <a:lnTo>
                    <a:pt x="406" y="953"/>
                  </a:lnTo>
                  <a:cubicBezTo>
                    <a:pt x="406" y="1048"/>
                    <a:pt x="453" y="1120"/>
                    <a:pt x="548" y="1143"/>
                  </a:cubicBezTo>
                  <a:cubicBezTo>
                    <a:pt x="644" y="1143"/>
                    <a:pt x="739" y="1072"/>
                    <a:pt x="739" y="977"/>
                  </a:cubicBezTo>
                  <a:lnTo>
                    <a:pt x="739" y="762"/>
                  </a:lnTo>
                  <a:lnTo>
                    <a:pt x="953" y="762"/>
                  </a:lnTo>
                  <a:cubicBezTo>
                    <a:pt x="1025" y="762"/>
                    <a:pt x="1120" y="691"/>
                    <a:pt x="1120" y="596"/>
                  </a:cubicBezTo>
                  <a:cubicBezTo>
                    <a:pt x="1120" y="500"/>
                    <a:pt x="1049" y="405"/>
                    <a:pt x="953" y="405"/>
                  </a:cubicBezTo>
                  <a:lnTo>
                    <a:pt x="739" y="405"/>
                  </a:lnTo>
                  <a:lnTo>
                    <a:pt x="739" y="96"/>
                  </a:lnTo>
                  <a:cubicBezTo>
                    <a:pt x="739" y="32"/>
                    <a:pt x="686" y="0"/>
                    <a:pt x="6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E3"/>
        </a:solidFill>
        <a:effectLst/>
      </p:bgPr>
    </p:bg>
    <p:spTree>
      <p:nvGrpSpPr>
        <p:cNvPr id="1" name="Shape 5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7" name="Google Shape;5577;p60"/>
          <p:cNvSpPr/>
          <p:nvPr/>
        </p:nvSpPr>
        <p:spPr>
          <a:xfrm>
            <a:off x="8" y="1420540"/>
            <a:ext cx="839700" cy="839700"/>
          </a:xfrm>
          <a:prstGeom prst="ellipse">
            <a:avLst/>
          </a:prstGeom>
          <a:solidFill>
            <a:srgbClr val="1880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78" name="Google Shape;5578;p60"/>
          <p:cNvSpPr/>
          <p:nvPr/>
        </p:nvSpPr>
        <p:spPr>
          <a:xfrm>
            <a:off x="-584835" y="4317365"/>
            <a:ext cx="1424305" cy="1455420"/>
          </a:xfrm>
          <a:custGeom>
            <a:avLst/>
            <a:gdLst/>
            <a:ahLst/>
            <a:cxnLst/>
            <a:rect l="l" t="t" r="r" b="b"/>
            <a:pathLst>
              <a:path w="51923" h="51924" extrusionOk="0">
                <a:moveTo>
                  <a:pt x="25962" y="51923"/>
                </a:moveTo>
                <a:cubicBezTo>
                  <a:pt x="40306" y="51923"/>
                  <a:pt x="51923" y="40290"/>
                  <a:pt x="51923" y="25962"/>
                </a:cubicBezTo>
                <a:cubicBezTo>
                  <a:pt x="51923" y="11617"/>
                  <a:pt x="40306" y="0"/>
                  <a:pt x="25962" y="0"/>
                </a:cubicBezTo>
                <a:cubicBezTo>
                  <a:pt x="11617" y="0"/>
                  <a:pt x="0" y="11617"/>
                  <a:pt x="0" y="25962"/>
                </a:cubicBezTo>
                <a:lnTo>
                  <a:pt x="15400" y="25962"/>
                </a:lnTo>
                <a:cubicBezTo>
                  <a:pt x="15400" y="20120"/>
                  <a:pt x="20120" y="15400"/>
                  <a:pt x="25962" y="15400"/>
                </a:cubicBezTo>
                <a:cubicBezTo>
                  <a:pt x="31787" y="15400"/>
                  <a:pt x="36524" y="20120"/>
                  <a:pt x="36524" y="25962"/>
                </a:cubicBezTo>
                <a:cubicBezTo>
                  <a:pt x="36524" y="31787"/>
                  <a:pt x="31787" y="36524"/>
                  <a:pt x="25962" y="36524"/>
                </a:cubicBezTo>
                <a:lnTo>
                  <a:pt x="25962" y="51923"/>
                </a:lnTo>
                <a:close/>
              </a:path>
            </a:pathLst>
          </a:custGeom>
          <a:solidFill>
            <a:srgbClr val="1880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80" name="Google Shape;5580;p60"/>
          <p:cNvSpPr txBox="1">
            <a:spLocks noGrp="1"/>
          </p:cNvSpPr>
          <p:nvPr>
            <p:ph type="title"/>
          </p:nvPr>
        </p:nvSpPr>
        <p:spPr>
          <a:xfrm>
            <a:off x="825500" y="1975485"/>
            <a:ext cx="7040245" cy="572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en-GB" sz="5400">
                <a:latin typeface="Times New Roman" panose="02020603050405020304" charset="0"/>
                <a:cs typeface="Times New Roman" panose="02020603050405020304" charset="0"/>
              </a:rPr>
              <a:t>THANK YOU !</a:t>
            </a:r>
            <a:endParaRPr lang="en-US" altLang="en-GB" sz="5400" b="0">
              <a:latin typeface="Times New Roman" panose="02020603050405020304" charset="0"/>
              <a:ea typeface="Red Hat Display Medium" panose="02010303040201060303"/>
              <a:cs typeface="Times New Roman" panose="02020603050405020304" charset="0"/>
              <a:sym typeface="Red Hat Display Medium" panose="02010303040201060303"/>
            </a:endParaRPr>
          </a:p>
        </p:txBody>
      </p:sp>
      <p:grpSp>
        <p:nvGrpSpPr>
          <p:cNvPr id="5599" name="Google Shape;5599;p60"/>
          <p:cNvGrpSpPr/>
          <p:nvPr/>
        </p:nvGrpSpPr>
        <p:grpSpPr>
          <a:xfrm>
            <a:off x="1885570" y="-356475"/>
            <a:ext cx="1393075" cy="1729950"/>
            <a:chOff x="7081775" y="2970925"/>
            <a:chExt cx="1393075" cy="1729950"/>
          </a:xfrm>
          <a:solidFill>
            <a:srgbClr val="188077"/>
          </a:solidFill>
        </p:grpSpPr>
        <p:sp>
          <p:nvSpPr>
            <p:cNvPr id="5600" name="Google Shape;5600;p60"/>
            <p:cNvSpPr/>
            <p:nvPr/>
          </p:nvSpPr>
          <p:spPr>
            <a:xfrm>
              <a:off x="7201450" y="2970925"/>
              <a:ext cx="1065000" cy="1065450"/>
            </a:xfrm>
            <a:custGeom>
              <a:avLst/>
              <a:gdLst/>
              <a:ahLst/>
              <a:cxnLst/>
              <a:rect l="l" t="t" r="r" b="b"/>
              <a:pathLst>
                <a:path w="42600" h="42618" extrusionOk="0">
                  <a:moveTo>
                    <a:pt x="21308" y="14547"/>
                  </a:moveTo>
                  <a:cubicBezTo>
                    <a:pt x="25041" y="14547"/>
                    <a:pt x="28071" y="17576"/>
                    <a:pt x="28071" y="21309"/>
                  </a:cubicBezTo>
                  <a:cubicBezTo>
                    <a:pt x="28071" y="25042"/>
                    <a:pt x="25041" y="28071"/>
                    <a:pt x="21308" y="28071"/>
                  </a:cubicBezTo>
                  <a:cubicBezTo>
                    <a:pt x="17559" y="28071"/>
                    <a:pt x="14529" y="25042"/>
                    <a:pt x="14529" y="21309"/>
                  </a:cubicBezTo>
                  <a:cubicBezTo>
                    <a:pt x="14529" y="17576"/>
                    <a:pt x="17559" y="14547"/>
                    <a:pt x="21308" y="14547"/>
                  </a:cubicBezTo>
                  <a:close/>
                  <a:moveTo>
                    <a:pt x="21308" y="1"/>
                  </a:moveTo>
                  <a:cubicBezTo>
                    <a:pt x="9541" y="1"/>
                    <a:pt x="0" y="9542"/>
                    <a:pt x="0" y="21309"/>
                  </a:cubicBezTo>
                  <a:cubicBezTo>
                    <a:pt x="0" y="33076"/>
                    <a:pt x="9541" y="42617"/>
                    <a:pt x="21308" y="42617"/>
                  </a:cubicBezTo>
                  <a:cubicBezTo>
                    <a:pt x="33059" y="42617"/>
                    <a:pt x="42600" y="33076"/>
                    <a:pt x="42600" y="21309"/>
                  </a:cubicBezTo>
                  <a:cubicBezTo>
                    <a:pt x="42600" y="9542"/>
                    <a:pt x="33059" y="1"/>
                    <a:pt x="21308" y="1"/>
                  </a:cubicBezTo>
                  <a:close/>
                </a:path>
              </a:pathLst>
            </a:custGeom>
            <a:solidFill>
              <a:srgbClr val="188077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1" name="Google Shape;5601;p60"/>
            <p:cNvSpPr/>
            <p:nvPr/>
          </p:nvSpPr>
          <p:spPr>
            <a:xfrm>
              <a:off x="7849863" y="3193725"/>
              <a:ext cx="248575" cy="248600"/>
            </a:xfrm>
            <a:custGeom>
              <a:avLst/>
              <a:gdLst/>
              <a:ahLst/>
              <a:cxnLst/>
              <a:rect l="l" t="t" r="r" b="b"/>
              <a:pathLst>
                <a:path w="9943" h="9944" extrusionOk="0">
                  <a:moveTo>
                    <a:pt x="3967" y="1"/>
                  </a:moveTo>
                  <a:lnTo>
                    <a:pt x="3967" y="3968"/>
                  </a:lnTo>
                  <a:lnTo>
                    <a:pt x="0" y="3968"/>
                  </a:lnTo>
                  <a:lnTo>
                    <a:pt x="0" y="5976"/>
                  </a:lnTo>
                  <a:lnTo>
                    <a:pt x="3967" y="5976"/>
                  </a:lnTo>
                  <a:lnTo>
                    <a:pt x="3967" y="9943"/>
                  </a:lnTo>
                  <a:lnTo>
                    <a:pt x="5976" y="9943"/>
                  </a:lnTo>
                  <a:lnTo>
                    <a:pt x="5976" y="5976"/>
                  </a:lnTo>
                  <a:lnTo>
                    <a:pt x="9943" y="5976"/>
                  </a:lnTo>
                  <a:lnTo>
                    <a:pt x="9943" y="3968"/>
                  </a:lnTo>
                  <a:lnTo>
                    <a:pt x="5976" y="3968"/>
                  </a:lnTo>
                  <a:lnTo>
                    <a:pt x="5976" y="1"/>
                  </a:lnTo>
                  <a:close/>
                </a:path>
              </a:pathLst>
            </a:custGeom>
            <a:solidFill>
              <a:srgbClr val="F9FB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2" name="Google Shape;5602;p60"/>
            <p:cNvSpPr/>
            <p:nvPr/>
          </p:nvSpPr>
          <p:spPr>
            <a:xfrm>
              <a:off x="7081775" y="437152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52" y="1"/>
                  </a:moveTo>
                  <a:cubicBezTo>
                    <a:pt x="201" y="1"/>
                    <a:pt x="0" y="202"/>
                    <a:pt x="0" y="453"/>
                  </a:cubicBezTo>
                  <a:cubicBezTo>
                    <a:pt x="0" y="687"/>
                    <a:pt x="201" y="888"/>
                    <a:pt x="452" y="888"/>
                  </a:cubicBezTo>
                  <a:cubicBezTo>
                    <a:pt x="686" y="888"/>
                    <a:pt x="887" y="687"/>
                    <a:pt x="887" y="453"/>
                  </a:cubicBezTo>
                  <a:cubicBezTo>
                    <a:pt x="887" y="202"/>
                    <a:pt x="686" y="1"/>
                    <a:pt x="4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3" name="Google Shape;5603;p60"/>
            <p:cNvSpPr/>
            <p:nvPr/>
          </p:nvSpPr>
          <p:spPr>
            <a:xfrm>
              <a:off x="7277600" y="437152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53" y="1"/>
                  </a:moveTo>
                  <a:cubicBezTo>
                    <a:pt x="202" y="1"/>
                    <a:pt x="1" y="202"/>
                    <a:pt x="1" y="453"/>
                  </a:cubicBezTo>
                  <a:cubicBezTo>
                    <a:pt x="1" y="687"/>
                    <a:pt x="202" y="888"/>
                    <a:pt x="453" y="888"/>
                  </a:cubicBezTo>
                  <a:cubicBezTo>
                    <a:pt x="687" y="888"/>
                    <a:pt x="888" y="687"/>
                    <a:pt x="888" y="453"/>
                  </a:cubicBezTo>
                  <a:cubicBezTo>
                    <a:pt x="888" y="202"/>
                    <a:pt x="687" y="1"/>
                    <a:pt x="4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4" name="Google Shape;5604;p60"/>
            <p:cNvSpPr/>
            <p:nvPr/>
          </p:nvSpPr>
          <p:spPr>
            <a:xfrm>
              <a:off x="7473450" y="437152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5" y="1"/>
                  </a:moveTo>
                  <a:cubicBezTo>
                    <a:pt x="201" y="1"/>
                    <a:pt x="0" y="202"/>
                    <a:pt x="0" y="453"/>
                  </a:cubicBezTo>
                  <a:cubicBezTo>
                    <a:pt x="0" y="687"/>
                    <a:pt x="201" y="888"/>
                    <a:pt x="435" y="888"/>
                  </a:cubicBezTo>
                  <a:cubicBezTo>
                    <a:pt x="687" y="888"/>
                    <a:pt x="887" y="687"/>
                    <a:pt x="887" y="453"/>
                  </a:cubicBezTo>
                  <a:cubicBezTo>
                    <a:pt x="887" y="202"/>
                    <a:pt x="68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5" name="Google Shape;5605;p60"/>
            <p:cNvSpPr/>
            <p:nvPr/>
          </p:nvSpPr>
          <p:spPr>
            <a:xfrm>
              <a:off x="7669275" y="4371525"/>
              <a:ext cx="22225" cy="22200"/>
            </a:xfrm>
            <a:custGeom>
              <a:avLst/>
              <a:gdLst/>
              <a:ahLst/>
              <a:cxnLst/>
              <a:rect l="l" t="t" r="r" b="b"/>
              <a:pathLst>
                <a:path w="889" h="888" extrusionOk="0">
                  <a:moveTo>
                    <a:pt x="436" y="1"/>
                  </a:moveTo>
                  <a:cubicBezTo>
                    <a:pt x="202" y="1"/>
                    <a:pt x="1" y="202"/>
                    <a:pt x="1" y="453"/>
                  </a:cubicBezTo>
                  <a:cubicBezTo>
                    <a:pt x="1" y="687"/>
                    <a:pt x="202" y="888"/>
                    <a:pt x="436" y="888"/>
                  </a:cubicBezTo>
                  <a:cubicBezTo>
                    <a:pt x="687" y="888"/>
                    <a:pt x="888" y="687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6" name="Google Shape;5606;p60"/>
            <p:cNvSpPr/>
            <p:nvPr/>
          </p:nvSpPr>
          <p:spPr>
            <a:xfrm>
              <a:off x="7081775" y="447405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52" y="1"/>
                  </a:moveTo>
                  <a:cubicBezTo>
                    <a:pt x="201" y="1"/>
                    <a:pt x="0" y="202"/>
                    <a:pt x="0" y="436"/>
                  </a:cubicBezTo>
                  <a:cubicBezTo>
                    <a:pt x="0" y="687"/>
                    <a:pt x="201" y="888"/>
                    <a:pt x="452" y="888"/>
                  </a:cubicBezTo>
                  <a:cubicBezTo>
                    <a:pt x="686" y="888"/>
                    <a:pt x="887" y="687"/>
                    <a:pt x="887" y="436"/>
                  </a:cubicBezTo>
                  <a:cubicBezTo>
                    <a:pt x="887" y="202"/>
                    <a:pt x="686" y="1"/>
                    <a:pt x="4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7" name="Google Shape;5607;p60"/>
            <p:cNvSpPr/>
            <p:nvPr/>
          </p:nvSpPr>
          <p:spPr>
            <a:xfrm>
              <a:off x="7179675" y="447405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53" y="1"/>
                  </a:moveTo>
                  <a:cubicBezTo>
                    <a:pt x="202" y="1"/>
                    <a:pt x="1" y="202"/>
                    <a:pt x="1" y="436"/>
                  </a:cubicBezTo>
                  <a:cubicBezTo>
                    <a:pt x="1" y="687"/>
                    <a:pt x="202" y="888"/>
                    <a:pt x="453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8" name="Google Shape;5608;p60"/>
            <p:cNvSpPr/>
            <p:nvPr/>
          </p:nvSpPr>
          <p:spPr>
            <a:xfrm>
              <a:off x="7277600" y="447405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53" y="1"/>
                  </a:moveTo>
                  <a:cubicBezTo>
                    <a:pt x="202" y="1"/>
                    <a:pt x="1" y="202"/>
                    <a:pt x="1" y="436"/>
                  </a:cubicBezTo>
                  <a:cubicBezTo>
                    <a:pt x="1" y="687"/>
                    <a:pt x="202" y="888"/>
                    <a:pt x="453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9" name="Google Shape;5609;p60"/>
            <p:cNvSpPr/>
            <p:nvPr/>
          </p:nvSpPr>
          <p:spPr>
            <a:xfrm>
              <a:off x="7375525" y="447405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52" y="1"/>
                  </a:moveTo>
                  <a:cubicBezTo>
                    <a:pt x="201" y="1"/>
                    <a:pt x="0" y="202"/>
                    <a:pt x="0" y="436"/>
                  </a:cubicBezTo>
                  <a:cubicBezTo>
                    <a:pt x="0" y="687"/>
                    <a:pt x="201" y="888"/>
                    <a:pt x="452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0" name="Google Shape;5610;p60"/>
            <p:cNvSpPr/>
            <p:nvPr/>
          </p:nvSpPr>
          <p:spPr>
            <a:xfrm>
              <a:off x="7473450" y="447405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5" y="1"/>
                  </a:moveTo>
                  <a:cubicBezTo>
                    <a:pt x="201" y="1"/>
                    <a:pt x="0" y="202"/>
                    <a:pt x="0" y="436"/>
                  </a:cubicBezTo>
                  <a:cubicBezTo>
                    <a:pt x="0" y="687"/>
                    <a:pt x="201" y="888"/>
                    <a:pt x="435" y="888"/>
                  </a:cubicBezTo>
                  <a:cubicBezTo>
                    <a:pt x="687" y="888"/>
                    <a:pt x="887" y="687"/>
                    <a:pt x="887" y="436"/>
                  </a:cubicBezTo>
                  <a:cubicBezTo>
                    <a:pt x="887" y="202"/>
                    <a:pt x="68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1" name="Google Shape;5611;p60"/>
            <p:cNvSpPr/>
            <p:nvPr/>
          </p:nvSpPr>
          <p:spPr>
            <a:xfrm>
              <a:off x="7571375" y="447405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5" y="1"/>
                  </a:moveTo>
                  <a:cubicBezTo>
                    <a:pt x="201" y="1"/>
                    <a:pt x="0" y="202"/>
                    <a:pt x="0" y="436"/>
                  </a:cubicBezTo>
                  <a:cubicBezTo>
                    <a:pt x="0" y="687"/>
                    <a:pt x="201" y="888"/>
                    <a:pt x="435" y="888"/>
                  </a:cubicBezTo>
                  <a:cubicBezTo>
                    <a:pt x="686" y="888"/>
                    <a:pt x="887" y="687"/>
                    <a:pt x="887" y="436"/>
                  </a:cubicBezTo>
                  <a:cubicBezTo>
                    <a:pt x="887" y="202"/>
                    <a:pt x="686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2" name="Google Shape;5612;p60"/>
            <p:cNvSpPr/>
            <p:nvPr/>
          </p:nvSpPr>
          <p:spPr>
            <a:xfrm>
              <a:off x="7669275" y="4474050"/>
              <a:ext cx="22225" cy="22200"/>
            </a:xfrm>
            <a:custGeom>
              <a:avLst/>
              <a:gdLst/>
              <a:ahLst/>
              <a:cxnLst/>
              <a:rect l="l" t="t" r="r" b="b"/>
              <a:pathLst>
                <a:path w="889" h="888" extrusionOk="0">
                  <a:moveTo>
                    <a:pt x="436" y="1"/>
                  </a:moveTo>
                  <a:cubicBezTo>
                    <a:pt x="202" y="1"/>
                    <a:pt x="1" y="202"/>
                    <a:pt x="1" y="436"/>
                  </a:cubicBezTo>
                  <a:cubicBezTo>
                    <a:pt x="1" y="687"/>
                    <a:pt x="202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3" name="Google Shape;5613;p60"/>
            <p:cNvSpPr/>
            <p:nvPr/>
          </p:nvSpPr>
          <p:spPr>
            <a:xfrm>
              <a:off x="7081775" y="4576150"/>
              <a:ext cx="22200" cy="22225"/>
            </a:xfrm>
            <a:custGeom>
              <a:avLst/>
              <a:gdLst/>
              <a:ahLst/>
              <a:cxnLst/>
              <a:rect l="l" t="t" r="r" b="b"/>
              <a:pathLst>
                <a:path w="888" h="889" extrusionOk="0">
                  <a:moveTo>
                    <a:pt x="452" y="1"/>
                  </a:moveTo>
                  <a:cubicBezTo>
                    <a:pt x="201" y="1"/>
                    <a:pt x="0" y="202"/>
                    <a:pt x="0" y="453"/>
                  </a:cubicBezTo>
                  <a:cubicBezTo>
                    <a:pt x="0" y="704"/>
                    <a:pt x="201" y="888"/>
                    <a:pt x="452" y="888"/>
                  </a:cubicBezTo>
                  <a:cubicBezTo>
                    <a:pt x="686" y="888"/>
                    <a:pt x="887" y="704"/>
                    <a:pt x="887" y="453"/>
                  </a:cubicBezTo>
                  <a:cubicBezTo>
                    <a:pt x="887" y="202"/>
                    <a:pt x="686" y="1"/>
                    <a:pt x="4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4" name="Google Shape;5614;p60"/>
            <p:cNvSpPr/>
            <p:nvPr/>
          </p:nvSpPr>
          <p:spPr>
            <a:xfrm>
              <a:off x="7277600" y="4576150"/>
              <a:ext cx="22200" cy="22225"/>
            </a:xfrm>
            <a:custGeom>
              <a:avLst/>
              <a:gdLst/>
              <a:ahLst/>
              <a:cxnLst/>
              <a:rect l="l" t="t" r="r" b="b"/>
              <a:pathLst>
                <a:path w="888" h="889" extrusionOk="0">
                  <a:moveTo>
                    <a:pt x="453" y="1"/>
                  </a:moveTo>
                  <a:cubicBezTo>
                    <a:pt x="202" y="1"/>
                    <a:pt x="1" y="202"/>
                    <a:pt x="1" y="453"/>
                  </a:cubicBezTo>
                  <a:cubicBezTo>
                    <a:pt x="1" y="704"/>
                    <a:pt x="202" y="888"/>
                    <a:pt x="453" y="888"/>
                  </a:cubicBezTo>
                  <a:cubicBezTo>
                    <a:pt x="687" y="888"/>
                    <a:pt x="888" y="704"/>
                    <a:pt x="888" y="453"/>
                  </a:cubicBezTo>
                  <a:cubicBezTo>
                    <a:pt x="888" y="202"/>
                    <a:pt x="687" y="1"/>
                    <a:pt x="4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5" name="Google Shape;5615;p60"/>
            <p:cNvSpPr/>
            <p:nvPr/>
          </p:nvSpPr>
          <p:spPr>
            <a:xfrm>
              <a:off x="7473450" y="4576150"/>
              <a:ext cx="22200" cy="22225"/>
            </a:xfrm>
            <a:custGeom>
              <a:avLst/>
              <a:gdLst/>
              <a:ahLst/>
              <a:cxnLst/>
              <a:rect l="l" t="t" r="r" b="b"/>
              <a:pathLst>
                <a:path w="888" h="889" extrusionOk="0">
                  <a:moveTo>
                    <a:pt x="435" y="1"/>
                  </a:moveTo>
                  <a:cubicBezTo>
                    <a:pt x="201" y="1"/>
                    <a:pt x="0" y="202"/>
                    <a:pt x="0" y="453"/>
                  </a:cubicBezTo>
                  <a:cubicBezTo>
                    <a:pt x="0" y="704"/>
                    <a:pt x="201" y="888"/>
                    <a:pt x="435" y="888"/>
                  </a:cubicBezTo>
                  <a:cubicBezTo>
                    <a:pt x="687" y="888"/>
                    <a:pt x="887" y="704"/>
                    <a:pt x="887" y="453"/>
                  </a:cubicBezTo>
                  <a:cubicBezTo>
                    <a:pt x="887" y="202"/>
                    <a:pt x="68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6" name="Google Shape;5616;p60"/>
            <p:cNvSpPr/>
            <p:nvPr/>
          </p:nvSpPr>
          <p:spPr>
            <a:xfrm>
              <a:off x="7669275" y="4576150"/>
              <a:ext cx="22225" cy="22225"/>
            </a:xfrm>
            <a:custGeom>
              <a:avLst/>
              <a:gdLst/>
              <a:ahLst/>
              <a:cxnLst/>
              <a:rect l="l" t="t" r="r" b="b"/>
              <a:pathLst>
                <a:path w="889" h="889" extrusionOk="0">
                  <a:moveTo>
                    <a:pt x="436" y="1"/>
                  </a:moveTo>
                  <a:cubicBezTo>
                    <a:pt x="202" y="1"/>
                    <a:pt x="1" y="202"/>
                    <a:pt x="1" y="453"/>
                  </a:cubicBezTo>
                  <a:cubicBezTo>
                    <a:pt x="1" y="704"/>
                    <a:pt x="202" y="888"/>
                    <a:pt x="436" y="888"/>
                  </a:cubicBezTo>
                  <a:cubicBezTo>
                    <a:pt x="687" y="888"/>
                    <a:pt x="888" y="704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7" name="Google Shape;5617;p60"/>
            <p:cNvSpPr/>
            <p:nvPr/>
          </p:nvSpPr>
          <p:spPr>
            <a:xfrm>
              <a:off x="7081775" y="46786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52" y="1"/>
                  </a:moveTo>
                  <a:cubicBezTo>
                    <a:pt x="201" y="1"/>
                    <a:pt x="0" y="202"/>
                    <a:pt x="0" y="436"/>
                  </a:cubicBezTo>
                  <a:cubicBezTo>
                    <a:pt x="0" y="687"/>
                    <a:pt x="201" y="888"/>
                    <a:pt x="452" y="888"/>
                  </a:cubicBezTo>
                  <a:cubicBezTo>
                    <a:pt x="686" y="888"/>
                    <a:pt x="887" y="687"/>
                    <a:pt x="887" y="436"/>
                  </a:cubicBezTo>
                  <a:cubicBezTo>
                    <a:pt x="887" y="202"/>
                    <a:pt x="686" y="1"/>
                    <a:pt x="4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8" name="Google Shape;5618;p60"/>
            <p:cNvSpPr/>
            <p:nvPr/>
          </p:nvSpPr>
          <p:spPr>
            <a:xfrm>
              <a:off x="7179675" y="46786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53" y="1"/>
                  </a:moveTo>
                  <a:cubicBezTo>
                    <a:pt x="202" y="1"/>
                    <a:pt x="1" y="202"/>
                    <a:pt x="1" y="436"/>
                  </a:cubicBezTo>
                  <a:cubicBezTo>
                    <a:pt x="1" y="687"/>
                    <a:pt x="202" y="888"/>
                    <a:pt x="453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9" name="Google Shape;5619;p60"/>
            <p:cNvSpPr/>
            <p:nvPr/>
          </p:nvSpPr>
          <p:spPr>
            <a:xfrm>
              <a:off x="7277600" y="46786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53" y="1"/>
                  </a:moveTo>
                  <a:cubicBezTo>
                    <a:pt x="202" y="1"/>
                    <a:pt x="1" y="202"/>
                    <a:pt x="1" y="436"/>
                  </a:cubicBezTo>
                  <a:cubicBezTo>
                    <a:pt x="1" y="687"/>
                    <a:pt x="202" y="888"/>
                    <a:pt x="453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0" name="Google Shape;5620;p60"/>
            <p:cNvSpPr/>
            <p:nvPr/>
          </p:nvSpPr>
          <p:spPr>
            <a:xfrm>
              <a:off x="7375525" y="46786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52" y="1"/>
                  </a:moveTo>
                  <a:cubicBezTo>
                    <a:pt x="201" y="1"/>
                    <a:pt x="0" y="202"/>
                    <a:pt x="0" y="436"/>
                  </a:cubicBezTo>
                  <a:cubicBezTo>
                    <a:pt x="0" y="687"/>
                    <a:pt x="201" y="888"/>
                    <a:pt x="452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1" name="Google Shape;5621;p60"/>
            <p:cNvSpPr/>
            <p:nvPr/>
          </p:nvSpPr>
          <p:spPr>
            <a:xfrm>
              <a:off x="7473450" y="46786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5" y="1"/>
                  </a:moveTo>
                  <a:cubicBezTo>
                    <a:pt x="201" y="1"/>
                    <a:pt x="0" y="202"/>
                    <a:pt x="0" y="436"/>
                  </a:cubicBezTo>
                  <a:cubicBezTo>
                    <a:pt x="0" y="687"/>
                    <a:pt x="201" y="888"/>
                    <a:pt x="435" y="888"/>
                  </a:cubicBezTo>
                  <a:cubicBezTo>
                    <a:pt x="687" y="888"/>
                    <a:pt x="887" y="687"/>
                    <a:pt x="887" y="436"/>
                  </a:cubicBezTo>
                  <a:cubicBezTo>
                    <a:pt x="887" y="202"/>
                    <a:pt x="68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2" name="Google Shape;5622;p60"/>
            <p:cNvSpPr/>
            <p:nvPr/>
          </p:nvSpPr>
          <p:spPr>
            <a:xfrm>
              <a:off x="7571375" y="46786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5" y="1"/>
                  </a:moveTo>
                  <a:cubicBezTo>
                    <a:pt x="201" y="1"/>
                    <a:pt x="0" y="202"/>
                    <a:pt x="0" y="436"/>
                  </a:cubicBezTo>
                  <a:cubicBezTo>
                    <a:pt x="0" y="687"/>
                    <a:pt x="201" y="888"/>
                    <a:pt x="435" y="888"/>
                  </a:cubicBezTo>
                  <a:cubicBezTo>
                    <a:pt x="686" y="888"/>
                    <a:pt x="887" y="687"/>
                    <a:pt x="887" y="436"/>
                  </a:cubicBezTo>
                  <a:cubicBezTo>
                    <a:pt x="887" y="202"/>
                    <a:pt x="686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3" name="Google Shape;5623;p60"/>
            <p:cNvSpPr/>
            <p:nvPr/>
          </p:nvSpPr>
          <p:spPr>
            <a:xfrm>
              <a:off x="7669275" y="4678675"/>
              <a:ext cx="22225" cy="22200"/>
            </a:xfrm>
            <a:custGeom>
              <a:avLst/>
              <a:gdLst/>
              <a:ahLst/>
              <a:cxnLst/>
              <a:rect l="l" t="t" r="r" b="b"/>
              <a:pathLst>
                <a:path w="889" h="888" extrusionOk="0">
                  <a:moveTo>
                    <a:pt x="436" y="1"/>
                  </a:moveTo>
                  <a:cubicBezTo>
                    <a:pt x="202" y="1"/>
                    <a:pt x="1" y="202"/>
                    <a:pt x="1" y="436"/>
                  </a:cubicBezTo>
                  <a:cubicBezTo>
                    <a:pt x="1" y="687"/>
                    <a:pt x="202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4" name="Google Shape;5624;p60"/>
            <p:cNvSpPr/>
            <p:nvPr/>
          </p:nvSpPr>
          <p:spPr>
            <a:xfrm>
              <a:off x="8452650" y="46786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185" y="1"/>
                    <a:pt x="0" y="202"/>
                    <a:pt x="0" y="436"/>
                  </a:cubicBezTo>
                  <a:cubicBezTo>
                    <a:pt x="0" y="687"/>
                    <a:pt x="185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5" name="Google Shape;5625;p60"/>
            <p:cNvSpPr/>
            <p:nvPr/>
          </p:nvSpPr>
          <p:spPr>
            <a:xfrm>
              <a:off x="8354725" y="46786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185" y="1"/>
                    <a:pt x="1" y="202"/>
                    <a:pt x="1" y="436"/>
                  </a:cubicBezTo>
                  <a:cubicBezTo>
                    <a:pt x="1" y="687"/>
                    <a:pt x="185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6" name="Google Shape;5626;p60"/>
            <p:cNvSpPr/>
            <p:nvPr/>
          </p:nvSpPr>
          <p:spPr>
            <a:xfrm>
              <a:off x="8256800" y="46786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202" y="1"/>
                    <a:pt x="1" y="202"/>
                    <a:pt x="1" y="436"/>
                  </a:cubicBezTo>
                  <a:cubicBezTo>
                    <a:pt x="1" y="687"/>
                    <a:pt x="185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7" name="Google Shape;5627;p60"/>
            <p:cNvSpPr/>
            <p:nvPr/>
          </p:nvSpPr>
          <p:spPr>
            <a:xfrm>
              <a:off x="8158875" y="4678675"/>
              <a:ext cx="22225" cy="22200"/>
            </a:xfrm>
            <a:custGeom>
              <a:avLst/>
              <a:gdLst/>
              <a:ahLst/>
              <a:cxnLst/>
              <a:rect l="l" t="t" r="r" b="b"/>
              <a:pathLst>
                <a:path w="889" h="888" extrusionOk="0">
                  <a:moveTo>
                    <a:pt x="436" y="1"/>
                  </a:moveTo>
                  <a:cubicBezTo>
                    <a:pt x="202" y="1"/>
                    <a:pt x="1" y="202"/>
                    <a:pt x="1" y="436"/>
                  </a:cubicBezTo>
                  <a:cubicBezTo>
                    <a:pt x="1" y="687"/>
                    <a:pt x="202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8" name="Google Shape;5628;p60"/>
            <p:cNvSpPr/>
            <p:nvPr/>
          </p:nvSpPr>
          <p:spPr>
            <a:xfrm>
              <a:off x="8060975" y="46786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5" y="1"/>
                  </a:moveTo>
                  <a:cubicBezTo>
                    <a:pt x="201" y="1"/>
                    <a:pt x="0" y="202"/>
                    <a:pt x="0" y="436"/>
                  </a:cubicBezTo>
                  <a:cubicBezTo>
                    <a:pt x="0" y="687"/>
                    <a:pt x="201" y="888"/>
                    <a:pt x="435" y="888"/>
                  </a:cubicBezTo>
                  <a:cubicBezTo>
                    <a:pt x="686" y="888"/>
                    <a:pt x="887" y="687"/>
                    <a:pt x="887" y="436"/>
                  </a:cubicBezTo>
                  <a:cubicBezTo>
                    <a:pt x="887" y="202"/>
                    <a:pt x="686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9" name="Google Shape;5629;p60"/>
            <p:cNvSpPr/>
            <p:nvPr/>
          </p:nvSpPr>
          <p:spPr>
            <a:xfrm>
              <a:off x="7963050" y="46786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201" y="1"/>
                    <a:pt x="0" y="202"/>
                    <a:pt x="0" y="436"/>
                  </a:cubicBezTo>
                  <a:cubicBezTo>
                    <a:pt x="0" y="687"/>
                    <a:pt x="201" y="888"/>
                    <a:pt x="436" y="888"/>
                  </a:cubicBezTo>
                  <a:cubicBezTo>
                    <a:pt x="687" y="888"/>
                    <a:pt x="887" y="687"/>
                    <a:pt x="887" y="436"/>
                  </a:cubicBezTo>
                  <a:cubicBezTo>
                    <a:pt x="887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0" name="Google Shape;5630;p60"/>
            <p:cNvSpPr/>
            <p:nvPr/>
          </p:nvSpPr>
          <p:spPr>
            <a:xfrm>
              <a:off x="7865125" y="46786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201" y="1"/>
                    <a:pt x="1" y="202"/>
                    <a:pt x="1" y="436"/>
                  </a:cubicBezTo>
                  <a:cubicBezTo>
                    <a:pt x="1" y="687"/>
                    <a:pt x="201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1" name="Google Shape;5631;p60"/>
            <p:cNvSpPr/>
            <p:nvPr/>
          </p:nvSpPr>
          <p:spPr>
            <a:xfrm>
              <a:off x="7767200" y="46786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202" y="1"/>
                    <a:pt x="1" y="202"/>
                    <a:pt x="1" y="436"/>
                  </a:cubicBezTo>
                  <a:cubicBezTo>
                    <a:pt x="1" y="687"/>
                    <a:pt x="202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2" name="Google Shape;5632;p60"/>
            <p:cNvSpPr/>
            <p:nvPr/>
          </p:nvSpPr>
          <p:spPr>
            <a:xfrm>
              <a:off x="8452650" y="4576150"/>
              <a:ext cx="22200" cy="22225"/>
            </a:xfrm>
            <a:custGeom>
              <a:avLst/>
              <a:gdLst/>
              <a:ahLst/>
              <a:cxnLst/>
              <a:rect l="l" t="t" r="r" b="b"/>
              <a:pathLst>
                <a:path w="888" h="889" extrusionOk="0">
                  <a:moveTo>
                    <a:pt x="436" y="1"/>
                  </a:moveTo>
                  <a:cubicBezTo>
                    <a:pt x="185" y="1"/>
                    <a:pt x="0" y="202"/>
                    <a:pt x="0" y="453"/>
                  </a:cubicBezTo>
                  <a:cubicBezTo>
                    <a:pt x="0" y="704"/>
                    <a:pt x="185" y="888"/>
                    <a:pt x="436" y="888"/>
                  </a:cubicBezTo>
                  <a:cubicBezTo>
                    <a:pt x="687" y="888"/>
                    <a:pt x="888" y="704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3" name="Google Shape;5633;p60"/>
            <p:cNvSpPr/>
            <p:nvPr/>
          </p:nvSpPr>
          <p:spPr>
            <a:xfrm>
              <a:off x="8256800" y="4576150"/>
              <a:ext cx="22200" cy="22225"/>
            </a:xfrm>
            <a:custGeom>
              <a:avLst/>
              <a:gdLst/>
              <a:ahLst/>
              <a:cxnLst/>
              <a:rect l="l" t="t" r="r" b="b"/>
              <a:pathLst>
                <a:path w="888" h="889" extrusionOk="0">
                  <a:moveTo>
                    <a:pt x="436" y="1"/>
                  </a:moveTo>
                  <a:cubicBezTo>
                    <a:pt x="202" y="1"/>
                    <a:pt x="1" y="202"/>
                    <a:pt x="1" y="453"/>
                  </a:cubicBezTo>
                  <a:cubicBezTo>
                    <a:pt x="1" y="704"/>
                    <a:pt x="185" y="888"/>
                    <a:pt x="436" y="888"/>
                  </a:cubicBezTo>
                  <a:cubicBezTo>
                    <a:pt x="687" y="888"/>
                    <a:pt x="888" y="704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4" name="Google Shape;5634;p60"/>
            <p:cNvSpPr/>
            <p:nvPr/>
          </p:nvSpPr>
          <p:spPr>
            <a:xfrm>
              <a:off x="8060975" y="4576150"/>
              <a:ext cx="22200" cy="22225"/>
            </a:xfrm>
            <a:custGeom>
              <a:avLst/>
              <a:gdLst/>
              <a:ahLst/>
              <a:cxnLst/>
              <a:rect l="l" t="t" r="r" b="b"/>
              <a:pathLst>
                <a:path w="888" h="889" extrusionOk="0">
                  <a:moveTo>
                    <a:pt x="435" y="1"/>
                  </a:moveTo>
                  <a:cubicBezTo>
                    <a:pt x="201" y="1"/>
                    <a:pt x="0" y="202"/>
                    <a:pt x="0" y="453"/>
                  </a:cubicBezTo>
                  <a:cubicBezTo>
                    <a:pt x="0" y="704"/>
                    <a:pt x="201" y="888"/>
                    <a:pt x="435" y="888"/>
                  </a:cubicBezTo>
                  <a:cubicBezTo>
                    <a:pt x="686" y="888"/>
                    <a:pt x="887" y="704"/>
                    <a:pt x="887" y="453"/>
                  </a:cubicBezTo>
                  <a:cubicBezTo>
                    <a:pt x="887" y="202"/>
                    <a:pt x="686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5" name="Google Shape;5635;p60"/>
            <p:cNvSpPr/>
            <p:nvPr/>
          </p:nvSpPr>
          <p:spPr>
            <a:xfrm>
              <a:off x="7865125" y="4576150"/>
              <a:ext cx="22200" cy="22225"/>
            </a:xfrm>
            <a:custGeom>
              <a:avLst/>
              <a:gdLst/>
              <a:ahLst/>
              <a:cxnLst/>
              <a:rect l="l" t="t" r="r" b="b"/>
              <a:pathLst>
                <a:path w="888" h="889" extrusionOk="0">
                  <a:moveTo>
                    <a:pt x="436" y="1"/>
                  </a:moveTo>
                  <a:cubicBezTo>
                    <a:pt x="201" y="1"/>
                    <a:pt x="1" y="202"/>
                    <a:pt x="1" y="453"/>
                  </a:cubicBezTo>
                  <a:cubicBezTo>
                    <a:pt x="1" y="704"/>
                    <a:pt x="201" y="888"/>
                    <a:pt x="436" y="888"/>
                  </a:cubicBezTo>
                  <a:cubicBezTo>
                    <a:pt x="687" y="888"/>
                    <a:pt x="888" y="704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6" name="Google Shape;5636;p60"/>
            <p:cNvSpPr/>
            <p:nvPr/>
          </p:nvSpPr>
          <p:spPr>
            <a:xfrm>
              <a:off x="8452650" y="447405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185" y="1"/>
                    <a:pt x="0" y="202"/>
                    <a:pt x="0" y="436"/>
                  </a:cubicBezTo>
                  <a:cubicBezTo>
                    <a:pt x="0" y="687"/>
                    <a:pt x="185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7" name="Google Shape;5637;p60"/>
            <p:cNvSpPr/>
            <p:nvPr/>
          </p:nvSpPr>
          <p:spPr>
            <a:xfrm>
              <a:off x="8354725" y="447405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185" y="1"/>
                    <a:pt x="1" y="202"/>
                    <a:pt x="1" y="436"/>
                  </a:cubicBezTo>
                  <a:cubicBezTo>
                    <a:pt x="1" y="687"/>
                    <a:pt x="185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8" name="Google Shape;5638;p60"/>
            <p:cNvSpPr/>
            <p:nvPr/>
          </p:nvSpPr>
          <p:spPr>
            <a:xfrm>
              <a:off x="8256800" y="447405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202" y="1"/>
                    <a:pt x="1" y="202"/>
                    <a:pt x="1" y="436"/>
                  </a:cubicBezTo>
                  <a:cubicBezTo>
                    <a:pt x="1" y="687"/>
                    <a:pt x="185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9" name="Google Shape;5639;p60"/>
            <p:cNvSpPr/>
            <p:nvPr/>
          </p:nvSpPr>
          <p:spPr>
            <a:xfrm>
              <a:off x="8158875" y="4474050"/>
              <a:ext cx="22225" cy="22200"/>
            </a:xfrm>
            <a:custGeom>
              <a:avLst/>
              <a:gdLst/>
              <a:ahLst/>
              <a:cxnLst/>
              <a:rect l="l" t="t" r="r" b="b"/>
              <a:pathLst>
                <a:path w="889" h="888" extrusionOk="0">
                  <a:moveTo>
                    <a:pt x="436" y="1"/>
                  </a:moveTo>
                  <a:cubicBezTo>
                    <a:pt x="202" y="1"/>
                    <a:pt x="1" y="202"/>
                    <a:pt x="1" y="436"/>
                  </a:cubicBezTo>
                  <a:cubicBezTo>
                    <a:pt x="1" y="687"/>
                    <a:pt x="202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0" name="Google Shape;5640;p60"/>
            <p:cNvSpPr/>
            <p:nvPr/>
          </p:nvSpPr>
          <p:spPr>
            <a:xfrm>
              <a:off x="8060975" y="447405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5" y="1"/>
                  </a:moveTo>
                  <a:cubicBezTo>
                    <a:pt x="201" y="1"/>
                    <a:pt x="0" y="202"/>
                    <a:pt x="0" y="436"/>
                  </a:cubicBezTo>
                  <a:cubicBezTo>
                    <a:pt x="0" y="687"/>
                    <a:pt x="201" y="888"/>
                    <a:pt x="435" y="888"/>
                  </a:cubicBezTo>
                  <a:cubicBezTo>
                    <a:pt x="686" y="888"/>
                    <a:pt x="887" y="687"/>
                    <a:pt x="887" y="436"/>
                  </a:cubicBezTo>
                  <a:cubicBezTo>
                    <a:pt x="887" y="202"/>
                    <a:pt x="686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1" name="Google Shape;5641;p60"/>
            <p:cNvSpPr/>
            <p:nvPr/>
          </p:nvSpPr>
          <p:spPr>
            <a:xfrm>
              <a:off x="7963050" y="447405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201" y="1"/>
                    <a:pt x="0" y="202"/>
                    <a:pt x="0" y="436"/>
                  </a:cubicBezTo>
                  <a:cubicBezTo>
                    <a:pt x="0" y="687"/>
                    <a:pt x="201" y="888"/>
                    <a:pt x="436" y="888"/>
                  </a:cubicBezTo>
                  <a:cubicBezTo>
                    <a:pt x="687" y="888"/>
                    <a:pt x="887" y="687"/>
                    <a:pt x="887" y="436"/>
                  </a:cubicBezTo>
                  <a:cubicBezTo>
                    <a:pt x="887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2" name="Google Shape;5642;p60"/>
            <p:cNvSpPr/>
            <p:nvPr/>
          </p:nvSpPr>
          <p:spPr>
            <a:xfrm>
              <a:off x="7865125" y="447405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201" y="1"/>
                    <a:pt x="1" y="202"/>
                    <a:pt x="1" y="436"/>
                  </a:cubicBezTo>
                  <a:cubicBezTo>
                    <a:pt x="1" y="687"/>
                    <a:pt x="201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3" name="Google Shape;5643;p60"/>
            <p:cNvSpPr/>
            <p:nvPr/>
          </p:nvSpPr>
          <p:spPr>
            <a:xfrm>
              <a:off x="7767200" y="447405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202" y="1"/>
                    <a:pt x="1" y="202"/>
                    <a:pt x="1" y="436"/>
                  </a:cubicBezTo>
                  <a:cubicBezTo>
                    <a:pt x="1" y="687"/>
                    <a:pt x="202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4" name="Google Shape;5644;p60"/>
            <p:cNvSpPr/>
            <p:nvPr/>
          </p:nvSpPr>
          <p:spPr>
            <a:xfrm>
              <a:off x="8452650" y="437152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185" y="1"/>
                    <a:pt x="0" y="202"/>
                    <a:pt x="0" y="453"/>
                  </a:cubicBezTo>
                  <a:cubicBezTo>
                    <a:pt x="0" y="687"/>
                    <a:pt x="185" y="888"/>
                    <a:pt x="436" y="888"/>
                  </a:cubicBezTo>
                  <a:cubicBezTo>
                    <a:pt x="687" y="888"/>
                    <a:pt x="888" y="687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5" name="Google Shape;5645;p60"/>
            <p:cNvSpPr/>
            <p:nvPr/>
          </p:nvSpPr>
          <p:spPr>
            <a:xfrm>
              <a:off x="8256800" y="437152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202" y="1"/>
                    <a:pt x="1" y="202"/>
                    <a:pt x="1" y="453"/>
                  </a:cubicBezTo>
                  <a:cubicBezTo>
                    <a:pt x="1" y="687"/>
                    <a:pt x="185" y="888"/>
                    <a:pt x="436" y="888"/>
                  </a:cubicBezTo>
                  <a:cubicBezTo>
                    <a:pt x="687" y="888"/>
                    <a:pt x="888" y="687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6" name="Google Shape;5646;p60"/>
            <p:cNvSpPr/>
            <p:nvPr/>
          </p:nvSpPr>
          <p:spPr>
            <a:xfrm>
              <a:off x="8060975" y="437152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5" y="1"/>
                  </a:moveTo>
                  <a:cubicBezTo>
                    <a:pt x="201" y="1"/>
                    <a:pt x="0" y="202"/>
                    <a:pt x="0" y="453"/>
                  </a:cubicBezTo>
                  <a:cubicBezTo>
                    <a:pt x="0" y="687"/>
                    <a:pt x="201" y="888"/>
                    <a:pt x="435" y="888"/>
                  </a:cubicBezTo>
                  <a:cubicBezTo>
                    <a:pt x="686" y="888"/>
                    <a:pt x="887" y="687"/>
                    <a:pt x="887" y="453"/>
                  </a:cubicBezTo>
                  <a:cubicBezTo>
                    <a:pt x="887" y="202"/>
                    <a:pt x="686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7" name="Google Shape;5647;p60"/>
            <p:cNvSpPr/>
            <p:nvPr/>
          </p:nvSpPr>
          <p:spPr>
            <a:xfrm>
              <a:off x="7865125" y="437152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201" y="1"/>
                    <a:pt x="1" y="202"/>
                    <a:pt x="1" y="453"/>
                  </a:cubicBezTo>
                  <a:cubicBezTo>
                    <a:pt x="1" y="687"/>
                    <a:pt x="201" y="888"/>
                    <a:pt x="436" y="888"/>
                  </a:cubicBezTo>
                  <a:cubicBezTo>
                    <a:pt x="687" y="888"/>
                    <a:pt x="888" y="687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8" name="Google Shape;5648;p60"/>
            <p:cNvSpPr/>
            <p:nvPr/>
          </p:nvSpPr>
          <p:spPr>
            <a:xfrm>
              <a:off x="7081775" y="3653025"/>
              <a:ext cx="22200" cy="22625"/>
            </a:xfrm>
            <a:custGeom>
              <a:avLst/>
              <a:gdLst/>
              <a:ahLst/>
              <a:cxnLst/>
              <a:rect l="l" t="t" r="r" b="b"/>
              <a:pathLst>
                <a:path w="888" h="905" extrusionOk="0">
                  <a:moveTo>
                    <a:pt x="452" y="1"/>
                  </a:moveTo>
                  <a:cubicBezTo>
                    <a:pt x="201" y="1"/>
                    <a:pt x="0" y="202"/>
                    <a:pt x="0" y="453"/>
                  </a:cubicBezTo>
                  <a:cubicBezTo>
                    <a:pt x="0" y="704"/>
                    <a:pt x="201" y="905"/>
                    <a:pt x="452" y="905"/>
                  </a:cubicBezTo>
                  <a:cubicBezTo>
                    <a:pt x="686" y="905"/>
                    <a:pt x="887" y="704"/>
                    <a:pt x="887" y="453"/>
                  </a:cubicBezTo>
                  <a:cubicBezTo>
                    <a:pt x="887" y="202"/>
                    <a:pt x="686" y="1"/>
                    <a:pt x="4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9" name="Google Shape;5649;p60"/>
            <p:cNvSpPr/>
            <p:nvPr/>
          </p:nvSpPr>
          <p:spPr>
            <a:xfrm>
              <a:off x="7179675" y="3653025"/>
              <a:ext cx="22200" cy="22625"/>
            </a:xfrm>
            <a:custGeom>
              <a:avLst/>
              <a:gdLst/>
              <a:ahLst/>
              <a:cxnLst/>
              <a:rect l="l" t="t" r="r" b="b"/>
              <a:pathLst>
                <a:path w="888" h="905" extrusionOk="0">
                  <a:moveTo>
                    <a:pt x="453" y="1"/>
                  </a:moveTo>
                  <a:cubicBezTo>
                    <a:pt x="202" y="1"/>
                    <a:pt x="1" y="202"/>
                    <a:pt x="1" y="453"/>
                  </a:cubicBezTo>
                  <a:cubicBezTo>
                    <a:pt x="1" y="704"/>
                    <a:pt x="202" y="905"/>
                    <a:pt x="453" y="905"/>
                  </a:cubicBezTo>
                  <a:cubicBezTo>
                    <a:pt x="687" y="905"/>
                    <a:pt x="888" y="704"/>
                    <a:pt x="888" y="453"/>
                  </a:cubicBezTo>
                  <a:cubicBezTo>
                    <a:pt x="888" y="202"/>
                    <a:pt x="687" y="1"/>
                    <a:pt x="4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0" name="Google Shape;5650;p60"/>
            <p:cNvSpPr/>
            <p:nvPr/>
          </p:nvSpPr>
          <p:spPr>
            <a:xfrm>
              <a:off x="7277600" y="3653025"/>
              <a:ext cx="22200" cy="22625"/>
            </a:xfrm>
            <a:custGeom>
              <a:avLst/>
              <a:gdLst/>
              <a:ahLst/>
              <a:cxnLst/>
              <a:rect l="l" t="t" r="r" b="b"/>
              <a:pathLst>
                <a:path w="888" h="905" extrusionOk="0">
                  <a:moveTo>
                    <a:pt x="453" y="1"/>
                  </a:moveTo>
                  <a:cubicBezTo>
                    <a:pt x="202" y="1"/>
                    <a:pt x="1" y="202"/>
                    <a:pt x="1" y="453"/>
                  </a:cubicBezTo>
                  <a:cubicBezTo>
                    <a:pt x="1" y="704"/>
                    <a:pt x="202" y="905"/>
                    <a:pt x="453" y="905"/>
                  </a:cubicBezTo>
                  <a:cubicBezTo>
                    <a:pt x="687" y="905"/>
                    <a:pt x="888" y="704"/>
                    <a:pt x="888" y="453"/>
                  </a:cubicBezTo>
                  <a:cubicBezTo>
                    <a:pt x="888" y="202"/>
                    <a:pt x="687" y="1"/>
                    <a:pt x="4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1" name="Google Shape;5651;p60"/>
            <p:cNvSpPr/>
            <p:nvPr/>
          </p:nvSpPr>
          <p:spPr>
            <a:xfrm>
              <a:off x="7375525" y="3653025"/>
              <a:ext cx="22200" cy="22625"/>
            </a:xfrm>
            <a:custGeom>
              <a:avLst/>
              <a:gdLst/>
              <a:ahLst/>
              <a:cxnLst/>
              <a:rect l="l" t="t" r="r" b="b"/>
              <a:pathLst>
                <a:path w="888" h="905" extrusionOk="0">
                  <a:moveTo>
                    <a:pt x="452" y="1"/>
                  </a:moveTo>
                  <a:cubicBezTo>
                    <a:pt x="201" y="1"/>
                    <a:pt x="0" y="202"/>
                    <a:pt x="0" y="453"/>
                  </a:cubicBezTo>
                  <a:cubicBezTo>
                    <a:pt x="0" y="704"/>
                    <a:pt x="201" y="905"/>
                    <a:pt x="452" y="905"/>
                  </a:cubicBezTo>
                  <a:cubicBezTo>
                    <a:pt x="687" y="905"/>
                    <a:pt x="888" y="704"/>
                    <a:pt x="888" y="453"/>
                  </a:cubicBezTo>
                  <a:cubicBezTo>
                    <a:pt x="888" y="202"/>
                    <a:pt x="687" y="1"/>
                    <a:pt x="4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2" name="Google Shape;5652;p60"/>
            <p:cNvSpPr/>
            <p:nvPr/>
          </p:nvSpPr>
          <p:spPr>
            <a:xfrm>
              <a:off x="7473450" y="3653025"/>
              <a:ext cx="22200" cy="22625"/>
            </a:xfrm>
            <a:custGeom>
              <a:avLst/>
              <a:gdLst/>
              <a:ahLst/>
              <a:cxnLst/>
              <a:rect l="l" t="t" r="r" b="b"/>
              <a:pathLst>
                <a:path w="888" h="905" extrusionOk="0">
                  <a:moveTo>
                    <a:pt x="435" y="1"/>
                  </a:moveTo>
                  <a:cubicBezTo>
                    <a:pt x="201" y="1"/>
                    <a:pt x="0" y="202"/>
                    <a:pt x="0" y="453"/>
                  </a:cubicBezTo>
                  <a:cubicBezTo>
                    <a:pt x="0" y="704"/>
                    <a:pt x="201" y="905"/>
                    <a:pt x="435" y="905"/>
                  </a:cubicBezTo>
                  <a:cubicBezTo>
                    <a:pt x="687" y="905"/>
                    <a:pt x="887" y="704"/>
                    <a:pt x="887" y="453"/>
                  </a:cubicBezTo>
                  <a:cubicBezTo>
                    <a:pt x="887" y="202"/>
                    <a:pt x="68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3" name="Google Shape;5653;p60"/>
            <p:cNvSpPr/>
            <p:nvPr/>
          </p:nvSpPr>
          <p:spPr>
            <a:xfrm>
              <a:off x="7571375" y="3653025"/>
              <a:ext cx="22200" cy="22625"/>
            </a:xfrm>
            <a:custGeom>
              <a:avLst/>
              <a:gdLst/>
              <a:ahLst/>
              <a:cxnLst/>
              <a:rect l="l" t="t" r="r" b="b"/>
              <a:pathLst>
                <a:path w="888" h="905" extrusionOk="0">
                  <a:moveTo>
                    <a:pt x="435" y="1"/>
                  </a:moveTo>
                  <a:cubicBezTo>
                    <a:pt x="201" y="1"/>
                    <a:pt x="0" y="202"/>
                    <a:pt x="0" y="453"/>
                  </a:cubicBezTo>
                  <a:cubicBezTo>
                    <a:pt x="0" y="704"/>
                    <a:pt x="201" y="905"/>
                    <a:pt x="435" y="905"/>
                  </a:cubicBezTo>
                  <a:cubicBezTo>
                    <a:pt x="686" y="905"/>
                    <a:pt x="887" y="704"/>
                    <a:pt x="887" y="453"/>
                  </a:cubicBezTo>
                  <a:cubicBezTo>
                    <a:pt x="887" y="202"/>
                    <a:pt x="686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4" name="Google Shape;5654;p60"/>
            <p:cNvSpPr/>
            <p:nvPr/>
          </p:nvSpPr>
          <p:spPr>
            <a:xfrm>
              <a:off x="7669275" y="3653025"/>
              <a:ext cx="22225" cy="22625"/>
            </a:xfrm>
            <a:custGeom>
              <a:avLst/>
              <a:gdLst/>
              <a:ahLst/>
              <a:cxnLst/>
              <a:rect l="l" t="t" r="r" b="b"/>
              <a:pathLst>
                <a:path w="889" h="905" extrusionOk="0">
                  <a:moveTo>
                    <a:pt x="436" y="1"/>
                  </a:moveTo>
                  <a:cubicBezTo>
                    <a:pt x="202" y="1"/>
                    <a:pt x="1" y="202"/>
                    <a:pt x="1" y="453"/>
                  </a:cubicBezTo>
                  <a:cubicBezTo>
                    <a:pt x="1" y="704"/>
                    <a:pt x="202" y="905"/>
                    <a:pt x="436" y="905"/>
                  </a:cubicBezTo>
                  <a:cubicBezTo>
                    <a:pt x="687" y="905"/>
                    <a:pt x="888" y="704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5" name="Google Shape;5655;p60"/>
            <p:cNvSpPr/>
            <p:nvPr/>
          </p:nvSpPr>
          <p:spPr>
            <a:xfrm>
              <a:off x="7081775" y="375555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52" y="1"/>
                  </a:moveTo>
                  <a:cubicBezTo>
                    <a:pt x="201" y="1"/>
                    <a:pt x="0" y="201"/>
                    <a:pt x="0" y="453"/>
                  </a:cubicBezTo>
                  <a:cubicBezTo>
                    <a:pt x="0" y="687"/>
                    <a:pt x="201" y="888"/>
                    <a:pt x="452" y="888"/>
                  </a:cubicBezTo>
                  <a:cubicBezTo>
                    <a:pt x="686" y="888"/>
                    <a:pt x="887" y="687"/>
                    <a:pt x="887" y="453"/>
                  </a:cubicBezTo>
                  <a:cubicBezTo>
                    <a:pt x="887" y="201"/>
                    <a:pt x="686" y="1"/>
                    <a:pt x="4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6" name="Google Shape;5656;p60"/>
            <p:cNvSpPr/>
            <p:nvPr/>
          </p:nvSpPr>
          <p:spPr>
            <a:xfrm>
              <a:off x="7277600" y="375555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53" y="1"/>
                  </a:moveTo>
                  <a:cubicBezTo>
                    <a:pt x="202" y="1"/>
                    <a:pt x="1" y="201"/>
                    <a:pt x="1" y="453"/>
                  </a:cubicBezTo>
                  <a:cubicBezTo>
                    <a:pt x="1" y="687"/>
                    <a:pt x="202" y="888"/>
                    <a:pt x="453" y="888"/>
                  </a:cubicBezTo>
                  <a:cubicBezTo>
                    <a:pt x="687" y="888"/>
                    <a:pt x="888" y="687"/>
                    <a:pt x="888" y="453"/>
                  </a:cubicBezTo>
                  <a:cubicBezTo>
                    <a:pt x="888" y="201"/>
                    <a:pt x="687" y="1"/>
                    <a:pt x="4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7" name="Google Shape;5657;p60"/>
            <p:cNvSpPr/>
            <p:nvPr/>
          </p:nvSpPr>
          <p:spPr>
            <a:xfrm>
              <a:off x="7473450" y="375555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5" y="1"/>
                  </a:moveTo>
                  <a:cubicBezTo>
                    <a:pt x="201" y="1"/>
                    <a:pt x="0" y="201"/>
                    <a:pt x="0" y="453"/>
                  </a:cubicBezTo>
                  <a:cubicBezTo>
                    <a:pt x="0" y="687"/>
                    <a:pt x="201" y="888"/>
                    <a:pt x="435" y="888"/>
                  </a:cubicBezTo>
                  <a:cubicBezTo>
                    <a:pt x="687" y="888"/>
                    <a:pt x="887" y="687"/>
                    <a:pt x="887" y="453"/>
                  </a:cubicBezTo>
                  <a:cubicBezTo>
                    <a:pt x="887" y="201"/>
                    <a:pt x="68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8" name="Google Shape;5658;p60"/>
            <p:cNvSpPr/>
            <p:nvPr/>
          </p:nvSpPr>
          <p:spPr>
            <a:xfrm>
              <a:off x="7669275" y="3755550"/>
              <a:ext cx="22225" cy="22200"/>
            </a:xfrm>
            <a:custGeom>
              <a:avLst/>
              <a:gdLst/>
              <a:ahLst/>
              <a:cxnLst/>
              <a:rect l="l" t="t" r="r" b="b"/>
              <a:pathLst>
                <a:path w="889" h="888" extrusionOk="0">
                  <a:moveTo>
                    <a:pt x="436" y="1"/>
                  </a:moveTo>
                  <a:cubicBezTo>
                    <a:pt x="202" y="1"/>
                    <a:pt x="1" y="201"/>
                    <a:pt x="1" y="453"/>
                  </a:cubicBezTo>
                  <a:cubicBezTo>
                    <a:pt x="1" y="687"/>
                    <a:pt x="202" y="888"/>
                    <a:pt x="436" y="888"/>
                  </a:cubicBezTo>
                  <a:cubicBezTo>
                    <a:pt x="687" y="888"/>
                    <a:pt x="888" y="687"/>
                    <a:pt x="888" y="453"/>
                  </a:cubicBezTo>
                  <a:cubicBezTo>
                    <a:pt x="888" y="201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9" name="Google Shape;5659;p60"/>
            <p:cNvSpPr/>
            <p:nvPr/>
          </p:nvSpPr>
          <p:spPr>
            <a:xfrm>
              <a:off x="7081775" y="38580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52" y="1"/>
                  </a:moveTo>
                  <a:cubicBezTo>
                    <a:pt x="201" y="1"/>
                    <a:pt x="0" y="185"/>
                    <a:pt x="0" y="436"/>
                  </a:cubicBezTo>
                  <a:cubicBezTo>
                    <a:pt x="0" y="687"/>
                    <a:pt x="201" y="888"/>
                    <a:pt x="452" y="888"/>
                  </a:cubicBezTo>
                  <a:cubicBezTo>
                    <a:pt x="686" y="888"/>
                    <a:pt x="887" y="687"/>
                    <a:pt x="887" y="436"/>
                  </a:cubicBezTo>
                  <a:cubicBezTo>
                    <a:pt x="887" y="185"/>
                    <a:pt x="686" y="1"/>
                    <a:pt x="4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0" name="Google Shape;5660;p60"/>
            <p:cNvSpPr/>
            <p:nvPr/>
          </p:nvSpPr>
          <p:spPr>
            <a:xfrm>
              <a:off x="7179675" y="38580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53" y="1"/>
                  </a:moveTo>
                  <a:cubicBezTo>
                    <a:pt x="202" y="1"/>
                    <a:pt x="1" y="185"/>
                    <a:pt x="1" y="436"/>
                  </a:cubicBezTo>
                  <a:cubicBezTo>
                    <a:pt x="1" y="687"/>
                    <a:pt x="202" y="888"/>
                    <a:pt x="453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185"/>
                    <a:pt x="687" y="1"/>
                    <a:pt x="4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1" name="Google Shape;5661;p60"/>
            <p:cNvSpPr/>
            <p:nvPr/>
          </p:nvSpPr>
          <p:spPr>
            <a:xfrm>
              <a:off x="7277600" y="38580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53" y="1"/>
                  </a:moveTo>
                  <a:cubicBezTo>
                    <a:pt x="202" y="1"/>
                    <a:pt x="1" y="185"/>
                    <a:pt x="1" y="436"/>
                  </a:cubicBezTo>
                  <a:cubicBezTo>
                    <a:pt x="1" y="687"/>
                    <a:pt x="202" y="888"/>
                    <a:pt x="453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185"/>
                    <a:pt x="687" y="1"/>
                    <a:pt x="4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2" name="Google Shape;5662;p60"/>
            <p:cNvSpPr/>
            <p:nvPr/>
          </p:nvSpPr>
          <p:spPr>
            <a:xfrm>
              <a:off x="7375525" y="38580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52" y="1"/>
                  </a:moveTo>
                  <a:cubicBezTo>
                    <a:pt x="201" y="1"/>
                    <a:pt x="0" y="185"/>
                    <a:pt x="0" y="436"/>
                  </a:cubicBezTo>
                  <a:cubicBezTo>
                    <a:pt x="0" y="687"/>
                    <a:pt x="201" y="888"/>
                    <a:pt x="452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185"/>
                    <a:pt x="687" y="1"/>
                    <a:pt x="4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3" name="Google Shape;5663;p60"/>
            <p:cNvSpPr/>
            <p:nvPr/>
          </p:nvSpPr>
          <p:spPr>
            <a:xfrm>
              <a:off x="7473450" y="38580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5" y="1"/>
                  </a:moveTo>
                  <a:cubicBezTo>
                    <a:pt x="201" y="1"/>
                    <a:pt x="0" y="185"/>
                    <a:pt x="0" y="436"/>
                  </a:cubicBezTo>
                  <a:cubicBezTo>
                    <a:pt x="0" y="687"/>
                    <a:pt x="201" y="888"/>
                    <a:pt x="435" y="888"/>
                  </a:cubicBezTo>
                  <a:cubicBezTo>
                    <a:pt x="687" y="888"/>
                    <a:pt x="887" y="687"/>
                    <a:pt x="887" y="436"/>
                  </a:cubicBezTo>
                  <a:cubicBezTo>
                    <a:pt x="887" y="185"/>
                    <a:pt x="68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4" name="Google Shape;5664;p60"/>
            <p:cNvSpPr/>
            <p:nvPr/>
          </p:nvSpPr>
          <p:spPr>
            <a:xfrm>
              <a:off x="7571375" y="38580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5" y="1"/>
                  </a:moveTo>
                  <a:cubicBezTo>
                    <a:pt x="201" y="1"/>
                    <a:pt x="0" y="185"/>
                    <a:pt x="0" y="436"/>
                  </a:cubicBezTo>
                  <a:cubicBezTo>
                    <a:pt x="0" y="687"/>
                    <a:pt x="201" y="888"/>
                    <a:pt x="435" y="888"/>
                  </a:cubicBezTo>
                  <a:cubicBezTo>
                    <a:pt x="686" y="888"/>
                    <a:pt x="887" y="687"/>
                    <a:pt x="887" y="436"/>
                  </a:cubicBezTo>
                  <a:cubicBezTo>
                    <a:pt x="887" y="185"/>
                    <a:pt x="686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5" name="Google Shape;5665;p60"/>
            <p:cNvSpPr/>
            <p:nvPr/>
          </p:nvSpPr>
          <p:spPr>
            <a:xfrm>
              <a:off x="7669275" y="3858075"/>
              <a:ext cx="22225" cy="22200"/>
            </a:xfrm>
            <a:custGeom>
              <a:avLst/>
              <a:gdLst/>
              <a:ahLst/>
              <a:cxnLst/>
              <a:rect l="l" t="t" r="r" b="b"/>
              <a:pathLst>
                <a:path w="889" h="888" extrusionOk="0">
                  <a:moveTo>
                    <a:pt x="436" y="1"/>
                  </a:moveTo>
                  <a:cubicBezTo>
                    <a:pt x="202" y="1"/>
                    <a:pt x="1" y="185"/>
                    <a:pt x="1" y="436"/>
                  </a:cubicBezTo>
                  <a:cubicBezTo>
                    <a:pt x="1" y="687"/>
                    <a:pt x="202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185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6" name="Google Shape;5666;p60"/>
            <p:cNvSpPr/>
            <p:nvPr/>
          </p:nvSpPr>
          <p:spPr>
            <a:xfrm>
              <a:off x="7081775" y="39601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52" y="1"/>
                  </a:moveTo>
                  <a:cubicBezTo>
                    <a:pt x="201" y="1"/>
                    <a:pt x="0" y="202"/>
                    <a:pt x="0" y="453"/>
                  </a:cubicBezTo>
                  <a:cubicBezTo>
                    <a:pt x="0" y="687"/>
                    <a:pt x="201" y="888"/>
                    <a:pt x="452" y="888"/>
                  </a:cubicBezTo>
                  <a:cubicBezTo>
                    <a:pt x="686" y="888"/>
                    <a:pt x="887" y="687"/>
                    <a:pt x="887" y="453"/>
                  </a:cubicBezTo>
                  <a:cubicBezTo>
                    <a:pt x="887" y="202"/>
                    <a:pt x="686" y="1"/>
                    <a:pt x="4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7" name="Google Shape;5667;p60"/>
            <p:cNvSpPr/>
            <p:nvPr/>
          </p:nvSpPr>
          <p:spPr>
            <a:xfrm>
              <a:off x="7277600" y="39601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53" y="1"/>
                  </a:moveTo>
                  <a:cubicBezTo>
                    <a:pt x="202" y="1"/>
                    <a:pt x="1" y="202"/>
                    <a:pt x="1" y="453"/>
                  </a:cubicBezTo>
                  <a:cubicBezTo>
                    <a:pt x="1" y="687"/>
                    <a:pt x="202" y="888"/>
                    <a:pt x="453" y="888"/>
                  </a:cubicBezTo>
                  <a:cubicBezTo>
                    <a:pt x="687" y="888"/>
                    <a:pt x="888" y="687"/>
                    <a:pt x="888" y="453"/>
                  </a:cubicBezTo>
                  <a:cubicBezTo>
                    <a:pt x="888" y="202"/>
                    <a:pt x="687" y="1"/>
                    <a:pt x="4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8" name="Google Shape;5668;p60"/>
            <p:cNvSpPr/>
            <p:nvPr/>
          </p:nvSpPr>
          <p:spPr>
            <a:xfrm>
              <a:off x="7473450" y="39601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5" y="1"/>
                  </a:moveTo>
                  <a:cubicBezTo>
                    <a:pt x="201" y="1"/>
                    <a:pt x="0" y="202"/>
                    <a:pt x="0" y="453"/>
                  </a:cubicBezTo>
                  <a:cubicBezTo>
                    <a:pt x="0" y="687"/>
                    <a:pt x="201" y="888"/>
                    <a:pt x="435" y="888"/>
                  </a:cubicBezTo>
                  <a:cubicBezTo>
                    <a:pt x="687" y="888"/>
                    <a:pt x="887" y="687"/>
                    <a:pt x="887" y="453"/>
                  </a:cubicBezTo>
                  <a:cubicBezTo>
                    <a:pt x="887" y="202"/>
                    <a:pt x="68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9" name="Google Shape;5669;p60"/>
            <p:cNvSpPr/>
            <p:nvPr/>
          </p:nvSpPr>
          <p:spPr>
            <a:xfrm>
              <a:off x="7669275" y="3960175"/>
              <a:ext cx="22225" cy="22200"/>
            </a:xfrm>
            <a:custGeom>
              <a:avLst/>
              <a:gdLst/>
              <a:ahLst/>
              <a:cxnLst/>
              <a:rect l="l" t="t" r="r" b="b"/>
              <a:pathLst>
                <a:path w="889" h="888" extrusionOk="0">
                  <a:moveTo>
                    <a:pt x="436" y="1"/>
                  </a:moveTo>
                  <a:cubicBezTo>
                    <a:pt x="202" y="1"/>
                    <a:pt x="1" y="202"/>
                    <a:pt x="1" y="453"/>
                  </a:cubicBezTo>
                  <a:cubicBezTo>
                    <a:pt x="1" y="687"/>
                    <a:pt x="202" y="888"/>
                    <a:pt x="436" y="888"/>
                  </a:cubicBezTo>
                  <a:cubicBezTo>
                    <a:pt x="687" y="888"/>
                    <a:pt x="888" y="687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0" name="Google Shape;5670;p60"/>
            <p:cNvSpPr/>
            <p:nvPr/>
          </p:nvSpPr>
          <p:spPr>
            <a:xfrm>
              <a:off x="7081775" y="406270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52" y="1"/>
                  </a:moveTo>
                  <a:cubicBezTo>
                    <a:pt x="201" y="1"/>
                    <a:pt x="0" y="202"/>
                    <a:pt x="0" y="436"/>
                  </a:cubicBezTo>
                  <a:cubicBezTo>
                    <a:pt x="0" y="687"/>
                    <a:pt x="201" y="888"/>
                    <a:pt x="452" y="888"/>
                  </a:cubicBezTo>
                  <a:cubicBezTo>
                    <a:pt x="686" y="888"/>
                    <a:pt x="887" y="687"/>
                    <a:pt x="887" y="436"/>
                  </a:cubicBezTo>
                  <a:cubicBezTo>
                    <a:pt x="887" y="202"/>
                    <a:pt x="686" y="1"/>
                    <a:pt x="4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1" name="Google Shape;5671;p60"/>
            <p:cNvSpPr/>
            <p:nvPr/>
          </p:nvSpPr>
          <p:spPr>
            <a:xfrm>
              <a:off x="7179675" y="406270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53" y="1"/>
                  </a:moveTo>
                  <a:cubicBezTo>
                    <a:pt x="202" y="1"/>
                    <a:pt x="1" y="202"/>
                    <a:pt x="1" y="436"/>
                  </a:cubicBezTo>
                  <a:cubicBezTo>
                    <a:pt x="1" y="687"/>
                    <a:pt x="202" y="888"/>
                    <a:pt x="453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2" name="Google Shape;5672;p60"/>
            <p:cNvSpPr/>
            <p:nvPr/>
          </p:nvSpPr>
          <p:spPr>
            <a:xfrm>
              <a:off x="7277600" y="406270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53" y="1"/>
                  </a:moveTo>
                  <a:cubicBezTo>
                    <a:pt x="202" y="1"/>
                    <a:pt x="1" y="202"/>
                    <a:pt x="1" y="436"/>
                  </a:cubicBezTo>
                  <a:cubicBezTo>
                    <a:pt x="1" y="687"/>
                    <a:pt x="202" y="888"/>
                    <a:pt x="453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3" name="Google Shape;5673;p60"/>
            <p:cNvSpPr/>
            <p:nvPr/>
          </p:nvSpPr>
          <p:spPr>
            <a:xfrm>
              <a:off x="7375525" y="406270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52" y="1"/>
                  </a:moveTo>
                  <a:cubicBezTo>
                    <a:pt x="201" y="1"/>
                    <a:pt x="0" y="202"/>
                    <a:pt x="0" y="436"/>
                  </a:cubicBezTo>
                  <a:cubicBezTo>
                    <a:pt x="0" y="687"/>
                    <a:pt x="201" y="888"/>
                    <a:pt x="452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4" name="Google Shape;5674;p60"/>
            <p:cNvSpPr/>
            <p:nvPr/>
          </p:nvSpPr>
          <p:spPr>
            <a:xfrm>
              <a:off x="7473450" y="406270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5" y="1"/>
                  </a:moveTo>
                  <a:cubicBezTo>
                    <a:pt x="201" y="1"/>
                    <a:pt x="0" y="202"/>
                    <a:pt x="0" y="436"/>
                  </a:cubicBezTo>
                  <a:cubicBezTo>
                    <a:pt x="0" y="687"/>
                    <a:pt x="201" y="888"/>
                    <a:pt x="435" y="888"/>
                  </a:cubicBezTo>
                  <a:cubicBezTo>
                    <a:pt x="687" y="888"/>
                    <a:pt x="887" y="687"/>
                    <a:pt x="887" y="436"/>
                  </a:cubicBezTo>
                  <a:cubicBezTo>
                    <a:pt x="887" y="202"/>
                    <a:pt x="68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5" name="Google Shape;5675;p60"/>
            <p:cNvSpPr/>
            <p:nvPr/>
          </p:nvSpPr>
          <p:spPr>
            <a:xfrm>
              <a:off x="7571375" y="406270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5" y="1"/>
                  </a:moveTo>
                  <a:cubicBezTo>
                    <a:pt x="201" y="1"/>
                    <a:pt x="0" y="202"/>
                    <a:pt x="0" y="436"/>
                  </a:cubicBezTo>
                  <a:cubicBezTo>
                    <a:pt x="0" y="687"/>
                    <a:pt x="201" y="888"/>
                    <a:pt x="435" y="888"/>
                  </a:cubicBezTo>
                  <a:cubicBezTo>
                    <a:pt x="686" y="888"/>
                    <a:pt x="887" y="687"/>
                    <a:pt x="887" y="436"/>
                  </a:cubicBezTo>
                  <a:cubicBezTo>
                    <a:pt x="887" y="202"/>
                    <a:pt x="686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6" name="Google Shape;5676;p60"/>
            <p:cNvSpPr/>
            <p:nvPr/>
          </p:nvSpPr>
          <p:spPr>
            <a:xfrm>
              <a:off x="7669275" y="4062700"/>
              <a:ext cx="22225" cy="22200"/>
            </a:xfrm>
            <a:custGeom>
              <a:avLst/>
              <a:gdLst/>
              <a:ahLst/>
              <a:cxnLst/>
              <a:rect l="l" t="t" r="r" b="b"/>
              <a:pathLst>
                <a:path w="889" h="888" extrusionOk="0">
                  <a:moveTo>
                    <a:pt x="436" y="1"/>
                  </a:moveTo>
                  <a:cubicBezTo>
                    <a:pt x="202" y="1"/>
                    <a:pt x="1" y="202"/>
                    <a:pt x="1" y="436"/>
                  </a:cubicBezTo>
                  <a:cubicBezTo>
                    <a:pt x="1" y="687"/>
                    <a:pt x="202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7" name="Google Shape;5677;p60"/>
            <p:cNvSpPr/>
            <p:nvPr/>
          </p:nvSpPr>
          <p:spPr>
            <a:xfrm>
              <a:off x="7081775" y="4164800"/>
              <a:ext cx="22200" cy="22625"/>
            </a:xfrm>
            <a:custGeom>
              <a:avLst/>
              <a:gdLst/>
              <a:ahLst/>
              <a:cxnLst/>
              <a:rect l="l" t="t" r="r" b="b"/>
              <a:pathLst>
                <a:path w="888" h="905" extrusionOk="0">
                  <a:moveTo>
                    <a:pt x="452" y="1"/>
                  </a:moveTo>
                  <a:cubicBezTo>
                    <a:pt x="201" y="1"/>
                    <a:pt x="0" y="202"/>
                    <a:pt x="0" y="453"/>
                  </a:cubicBezTo>
                  <a:cubicBezTo>
                    <a:pt x="0" y="704"/>
                    <a:pt x="201" y="905"/>
                    <a:pt x="452" y="905"/>
                  </a:cubicBezTo>
                  <a:cubicBezTo>
                    <a:pt x="686" y="905"/>
                    <a:pt x="887" y="704"/>
                    <a:pt x="887" y="453"/>
                  </a:cubicBezTo>
                  <a:cubicBezTo>
                    <a:pt x="887" y="202"/>
                    <a:pt x="686" y="1"/>
                    <a:pt x="4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8" name="Google Shape;5678;p60"/>
            <p:cNvSpPr/>
            <p:nvPr/>
          </p:nvSpPr>
          <p:spPr>
            <a:xfrm>
              <a:off x="7277600" y="4164800"/>
              <a:ext cx="22200" cy="22625"/>
            </a:xfrm>
            <a:custGeom>
              <a:avLst/>
              <a:gdLst/>
              <a:ahLst/>
              <a:cxnLst/>
              <a:rect l="l" t="t" r="r" b="b"/>
              <a:pathLst>
                <a:path w="888" h="905" extrusionOk="0">
                  <a:moveTo>
                    <a:pt x="453" y="1"/>
                  </a:moveTo>
                  <a:cubicBezTo>
                    <a:pt x="202" y="1"/>
                    <a:pt x="1" y="202"/>
                    <a:pt x="1" y="453"/>
                  </a:cubicBezTo>
                  <a:cubicBezTo>
                    <a:pt x="1" y="704"/>
                    <a:pt x="202" y="905"/>
                    <a:pt x="453" y="905"/>
                  </a:cubicBezTo>
                  <a:cubicBezTo>
                    <a:pt x="687" y="905"/>
                    <a:pt x="888" y="704"/>
                    <a:pt x="888" y="453"/>
                  </a:cubicBezTo>
                  <a:cubicBezTo>
                    <a:pt x="888" y="202"/>
                    <a:pt x="687" y="1"/>
                    <a:pt x="4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9" name="Google Shape;5679;p60"/>
            <p:cNvSpPr/>
            <p:nvPr/>
          </p:nvSpPr>
          <p:spPr>
            <a:xfrm>
              <a:off x="7473450" y="4164800"/>
              <a:ext cx="22200" cy="22625"/>
            </a:xfrm>
            <a:custGeom>
              <a:avLst/>
              <a:gdLst/>
              <a:ahLst/>
              <a:cxnLst/>
              <a:rect l="l" t="t" r="r" b="b"/>
              <a:pathLst>
                <a:path w="888" h="905" extrusionOk="0">
                  <a:moveTo>
                    <a:pt x="435" y="1"/>
                  </a:moveTo>
                  <a:cubicBezTo>
                    <a:pt x="201" y="1"/>
                    <a:pt x="0" y="202"/>
                    <a:pt x="0" y="453"/>
                  </a:cubicBezTo>
                  <a:cubicBezTo>
                    <a:pt x="0" y="704"/>
                    <a:pt x="201" y="905"/>
                    <a:pt x="435" y="905"/>
                  </a:cubicBezTo>
                  <a:cubicBezTo>
                    <a:pt x="687" y="905"/>
                    <a:pt x="887" y="704"/>
                    <a:pt x="887" y="453"/>
                  </a:cubicBezTo>
                  <a:cubicBezTo>
                    <a:pt x="887" y="202"/>
                    <a:pt x="68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0" name="Google Shape;5680;p60"/>
            <p:cNvSpPr/>
            <p:nvPr/>
          </p:nvSpPr>
          <p:spPr>
            <a:xfrm>
              <a:off x="7669275" y="4164800"/>
              <a:ext cx="22225" cy="22625"/>
            </a:xfrm>
            <a:custGeom>
              <a:avLst/>
              <a:gdLst/>
              <a:ahLst/>
              <a:cxnLst/>
              <a:rect l="l" t="t" r="r" b="b"/>
              <a:pathLst>
                <a:path w="889" h="905" extrusionOk="0">
                  <a:moveTo>
                    <a:pt x="436" y="1"/>
                  </a:moveTo>
                  <a:cubicBezTo>
                    <a:pt x="202" y="1"/>
                    <a:pt x="1" y="202"/>
                    <a:pt x="1" y="453"/>
                  </a:cubicBezTo>
                  <a:cubicBezTo>
                    <a:pt x="1" y="704"/>
                    <a:pt x="202" y="905"/>
                    <a:pt x="436" y="905"/>
                  </a:cubicBezTo>
                  <a:cubicBezTo>
                    <a:pt x="687" y="905"/>
                    <a:pt x="888" y="704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1" name="Google Shape;5681;p60"/>
            <p:cNvSpPr/>
            <p:nvPr/>
          </p:nvSpPr>
          <p:spPr>
            <a:xfrm>
              <a:off x="7081775" y="4267325"/>
              <a:ext cx="22200" cy="24300"/>
            </a:xfrm>
            <a:custGeom>
              <a:avLst/>
              <a:gdLst/>
              <a:ahLst/>
              <a:cxnLst/>
              <a:rect l="l" t="t" r="r" b="b"/>
              <a:pathLst>
                <a:path w="888" h="972" extrusionOk="0">
                  <a:moveTo>
                    <a:pt x="452" y="1"/>
                  </a:moveTo>
                  <a:cubicBezTo>
                    <a:pt x="201" y="1"/>
                    <a:pt x="0" y="202"/>
                    <a:pt x="0" y="453"/>
                  </a:cubicBezTo>
                  <a:cubicBezTo>
                    <a:pt x="0" y="453"/>
                    <a:pt x="0" y="470"/>
                    <a:pt x="0" y="486"/>
                  </a:cubicBezTo>
                  <a:cubicBezTo>
                    <a:pt x="0" y="503"/>
                    <a:pt x="0" y="503"/>
                    <a:pt x="0" y="520"/>
                  </a:cubicBezTo>
                  <a:cubicBezTo>
                    <a:pt x="0" y="771"/>
                    <a:pt x="201" y="972"/>
                    <a:pt x="452" y="972"/>
                  </a:cubicBezTo>
                  <a:cubicBezTo>
                    <a:pt x="686" y="972"/>
                    <a:pt x="887" y="771"/>
                    <a:pt x="887" y="520"/>
                  </a:cubicBezTo>
                  <a:cubicBezTo>
                    <a:pt x="887" y="503"/>
                    <a:pt x="887" y="503"/>
                    <a:pt x="887" y="486"/>
                  </a:cubicBezTo>
                  <a:cubicBezTo>
                    <a:pt x="887" y="470"/>
                    <a:pt x="887" y="453"/>
                    <a:pt x="887" y="453"/>
                  </a:cubicBezTo>
                  <a:cubicBezTo>
                    <a:pt x="887" y="202"/>
                    <a:pt x="686" y="1"/>
                    <a:pt x="4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2" name="Google Shape;5682;p60"/>
            <p:cNvSpPr/>
            <p:nvPr/>
          </p:nvSpPr>
          <p:spPr>
            <a:xfrm>
              <a:off x="7179675" y="4267325"/>
              <a:ext cx="22200" cy="24300"/>
            </a:xfrm>
            <a:custGeom>
              <a:avLst/>
              <a:gdLst/>
              <a:ahLst/>
              <a:cxnLst/>
              <a:rect l="l" t="t" r="r" b="b"/>
              <a:pathLst>
                <a:path w="888" h="972" extrusionOk="0">
                  <a:moveTo>
                    <a:pt x="453" y="1"/>
                  </a:moveTo>
                  <a:cubicBezTo>
                    <a:pt x="202" y="1"/>
                    <a:pt x="1" y="202"/>
                    <a:pt x="1" y="453"/>
                  </a:cubicBezTo>
                  <a:cubicBezTo>
                    <a:pt x="1" y="453"/>
                    <a:pt x="1" y="470"/>
                    <a:pt x="1" y="486"/>
                  </a:cubicBezTo>
                  <a:cubicBezTo>
                    <a:pt x="1" y="503"/>
                    <a:pt x="1" y="503"/>
                    <a:pt x="1" y="520"/>
                  </a:cubicBezTo>
                  <a:cubicBezTo>
                    <a:pt x="1" y="771"/>
                    <a:pt x="202" y="972"/>
                    <a:pt x="453" y="972"/>
                  </a:cubicBezTo>
                  <a:cubicBezTo>
                    <a:pt x="687" y="972"/>
                    <a:pt x="888" y="771"/>
                    <a:pt x="888" y="520"/>
                  </a:cubicBezTo>
                  <a:cubicBezTo>
                    <a:pt x="888" y="503"/>
                    <a:pt x="888" y="503"/>
                    <a:pt x="888" y="486"/>
                  </a:cubicBezTo>
                  <a:cubicBezTo>
                    <a:pt x="888" y="470"/>
                    <a:pt x="888" y="453"/>
                    <a:pt x="888" y="453"/>
                  </a:cubicBezTo>
                  <a:cubicBezTo>
                    <a:pt x="888" y="202"/>
                    <a:pt x="687" y="1"/>
                    <a:pt x="4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3" name="Google Shape;5683;p60"/>
            <p:cNvSpPr/>
            <p:nvPr/>
          </p:nvSpPr>
          <p:spPr>
            <a:xfrm>
              <a:off x="7277600" y="4267325"/>
              <a:ext cx="22200" cy="24300"/>
            </a:xfrm>
            <a:custGeom>
              <a:avLst/>
              <a:gdLst/>
              <a:ahLst/>
              <a:cxnLst/>
              <a:rect l="l" t="t" r="r" b="b"/>
              <a:pathLst>
                <a:path w="888" h="972" extrusionOk="0">
                  <a:moveTo>
                    <a:pt x="453" y="1"/>
                  </a:moveTo>
                  <a:cubicBezTo>
                    <a:pt x="202" y="1"/>
                    <a:pt x="1" y="202"/>
                    <a:pt x="1" y="453"/>
                  </a:cubicBezTo>
                  <a:cubicBezTo>
                    <a:pt x="1" y="453"/>
                    <a:pt x="1" y="470"/>
                    <a:pt x="1" y="486"/>
                  </a:cubicBezTo>
                  <a:cubicBezTo>
                    <a:pt x="1" y="503"/>
                    <a:pt x="1" y="503"/>
                    <a:pt x="1" y="520"/>
                  </a:cubicBezTo>
                  <a:cubicBezTo>
                    <a:pt x="1" y="771"/>
                    <a:pt x="202" y="972"/>
                    <a:pt x="453" y="972"/>
                  </a:cubicBezTo>
                  <a:cubicBezTo>
                    <a:pt x="687" y="972"/>
                    <a:pt x="888" y="771"/>
                    <a:pt x="888" y="520"/>
                  </a:cubicBezTo>
                  <a:cubicBezTo>
                    <a:pt x="888" y="503"/>
                    <a:pt x="888" y="503"/>
                    <a:pt x="888" y="486"/>
                  </a:cubicBezTo>
                  <a:cubicBezTo>
                    <a:pt x="888" y="470"/>
                    <a:pt x="888" y="453"/>
                    <a:pt x="888" y="453"/>
                  </a:cubicBezTo>
                  <a:cubicBezTo>
                    <a:pt x="888" y="202"/>
                    <a:pt x="687" y="1"/>
                    <a:pt x="4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4" name="Google Shape;5684;p60"/>
            <p:cNvSpPr/>
            <p:nvPr/>
          </p:nvSpPr>
          <p:spPr>
            <a:xfrm>
              <a:off x="7375525" y="4267325"/>
              <a:ext cx="22200" cy="24300"/>
            </a:xfrm>
            <a:custGeom>
              <a:avLst/>
              <a:gdLst/>
              <a:ahLst/>
              <a:cxnLst/>
              <a:rect l="l" t="t" r="r" b="b"/>
              <a:pathLst>
                <a:path w="888" h="972" extrusionOk="0">
                  <a:moveTo>
                    <a:pt x="452" y="1"/>
                  </a:moveTo>
                  <a:cubicBezTo>
                    <a:pt x="201" y="1"/>
                    <a:pt x="0" y="202"/>
                    <a:pt x="0" y="453"/>
                  </a:cubicBezTo>
                  <a:cubicBezTo>
                    <a:pt x="0" y="453"/>
                    <a:pt x="0" y="470"/>
                    <a:pt x="0" y="486"/>
                  </a:cubicBezTo>
                  <a:cubicBezTo>
                    <a:pt x="0" y="503"/>
                    <a:pt x="0" y="503"/>
                    <a:pt x="0" y="520"/>
                  </a:cubicBezTo>
                  <a:cubicBezTo>
                    <a:pt x="0" y="771"/>
                    <a:pt x="201" y="972"/>
                    <a:pt x="452" y="972"/>
                  </a:cubicBezTo>
                  <a:cubicBezTo>
                    <a:pt x="687" y="972"/>
                    <a:pt x="888" y="771"/>
                    <a:pt x="888" y="520"/>
                  </a:cubicBezTo>
                  <a:cubicBezTo>
                    <a:pt x="888" y="503"/>
                    <a:pt x="888" y="503"/>
                    <a:pt x="888" y="486"/>
                  </a:cubicBezTo>
                  <a:cubicBezTo>
                    <a:pt x="888" y="470"/>
                    <a:pt x="888" y="453"/>
                    <a:pt x="888" y="453"/>
                  </a:cubicBezTo>
                  <a:cubicBezTo>
                    <a:pt x="888" y="202"/>
                    <a:pt x="687" y="1"/>
                    <a:pt x="4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5" name="Google Shape;5685;p60"/>
            <p:cNvSpPr/>
            <p:nvPr/>
          </p:nvSpPr>
          <p:spPr>
            <a:xfrm>
              <a:off x="7473450" y="4267325"/>
              <a:ext cx="22200" cy="24300"/>
            </a:xfrm>
            <a:custGeom>
              <a:avLst/>
              <a:gdLst/>
              <a:ahLst/>
              <a:cxnLst/>
              <a:rect l="l" t="t" r="r" b="b"/>
              <a:pathLst>
                <a:path w="888" h="972" extrusionOk="0">
                  <a:moveTo>
                    <a:pt x="435" y="1"/>
                  </a:moveTo>
                  <a:cubicBezTo>
                    <a:pt x="201" y="1"/>
                    <a:pt x="0" y="202"/>
                    <a:pt x="0" y="453"/>
                  </a:cubicBezTo>
                  <a:cubicBezTo>
                    <a:pt x="0" y="453"/>
                    <a:pt x="0" y="470"/>
                    <a:pt x="0" y="486"/>
                  </a:cubicBezTo>
                  <a:cubicBezTo>
                    <a:pt x="0" y="503"/>
                    <a:pt x="0" y="503"/>
                    <a:pt x="0" y="520"/>
                  </a:cubicBezTo>
                  <a:cubicBezTo>
                    <a:pt x="0" y="771"/>
                    <a:pt x="201" y="972"/>
                    <a:pt x="435" y="972"/>
                  </a:cubicBezTo>
                  <a:cubicBezTo>
                    <a:pt x="687" y="972"/>
                    <a:pt x="887" y="771"/>
                    <a:pt x="887" y="520"/>
                  </a:cubicBezTo>
                  <a:cubicBezTo>
                    <a:pt x="887" y="503"/>
                    <a:pt x="887" y="503"/>
                    <a:pt x="887" y="486"/>
                  </a:cubicBezTo>
                  <a:cubicBezTo>
                    <a:pt x="887" y="470"/>
                    <a:pt x="887" y="453"/>
                    <a:pt x="887" y="453"/>
                  </a:cubicBezTo>
                  <a:cubicBezTo>
                    <a:pt x="887" y="202"/>
                    <a:pt x="68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6" name="Google Shape;5686;p60"/>
            <p:cNvSpPr/>
            <p:nvPr/>
          </p:nvSpPr>
          <p:spPr>
            <a:xfrm>
              <a:off x="7571375" y="4267325"/>
              <a:ext cx="22200" cy="24300"/>
            </a:xfrm>
            <a:custGeom>
              <a:avLst/>
              <a:gdLst/>
              <a:ahLst/>
              <a:cxnLst/>
              <a:rect l="l" t="t" r="r" b="b"/>
              <a:pathLst>
                <a:path w="888" h="972" extrusionOk="0">
                  <a:moveTo>
                    <a:pt x="435" y="1"/>
                  </a:moveTo>
                  <a:cubicBezTo>
                    <a:pt x="201" y="1"/>
                    <a:pt x="0" y="202"/>
                    <a:pt x="0" y="453"/>
                  </a:cubicBezTo>
                  <a:cubicBezTo>
                    <a:pt x="0" y="453"/>
                    <a:pt x="0" y="470"/>
                    <a:pt x="0" y="486"/>
                  </a:cubicBezTo>
                  <a:cubicBezTo>
                    <a:pt x="0" y="503"/>
                    <a:pt x="0" y="503"/>
                    <a:pt x="0" y="520"/>
                  </a:cubicBezTo>
                  <a:cubicBezTo>
                    <a:pt x="0" y="771"/>
                    <a:pt x="201" y="972"/>
                    <a:pt x="435" y="972"/>
                  </a:cubicBezTo>
                  <a:cubicBezTo>
                    <a:pt x="686" y="972"/>
                    <a:pt x="887" y="771"/>
                    <a:pt x="887" y="520"/>
                  </a:cubicBezTo>
                  <a:cubicBezTo>
                    <a:pt x="887" y="503"/>
                    <a:pt x="887" y="503"/>
                    <a:pt x="887" y="486"/>
                  </a:cubicBezTo>
                  <a:cubicBezTo>
                    <a:pt x="887" y="470"/>
                    <a:pt x="887" y="453"/>
                    <a:pt x="887" y="453"/>
                  </a:cubicBezTo>
                  <a:cubicBezTo>
                    <a:pt x="887" y="202"/>
                    <a:pt x="686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7" name="Google Shape;5687;p60"/>
            <p:cNvSpPr/>
            <p:nvPr/>
          </p:nvSpPr>
          <p:spPr>
            <a:xfrm>
              <a:off x="7669275" y="4267325"/>
              <a:ext cx="22225" cy="24300"/>
            </a:xfrm>
            <a:custGeom>
              <a:avLst/>
              <a:gdLst/>
              <a:ahLst/>
              <a:cxnLst/>
              <a:rect l="l" t="t" r="r" b="b"/>
              <a:pathLst>
                <a:path w="889" h="972" extrusionOk="0">
                  <a:moveTo>
                    <a:pt x="436" y="1"/>
                  </a:moveTo>
                  <a:cubicBezTo>
                    <a:pt x="202" y="1"/>
                    <a:pt x="1" y="202"/>
                    <a:pt x="1" y="453"/>
                  </a:cubicBezTo>
                  <a:cubicBezTo>
                    <a:pt x="1" y="453"/>
                    <a:pt x="1" y="470"/>
                    <a:pt x="1" y="486"/>
                  </a:cubicBezTo>
                  <a:cubicBezTo>
                    <a:pt x="1" y="503"/>
                    <a:pt x="1" y="503"/>
                    <a:pt x="1" y="520"/>
                  </a:cubicBezTo>
                  <a:cubicBezTo>
                    <a:pt x="1" y="771"/>
                    <a:pt x="202" y="972"/>
                    <a:pt x="436" y="972"/>
                  </a:cubicBezTo>
                  <a:cubicBezTo>
                    <a:pt x="687" y="972"/>
                    <a:pt x="888" y="771"/>
                    <a:pt x="888" y="520"/>
                  </a:cubicBezTo>
                  <a:cubicBezTo>
                    <a:pt x="888" y="503"/>
                    <a:pt x="888" y="503"/>
                    <a:pt x="888" y="486"/>
                  </a:cubicBezTo>
                  <a:cubicBezTo>
                    <a:pt x="888" y="470"/>
                    <a:pt x="888" y="453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8" name="Google Shape;5688;p60"/>
            <p:cNvSpPr/>
            <p:nvPr/>
          </p:nvSpPr>
          <p:spPr>
            <a:xfrm>
              <a:off x="8452650" y="4267325"/>
              <a:ext cx="22200" cy="24300"/>
            </a:xfrm>
            <a:custGeom>
              <a:avLst/>
              <a:gdLst/>
              <a:ahLst/>
              <a:cxnLst/>
              <a:rect l="l" t="t" r="r" b="b"/>
              <a:pathLst>
                <a:path w="888" h="972" extrusionOk="0">
                  <a:moveTo>
                    <a:pt x="436" y="1"/>
                  </a:moveTo>
                  <a:cubicBezTo>
                    <a:pt x="185" y="1"/>
                    <a:pt x="0" y="202"/>
                    <a:pt x="0" y="453"/>
                  </a:cubicBezTo>
                  <a:cubicBezTo>
                    <a:pt x="0" y="453"/>
                    <a:pt x="0" y="470"/>
                    <a:pt x="0" y="486"/>
                  </a:cubicBezTo>
                  <a:cubicBezTo>
                    <a:pt x="0" y="503"/>
                    <a:pt x="0" y="503"/>
                    <a:pt x="0" y="520"/>
                  </a:cubicBezTo>
                  <a:cubicBezTo>
                    <a:pt x="0" y="771"/>
                    <a:pt x="185" y="972"/>
                    <a:pt x="436" y="972"/>
                  </a:cubicBezTo>
                  <a:cubicBezTo>
                    <a:pt x="687" y="972"/>
                    <a:pt x="888" y="771"/>
                    <a:pt x="888" y="520"/>
                  </a:cubicBezTo>
                  <a:cubicBezTo>
                    <a:pt x="888" y="503"/>
                    <a:pt x="888" y="503"/>
                    <a:pt x="871" y="486"/>
                  </a:cubicBezTo>
                  <a:cubicBezTo>
                    <a:pt x="888" y="470"/>
                    <a:pt x="888" y="453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9" name="Google Shape;5689;p60"/>
            <p:cNvSpPr/>
            <p:nvPr/>
          </p:nvSpPr>
          <p:spPr>
            <a:xfrm>
              <a:off x="8354725" y="4267325"/>
              <a:ext cx="22200" cy="24300"/>
            </a:xfrm>
            <a:custGeom>
              <a:avLst/>
              <a:gdLst/>
              <a:ahLst/>
              <a:cxnLst/>
              <a:rect l="l" t="t" r="r" b="b"/>
              <a:pathLst>
                <a:path w="888" h="972" extrusionOk="0">
                  <a:moveTo>
                    <a:pt x="436" y="1"/>
                  </a:moveTo>
                  <a:cubicBezTo>
                    <a:pt x="185" y="1"/>
                    <a:pt x="1" y="202"/>
                    <a:pt x="1" y="453"/>
                  </a:cubicBezTo>
                  <a:cubicBezTo>
                    <a:pt x="1" y="453"/>
                    <a:pt x="1" y="470"/>
                    <a:pt x="1" y="486"/>
                  </a:cubicBezTo>
                  <a:cubicBezTo>
                    <a:pt x="1" y="503"/>
                    <a:pt x="1" y="503"/>
                    <a:pt x="1" y="520"/>
                  </a:cubicBezTo>
                  <a:cubicBezTo>
                    <a:pt x="1" y="771"/>
                    <a:pt x="185" y="972"/>
                    <a:pt x="436" y="972"/>
                  </a:cubicBezTo>
                  <a:cubicBezTo>
                    <a:pt x="687" y="972"/>
                    <a:pt x="888" y="771"/>
                    <a:pt x="888" y="520"/>
                  </a:cubicBezTo>
                  <a:cubicBezTo>
                    <a:pt x="888" y="503"/>
                    <a:pt x="888" y="503"/>
                    <a:pt x="871" y="486"/>
                  </a:cubicBezTo>
                  <a:cubicBezTo>
                    <a:pt x="888" y="470"/>
                    <a:pt x="888" y="453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0" name="Google Shape;5690;p60"/>
            <p:cNvSpPr/>
            <p:nvPr/>
          </p:nvSpPr>
          <p:spPr>
            <a:xfrm>
              <a:off x="8256800" y="4267325"/>
              <a:ext cx="22200" cy="24300"/>
            </a:xfrm>
            <a:custGeom>
              <a:avLst/>
              <a:gdLst/>
              <a:ahLst/>
              <a:cxnLst/>
              <a:rect l="l" t="t" r="r" b="b"/>
              <a:pathLst>
                <a:path w="888" h="972" extrusionOk="0">
                  <a:moveTo>
                    <a:pt x="436" y="1"/>
                  </a:moveTo>
                  <a:cubicBezTo>
                    <a:pt x="202" y="1"/>
                    <a:pt x="1" y="202"/>
                    <a:pt x="1" y="453"/>
                  </a:cubicBezTo>
                  <a:cubicBezTo>
                    <a:pt x="1" y="453"/>
                    <a:pt x="1" y="470"/>
                    <a:pt x="1" y="486"/>
                  </a:cubicBezTo>
                  <a:cubicBezTo>
                    <a:pt x="1" y="503"/>
                    <a:pt x="1" y="503"/>
                    <a:pt x="1" y="520"/>
                  </a:cubicBezTo>
                  <a:cubicBezTo>
                    <a:pt x="1" y="771"/>
                    <a:pt x="185" y="972"/>
                    <a:pt x="436" y="972"/>
                  </a:cubicBezTo>
                  <a:cubicBezTo>
                    <a:pt x="687" y="972"/>
                    <a:pt x="888" y="771"/>
                    <a:pt x="888" y="520"/>
                  </a:cubicBezTo>
                  <a:cubicBezTo>
                    <a:pt x="888" y="503"/>
                    <a:pt x="888" y="503"/>
                    <a:pt x="888" y="486"/>
                  </a:cubicBezTo>
                  <a:cubicBezTo>
                    <a:pt x="888" y="470"/>
                    <a:pt x="888" y="453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1" name="Google Shape;5691;p60"/>
            <p:cNvSpPr/>
            <p:nvPr/>
          </p:nvSpPr>
          <p:spPr>
            <a:xfrm>
              <a:off x="8158875" y="4267325"/>
              <a:ext cx="22225" cy="24300"/>
            </a:xfrm>
            <a:custGeom>
              <a:avLst/>
              <a:gdLst/>
              <a:ahLst/>
              <a:cxnLst/>
              <a:rect l="l" t="t" r="r" b="b"/>
              <a:pathLst>
                <a:path w="889" h="972" extrusionOk="0">
                  <a:moveTo>
                    <a:pt x="436" y="1"/>
                  </a:moveTo>
                  <a:cubicBezTo>
                    <a:pt x="202" y="1"/>
                    <a:pt x="1" y="202"/>
                    <a:pt x="1" y="453"/>
                  </a:cubicBezTo>
                  <a:cubicBezTo>
                    <a:pt x="1" y="453"/>
                    <a:pt x="1" y="470"/>
                    <a:pt x="1" y="486"/>
                  </a:cubicBezTo>
                  <a:cubicBezTo>
                    <a:pt x="1" y="503"/>
                    <a:pt x="1" y="503"/>
                    <a:pt x="1" y="520"/>
                  </a:cubicBezTo>
                  <a:cubicBezTo>
                    <a:pt x="1" y="771"/>
                    <a:pt x="202" y="972"/>
                    <a:pt x="436" y="972"/>
                  </a:cubicBezTo>
                  <a:cubicBezTo>
                    <a:pt x="687" y="972"/>
                    <a:pt x="888" y="771"/>
                    <a:pt x="888" y="520"/>
                  </a:cubicBezTo>
                  <a:cubicBezTo>
                    <a:pt x="888" y="503"/>
                    <a:pt x="888" y="503"/>
                    <a:pt x="888" y="486"/>
                  </a:cubicBezTo>
                  <a:cubicBezTo>
                    <a:pt x="888" y="470"/>
                    <a:pt x="888" y="453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2" name="Google Shape;5692;p60"/>
            <p:cNvSpPr/>
            <p:nvPr/>
          </p:nvSpPr>
          <p:spPr>
            <a:xfrm>
              <a:off x="8060975" y="4267325"/>
              <a:ext cx="22200" cy="24300"/>
            </a:xfrm>
            <a:custGeom>
              <a:avLst/>
              <a:gdLst/>
              <a:ahLst/>
              <a:cxnLst/>
              <a:rect l="l" t="t" r="r" b="b"/>
              <a:pathLst>
                <a:path w="888" h="972" extrusionOk="0">
                  <a:moveTo>
                    <a:pt x="435" y="1"/>
                  </a:moveTo>
                  <a:cubicBezTo>
                    <a:pt x="201" y="1"/>
                    <a:pt x="0" y="202"/>
                    <a:pt x="0" y="453"/>
                  </a:cubicBezTo>
                  <a:cubicBezTo>
                    <a:pt x="0" y="453"/>
                    <a:pt x="0" y="470"/>
                    <a:pt x="0" y="486"/>
                  </a:cubicBezTo>
                  <a:cubicBezTo>
                    <a:pt x="0" y="503"/>
                    <a:pt x="0" y="503"/>
                    <a:pt x="0" y="520"/>
                  </a:cubicBezTo>
                  <a:cubicBezTo>
                    <a:pt x="0" y="771"/>
                    <a:pt x="201" y="972"/>
                    <a:pt x="435" y="972"/>
                  </a:cubicBezTo>
                  <a:cubicBezTo>
                    <a:pt x="686" y="972"/>
                    <a:pt x="887" y="771"/>
                    <a:pt x="887" y="520"/>
                  </a:cubicBezTo>
                  <a:cubicBezTo>
                    <a:pt x="887" y="503"/>
                    <a:pt x="887" y="503"/>
                    <a:pt x="887" y="486"/>
                  </a:cubicBezTo>
                  <a:cubicBezTo>
                    <a:pt x="887" y="470"/>
                    <a:pt x="887" y="453"/>
                    <a:pt x="887" y="453"/>
                  </a:cubicBezTo>
                  <a:cubicBezTo>
                    <a:pt x="887" y="202"/>
                    <a:pt x="686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3" name="Google Shape;5693;p60"/>
            <p:cNvSpPr/>
            <p:nvPr/>
          </p:nvSpPr>
          <p:spPr>
            <a:xfrm>
              <a:off x="7963050" y="4267325"/>
              <a:ext cx="22200" cy="24300"/>
            </a:xfrm>
            <a:custGeom>
              <a:avLst/>
              <a:gdLst/>
              <a:ahLst/>
              <a:cxnLst/>
              <a:rect l="l" t="t" r="r" b="b"/>
              <a:pathLst>
                <a:path w="888" h="972" extrusionOk="0">
                  <a:moveTo>
                    <a:pt x="436" y="1"/>
                  </a:moveTo>
                  <a:cubicBezTo>
                    <a:pt x="201" y="1"/>
                    <a:pt x="0" y="202"/>
                    <a:pt x="0" y="453"/>
                  </a:cubicBezTo>
                  <a:cubicBezTo>
                    <a:pt x="0" y="453"/>
                    <a:pt x="0" y="470"/>
                    <a:pt x="0" y="486"/>
                  </a:cubicBezTo>
                  <a:cubicBezTo>
                    <a:pt x="0" y="503"/>
                    <a:pt x="0" y="503"/>
                    <a:pt x="0" y="520"/>
                  </a:cubicBezTo>
                  <a:cubicBezTo>
                    <a:pt x="0" y="771"/>
                    <a:pt x="201" y="972"/>
                    <a:pt x="436" y="972"/>
                  </a:cubicBezTo>
                  <a:cubicBezTo>
                    <a:pt x="687" y="972"/>
                    <a:pt x="887" y="771"/>
                    <a:pt x="887" y="520"/>
                  </a:cubicBezTo>
                  <a:cubicBezTo>
                    <a:pt x="887" y="503"/>
                    <a:pt x="887" y="503"/>
                    <a:pt x="887" y="486"/>
                  </a:cubicBezTo>
                  <a:cubicBezTo>
                    <a:pt x="887" y="470"/>
                    <a:pt x="887" y="453"/>
                    <a:pt x="887" y="453"/>
                  </a:cubicBezTo>
                  <a:cubicBezTo>
                    <a:pt x="887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4" name="Google Shape;5694;p60"/>
            <p:cNvSpPr/>
            <p:nvPr/>
          </p:nvSpPr>
          <p:spPr>
            <a:xfrm>
              <a:off x="7865125" y="4267325"/>
              <a:ext cx="22200" cy="24300"/>
            </a:xfrm>
            <a:custGeom>
              <a:avLst/>
              <a:gdLst/>
              <a:ahLst/>
              <a:cxnLst/>
              <a:rect l="l" t="t" r="r" b="b"/>
              <a:pathLst>
                <a:path w="888" h="972" extrusionOk="0">
                  <a:moveTo>
                    <a:pt x="436" y="1"/>
                  </a:moveTo>
                  <a:cubicBezTo>
                    <a:pt x="201" y="1"/>
                    <a:pt x="1" y="202"/>
                    <a:pt x="1" y="453"/>
                  </a:cubicBezTo>
                  <a:cubicBezTo>
                    <a:pt x="1" y="453"/>
                    <a:pt x="1" y="470"/>
                    <a:pt x="1" y="486"/>
                  </a:cubicBezTo>
                  <a:cubicBezTo>
                    <a:pt x="1" y="503"/>
                    <a:pt x="1" y="503"/>
                    <a:pt x="1" y="520"/>
                  </a:cubicBezTo>
                  <a:cubicBezTo>
                    <a:pt x="1" y="771"/>
                    <a:pt x="201" y="972"/>
                    <a:pt x="436" y="972"/>
                  </a:cubicBezTo>
                  <a:cubicBezTo>
                    <a:pt x="687" y="972"/>
                    <a:pt x="888" y="771"/>
                    <a:pt x="888" y="520"/>
                  </a:cubicBezTo>
                  <a:cubicBezTo>
                    <a:pt x="888" y="503"/>
                    <a:pt x="888" y="503"/>
                    <a:pt x="888" y="486"/>
                  </a:cubicBezTo>
                  <a:cubicBezTo>
                    <a:pt x="888" y="470"/>
                    <a:pt x="888" y="453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5" name="Google Shape;5695;p60"/>
            <p:cNvSpPr/>
            <p:nvPr/>
          </p:nvSpPr>
          <p:spPr>
            <a:xfrm>
              <a:off x="7767200" y="4267325"/>
              <a:ext cx="22200" cy="24300"/>
            </a:xfrm>
            <a:custGeom>
              <a:avLst/>
              <a:gdLst/>
              <a:ahLst/>
              <a:cxnLst/>
              <a:rect l="l" t="t" r="r" b="b"/>
              <a:pathLst>
                <a:path w="888" h="972" extrusionOk="0">
                  <a:moveTo>
                    <a:pt x="436" y="1"/>
                  </a:moveTo>
                  <a:cubicBezTo>
                    <a:pt x="202" y="1"/>
                    <a:pt x="1" y="202"/>
                    <a:pt x="1" y="453"/>
                  </a:cubicBezTo>
                  <a:cubicBezTo>
                    <a:pt x="1" y="453"/>
                    <a:pt x="1" y="470"/>
                    <a:pt x="1" y="486"/>
                  </a:cubicBezTo>
                  <a:cubicBezTo>
                    <a:pt x="1" y="503"/>
                    <a:pt x="1" y="503"/>
                    <a:pt x="1" y="520"/>
                  </a:cubicBezTo>
                  <a:cubicBezTo>
                    <a:pt x="1" y="771"/>
                    <a:pt x="202" y="972"/>
                    <a:pt x="436" y="972"/>
                  </a:cubicBezTo>
                  <a:cubicBezTo>
                    <a:pt x="687" y="972"/>
                    <a:pt x="888" y="771"/>
                    <a:pt x="888" y="520"/>
                  </a:cubicBezTo>
                  <a:cubicBezTo>
                    <a:pt x="888" y="503"/>
                    <a:pt x="888" y="503"/>
                    <a:pt x="888" y="486"/>
                  </a:cubicBezTo>
                  <a:cubicBezTo>
                    <a:pt x="888" y="470"/>
                    <a:pt x="888" y="453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6" name="Google Shape;5696;p60"/>
            <p:cNvSpPr/>
            <p:nvPr/>
          </p:nvSpPr>
          <p:spPr>
            <a:xfrm>
              <a:off x="8452650" y="4164800"/>
              <a:ext cx="22200" cy="22625"/>
            </a:xfrm>
            <a:custGeom>
              <a:avLst/>
              <a:gdLst/>
              <a:ahLst/>
              <a:cxnLst/>
              <a:rect l="l" t="t" r="r" b="b"/>
              <a:pathLst>
                <a:path w="888" h="905" extrusionOk="0">
                  <a:moveTo>
                    <a:pt x="436" y="1"/>
                  </a:moveTo>
                  <a:cubicBezTo>
                    <a:pt x="185" y="1"/>
                    <a:pt x="0" y="202"/>
                    <a:pt x="0" y="453"/>
                  </a:cubicBezTo>
                  <a:cubicBezTo>
                    <a:pt x="0" y="704"/>
                    <a:pt x="185" y="905"/>
                    <a:pt x="436" y="905"/>
                  </a:cubicBezTo>
                  <a:cubicBezTo>
                    <a:pt x="687" y="905"/>
                    <a:pt x="888" y="704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7" name="Google Shape;5697;p60"/>
            <p:cNvSpPr/>
            <p:nvPr/>
          </p:nvSpPr>
          <p:spPr>
            <a:xfrm>
              <a:off x="8256800" y="4164800"/>
              <a:ext cx="22200" cy="22625"/>
            </a:xfrm>
            <a:custGeom>
              <a:avLst/>
              <a:gdLst/>
              <a:ahLst/>
              <a:cxnLst/>
              <a:rect l="l" t="t" r="r" b="b"/>
              <a:pathLst>
                <a:path w="888" h="905" extrusionOk="0">
                  <a:moveTo>
                    <a:pt x="436" y="1"/>
                  </a:moveTo>
                  <a:cubicBezTo>
                    <a:pt x="202" y="1"/>
                    <a:pt x="1" y="202"/>
                    <a:pt x="1" y="453"/>
                  </a:cubicBezTo>
                  <a:cubicBezTo>
                    <a:pt x="1" y="704"/>
                    <a:pt x="185" y="905"/>
                    <a:pt x="436" y="905"/>
                  </a:cubicBezTo>
                  <a:cubicBezTo>
                    <a:pt x="687" y="905"/>
                    <a:pt x="888" y="704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8" name="Google Shape;5698;p60"/>
            <p:cNvSpPr/>
            <p:nvPr/>
          </p:nvSpPr>
          <p:spPr>
            <a:xfrm>
              <a:off x="8060975" y="4164800"/>
              <a:ext cx="22200" cy="22625"/>
            </a:xfrm>
            <a:custGeom>
              <a:avLst/>
              <a:gdLst/>
              <a:ahLst/>
              <a:cxnLst/>
              <a:rect l="l" t="t" r="r" b="b"/>
              <a:pathLst>
                <a:path w="888" h="905" extrusionOk="0">
                  <a:moveTo>
                    <a:pt x="435" y="1"/>
                  </a:moveTo>
                  <a:cubicBezTo>
                    <a:pt x="201" y="1"/>
                    <a:pt x="0" y="202"/>
                    <a:pt x="0" y="453"/>
                  </a:cubicBezTo>
                  <a:cubicBezTo>
                    <a:pt x="0" y="704"/>
                    <a:pt x="201" y="905"/>
                    <a:pt x="435" y="905"/>
                  </a:cubicBezTo>
                  <a:cubicBezTo>
                    <a:pt x="686" y="905"/>
                    <a:pt x="887" y="704"/>
                    <a:pt x="887" y="453"/>
                  </a:cubicBezTo>
                  <a:cubicBezTo>
                    <a:pt x="887" y="202"/>
                    <a:pt x="686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9" name="Google Shape;5699;p60"/>
            <p:cNvSpPr/>
            <p:nvPr/>
          </p:nvSpPr>
          <p:spPr>
            <a:xfrm>
              <a:off x="7865125" y="4164800"/>
              <a:ext cx="22200" cy="22625"/>
            </a:xfrm>
            <a:custGeom>
              <a:avLst/>
              <a:gdLst/>
              <a:ahLst/>
              <a:cxnLst/>
              <a:rect l="l" t="t" r="r" b="b"/>
              <a:pathLst>
                <a:path w="888" h="905" extrusionOk="0">
                  <a:moveTo>
                    <a:pt x="436" y="1"/>
                  </a:moveTo>
                  <a:cubicBezTo>
                    <a:pt x="201" y="1"/>
                    <a:pt x="1" y="202"/>
                    <a:pt x="1" y="453"/>
                  </a:cubicBezTo>
                  <a:cubicBezTo>
                    <a:pt x="1" y="704"/>
                    <a:pt x="201" y="905"/>
                    <a:pt x="436" y="905"/>
                  </a:cubicBezTo>
                  <a:cubicBezTo>
                    <a:pt x="687" y="905"/>
                    <a:pt x="888" y="704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0" name="Google Shape;5700;p60"/>
            <p:cNvSpPr/>
            <p:nvPr/>
          </p:nvSpPr>
          <p:spPr>
            <a:xfrm>
              <a:off x="8452650" y="406270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185" y="1"/>
                    <a:pt x="0" y="202"/>
                    <a:pt x="0" y="436"/>
                  </a:cubicBezTo>
                  <a:cubicBezTo>
                    <a:pt x="0" y="687"/>
                    <a:pt x="185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1" name="Google Shape;5701;p60"/>
            <p:cNvSpPr/>
            <p:nvPr/>
          </p:nvSpPr>
          <p:spPr>
            <a:xfrm>
              <a:off x="8354725" y="406270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185" y="1"/>
                    <a:pt x="1" y="202"/>
                    <a:pt x="1" y="436"/>
                  </a:cubicBezTo>
                  <a:cubicBezTo>
                    <a:pt x="1" y="687"/>
                    <a:pt x="185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2" name="Google Shape;5702;p60"/>
            <p:cNvSpPr/>
            <p:nvPr/>
          </p:nvSpPr>
          <p:spPr>
            <a:xfrm>
              <a:off x="8256800" y="406270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202" y="1"/>
                    <a:pt x="1" y="202"/>
                    <a:pt x="1" y="436"/>
                  </a:cubicBezTo>
                  <a:cubicBezTo>
                    <a:pt x="1" y="687"/>
                    <a:pt x="185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3" name="Google Shape;5703;p60"/>
            <p:cNvSpPr/>
            <p:nvPr/>
          </p:nvSpPr>
          <p:spPr>
            <a:xfrm>
              <a:off x="8158875" y="4062700"/>
              <a:ext cx="22225" cy="22200"/>
            </a:xfrm>
            <a:custGeom>
              <a:avLst/>
              <a:gdLst/>
              <a:ahLst/>
              <a:cxnLst/>
              <a:rect l="l" t="t" r="r" b="b"/>
              <a:pathLst>
                <a:path w="889" h="888" extrusionOk="0">
                  <a:moveTo>
                    <a:pt x="436" y="1"/>
                  </a:moveTo>
                  <a:cubicBezTo>
                    <a:pt x="202" y="1"/>
                    <a:pt x="1" y="202"/>
                    <a:pt x="1" y="436"/>
                  </a:cubicBezTo>
                  <a:cubicBezTo>
                    <a:pt x="1" y="687"/>
                    <a:pt x="202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4" name="Google Shape;5704;p60"/>
            <p:cNvSpPr/>
            <p:nvPr/>
          </p:nvSpPr>
          <p:spPr>
            <a:xfrm>
              <a:off x="8060975" y="406270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5" y="1"/>
                  </a:moveTo>
                  <a:cubicBezTo>
                    <a:pt x="201" y="1"/>
                    <a:pt x="0" y="202"/>
                    <a:pt x="0" y="436"/>
                  </a:cubicBezTo>
                  <a:cubicBezTo>
                    <a:pt x="0" y="687"/>
                    <a:pt x="201" y="888"/>
                    <a:pt x="435" y="888"/>
                  </a:cubicBezTo>
                  <a:cubicBezTo>
                    <a:pt x="686" y="888"/>
                    <a:pt x="887" y="687"/>
                    <a:pt x="887" y="436"/>
                  </a:cubicBezTo>
                  <a:cubicBezTo>
                    <a:pt x="887" y="202"/>
                    <a:pt x="686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5" name="Google Shape;5705;p60"/>
            <p:cNvSpPr/>
            <p:nvPr/>
          </p:nvSpPr>
          <p:spPr>
            <a:xfrm>
              <a:off x="7963050" y="406270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201" y="1"/>
                    <a:pt x="0" y="202"/>
                    <a:pt x="0" y="436"/>
                  </a:cubicBezTo>
                  <a:cubicBezTo>
                    <a:pt x="0" y="687"/>
                    <a:pt x="201" y="888"/>
                    <a:pt x="436" y="888"/>
                  </a:cubicBezTo>
                  <a:cubicBezTo>
                    <a:pt x="687" y="888"/>
                    <a:pt x="887" y="687"/>
                    <a:pt x="887" y="436"/>
                  </a:cubicBezTo>
                  <a:cubicBezTo>
                    <a:pt x="887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6" name="Google Shape;5706;p60"/>
            <p:cNvSpPr/>
            <p:nvPr/>
          </p:nvSpPr>
          <p:spPr>
            <a:xfrm>
              <a:off x="7865125" y="406270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201" y="1"/>
                    <a:pt x="1" y="202"/>
                    <a:pt x="1" y="436"/>
                  </a:cubicBezTo>
                  <a:cubicBezTo>
                    <a:pt x="1" y="687"/>
                    <a:pt x="201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7" name="Google Shape;5707;p60"/>
            <p:cNvSpPr/>
            <p:nvPr/>
          </p:nvSpPr>
          <p:spPr>
            <a:xfrm>
              <a:off x="7767200" y="406270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202" y="1"/>
                    <a:pt x="1" y="202"/>
                    <a:pt x="1" y="436"/>
                  </a:cubicBezTo>
                  <a:cubicBezTo>
                    <a:pt x="1" y="687"/>
                    <a:pt x="202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8" name="Google Shape;5708;p60"/>
            <p:cNvSpPr/>
            <p:nvPr/>
          </p:nvSpPr>
          <p:spPr>
            <a:xfrm>
              <a:off x="8452650" y="39601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185" y="1"/>
                    <a:pt x="0" y="202"/>
                    <a:pt x="0" y="453"/>
                  </a:cubicBezTo>
                  <a:cubicBezTo>
                    <a:pt x="0" y="687"/>
                    <a:pt x="185" y="888"/>
                    <a:pt x="436" y="888"/>
                  </a:cubicBezTo>
                  <a:cubicBezTo>
                    <a:pt x="687" y="888"/>
                    <a:pt x="888" y="687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9" name="Google Shape;5709;p60"/>
            <p:cNvSpPr/>
            <p:nvPr/>
          </p:nvSpPr>
          <p:spPr>
            <a:xfrm>
              <a:off x="8256800" y="39601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202" y="1"/>
                    <a:pt x="1" y="202"/>
                    <a:pt x="1" y="453"/>
                  </a:cubicBezTo>
                  <a:cubicBezTo>
                    <a:pt x="1" y="687"/>
                    <a:pt x="185" y="888"/>
                    <a:pt x="436" y="888"/>
                  </a:cubicBezTo>
                  <a:cubicBezTo>
                    <a:pt x="687" y="888"/>
                    <a:pt x="888" y="687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0" name="Google Shape;5710;p60"/>
            <p:cNvSpPr/>
            <p:nvPr/>
          </p:nvSpPr>
          <p:spPr>
            <a:xfrm>
              <a:off x="8060975" y="39601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5" y="1"/>
                  </a:moveTo>
                  <a:cubicBezTo>
                    <a:pt x="201" y="1"/>
                    <a:pt x="0" y="202"/>
                    <a:pt x="0" y="453"/>
                  </a:cubicBezTo>
                  <a:cubicBezTo>
                    <a:pt x="0" y="687"/>
                    <a:pt x="201" y="888"/>
                    <a:pt x="435" y="888"/>
                  </a:cubicBezTo>
                  <a:cubicBezTo>
                    <a:pt x="686" y="888"/>
                    <a:pt x="887" y="687"/>
                    <a:pt x="887" y="453"/>
                  </a:cubicBezTo>
                  <a:cubicBezTo>
                    <a:pt x="887" y="202"/>
                    <a:pt x="686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1" name="Google Shape;5711;p60"/>
            <p:cNvSpPr/>
            <p:nvPr/>
          </p:nvSpPr>
          <p:spPr>
            <a:xfrm>
              <a:off x="7865125" y="39601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201" y="1"/>
                    <a:pt x="1" y="202"/>
                    <a:pt x="1" y="453"/>
                  </a:cubicBezTo>
                  <a:cubicBezTo>
                    <a:pt x="1" y="687"/>
                    <a:pt x="201" y="888"/>
                    <a:pt x="436" y="888"/>
                  </a:cubicBezTo>
                  <a:cubicBezTo>
                    <a:pt x="687" y="888"/>
                    <a:pt x="888" y="687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2" name="Google Shape;5712;p60"/>
            <p:cNvSpPr/>
            <p:nvPr/>
          </p:nvSpPr>
          <p:spPr>
            <a:xfrm>
              <a:off x="8452650" y="38580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185" y="1"/>
                    <a:pt x="0" y="185"/>
                    <a:pt x="0" y="436"/>
                  </a:cubicBezTo>
                  <a:cubicBezTo>
                    <a:pt x="0" y="687"/>
                    <a:pt x="185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185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3" name="Google Shape;5713;p60"/>
            <p:cNvSpPr/>
            <p:nvPr/>
          </p:nvSpPr>
          <p:spPr>
            <a:xfrm>
              <a:off x="8354725" y="38580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185" y="1"/>
                    <a:pt x="1" y="185"/>
                    <a:pt x="1" y="436"/>
                  </a:cubicBezTo>
                  <a:cubicBezTo>
                    <a:pt x="1" y="687"/>
                    <a:pt x="185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185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4" name="Google Shape;5714;p60"/>
            <p:cNvSpPr/>
            <p:nvPr/>
          </p:nvSpPr>
          <p:spPr>
            <a:xfrm>
              <a:off x="8256800" y="38580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202" y="1"/>
                    <a:pt x="1" y="185"/>
                    <a:pt x="1" y="436"/>
                  </a:cubicBezTo>
                  <a:cubicBezTo>
                    <a:pt x="1" y="687"/>
                    <a:pt x="185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185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5" name="Google Shape;5715;p60"/>
            <p:cNvSpPr/>
            <p:nvPr/>
          </p:nvSpPr>
          <p:spPr>
            <a:xfrm>
              <a:off x="8158875" y="3858075"/>
              <a:ext cx="22225" cy="22200"/>
            </a:xfrm>
            <a:custGeom>
              <a:avLst/>
              <a:gdLst/>
              <a:ahLst/>
              <a:cxnLst/>
              <a:rect l="l" t="t" r="r" b="b"/>
              <a:pathLst>
                <a:path w="889" h="888" extrusionOk="0">
                  <a:moveTo>
                    <a:pt x="436" y="1"/>
                  </a:moveTo>
                  <a:cubicBezTo>
                    <a:pt x="202" y="1"/>
                    <a:pt x="1" y="185"/>
                    <a:pt x="1" y="436"/>
                  </a:cubicBezTo>
                  <a:cubicBezTo>
                    <a:pt x="1" y="687"/>
                    <a:pt x="202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185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6" name="Google Shape;5716;p60"/>
            <p:cNvSpPr/>
            <p:nvPr/>
          </p:nvSpPr>
          <p:spPr>
            <a:xfrm>
              <a:off x="8060975" y="38580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5" y="1"/>
                  </a:moveTo>
                  <a:cubicBezTo>
                    <a:pt x="201" y="1"/>
                    <a:pt x="0" y="185"/>
                    <a:pt x="0" y="436"/>
                  </a:cubicBezTo>
                  <a:cubicBezTo>
                    <a:pt x="0" y="687"/>
                    <a:pt x="201" y="888"/>
                    <a:pt x="435" y="888"/>
                  </a:cubicBezTo>
                  <a:cubicBezTo>
                    <a:pt x="686" y="888"/>
                    <a:pt x="887" y="687"/>
                    <a:pt x="887" y="436"/>
                  </a:cubicBezTo>
                  <a:cubicBezTo>
                    <a:pt x="887" y="185"/>
                    <a:pt x="686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7" name="Google Shape;5717;p60"/>
            <p:cNvSpPr/>
            <p:nvPr/>
          </p:nvSpPr>
          <p:spPr>
            <a:xfrm>
              <a:off x="7963050" y="38580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201" y="1"/>
                    <a:pt x="0" y="185"/>
                    <a:pt x="0" y="436"/>
                  </a:cubicBezTo>
                  <a:cubicBezTo>
                    <a:pt x="0" y="687"/>
                    <a:pt x="201" y="888"/>
                    <a:pt x="436" y="888"/>
                  </a:cubicBezTo>
                  <a:cubicBezTo>
                    <a:pt x="687" y="888"/>
                    <a:pt x="887" y="687"/>
                    <a:pt x="887" y="436"/>
                  </a:cubicBezTo>
                  <a:cubicBezTo>
                    <a:pt x="887" y="185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8" name="Google Shape;5718;p60"/>
            <p:cNvSpPr/>
            <p:nvPr/>
          </p:nvSpPr>
          <p:spPr>
            <a:xfrm>
              <a:off x="7865125" y="38580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201" y="1"/>
                    <a:pt x="1" y="185"/>
                    <a:pt x="1" y="436"/>
                  </a:cubicBezTo>
                  <a:cubicBezTo>
                    <a:pt x="1" y="687"/>
                    <a:pt x="201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185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9" name="Google Shape;5719;p60"/>
            <p:cNvSpPr/>
            <p:nvPr/>
          </p:nvSpPr>
          <p:spPr>
            <a:xfrm>
              <a:off x="7767200" y="38580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202" y="1"/>
                    <a:pt x="1" y="185"/>
                    <a:pt x="1" y="436"/>
                  </a:cubicBezTo>
                  <a:cubicBezTo>
                    <a:pt x="1" y="687"/>
                    <a:pt x="202" y="888"/>
                    <a:pt x="436" y="888"/>
                  </a:cubicBezTo>
                  <a:cubicBezTo>
                    <a:pt x="687" y="888"/>
                    <a:pt x="888" y="687"/>
                    <a:pt x="888" y="436"/>
                  </a:cubicBezTo>
                  <a:cubicBezTo>
                    <a:pt x="888" y="185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0" name="Google Shape;5720;p60"/>
            <p:cNvSpPr/>
            <p:nvPr/>
          </p:nvSpPr>
          <p:spPr>
            <a:xfrm>
              <a:off x="8452650" y="375555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185" y="1"/>
                    <a:pt x="0" y="201"/>
                    <a:pt x="0" y="453"/>
                  </a:cubicBezTo>
                  <a:cubicBezTo>
                    <a:pt x="0" y="687"/>
                    <a:pt x="185" y="888"/>
                    <a:pt x="436" y="888"/>
                  </a:cubicBezTo>
                  <a:cubicBezTo>
                    <a:pt x="687" y="888"/>
                    <a:pt x="888" y="687"/>
                    <a:pt x="888" y="453"/>
                  </a:cubicBezTo>
                  <a:cubicBezTo>
                    <a:pt x="888" y="201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1" name="Google Shape;5721;p60"/>
            <p:cNvSpPr/>
            <p:nvPr/>
          </p:nvSpPr>
          <p:spPr>
            <a:xfrm>
              <a:off x="8256800" y="375555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202" y="1"/>
                    <a:pt x="1" y="201"/>
                    <a:pt x="1" y="453"/>
                  </a:cubicBezTo>
                  <a:cubicBezTo>
                    <a:pt x="1" y="687"/>
                    <a:pt x="185" y="888"/>
                    <a:pt x="436" y="888"/>
                  </a:cubicBezTo>
                  <a:cubicBezTo>
                    <a:pt x="687" y="888"/>
                    <a:pt x="888" y="687"/>
                    <a:pt x="888" y="453"/>
                  </a:cubicBezTo>
                  <a:cubicBezTo>
                    <a:pt x="888" y="201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2" name="Google Shape;5722;p60"/>
            <p:cNvSpPr/>
            <p:nvPr/>
          </p:nvSpPr>
          <p:spPr>
            <a:xfrm>
              <a:off x="8060975" y="375555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5" y="1"/>
                  </a:moveTo>
                  <a:cubicBezTo>
                    <a:pt x="201" y="1"/>
                    <a:pt x="0" y="201"/>
                    <a:pt x="0" y="453"/>
                  </a:cubicBezTo>
                  <a:cubicBezTo>
                    <a:pt x="0" y="687"/>
                    <a:pt x="201" y="888"/>
                    <a:pt x="435" y="888"/>
                  </a:cubicBezTo>
                  <a:cubicBezTo>
                    <a:pt x="686" y="888"/>
                    <a:pt x="887" y="687"/>
                    <a:pt x="887" y="453"/>
                  </a:cubicBezTo>
                  <a:cubicBezTo>
                    <a:pt x="887" y="201"/>
                    <a:pt x="686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3" name="Google Shape;5723;p60"/>
            <p:cNvSpPr/>
            <p:nvPr/>
          </p:nvSpPr>
          <p:spPr>
            <a:xfrm>
              <a:off x="7865125" y="3755550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36" y="1"/>
                  </a:moveTo>
                  <a:cubicBezTo>
                    <a:pt x="201" y="1"/>
                    <a:pt x="1" y="201"/>
                    <a:pt x="1" y="453"/>
                  </a:cubicBezTo>
                  <a:cubicBezTo>
                    <a:pt x="1" y="687"/>
                    <a:pt x="201" y="888"/>
                    <a:pt x="436" y="888"/>
                  </a:cubicBezTo>
                  <a:cubicBezTo>
                    <a:pt x="687" y="888"/>
                    <a:pt x="888" y="687"/>
                    <a:pt x="888" y="453"/>
                  </a:cubicBezTo>
                  <a:cubicBezTo>
                    <a:pt x="888" y="201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4" name="Google Shape;5724;p60"/>
            <p:cNvSpPr/>
            <p:nvPr/>
          </p:nvSpPr>
          <p:spPr>
            <a:xfrm>
              <a:off x="8452650" y="3653025"/>
              <a:ext cx="22200" cy="22625"/>
            </a:xfrm>
            <a:custGeom>
              <a:avLst/>
              <a:gdLst/>
              <a:ahLst/>
              <a:cxnLst/>
              <a:rect l="l" t="t" r="r" b="b"/>
              <a:pathLst>
                <a:path w="888" h="905" extrusionOk="0">
                  <a:moveTo>
                    <a:pt x="436" y="1"/>
                  </a:moveTo>
                  <a:cubicBezTo>
                    <a:pt x="185" y="1"/>
                    <a:pt x="0" y="202"/>
                    <a:pt x="0" y="453"/>
                  </a:cubicBezTo>
                  <a:cubicBezTo>
                    <a:pt x="0" y="704"/>
                    <a:pt x="185" y="905"/>
                    <a:pt x="436" y="905"/>
                  </a:cubicBezTo>
                  <a:cubicBezTo>
                    <a:pt x="687" y="905"/>
                    <a:pt x="888" y="704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5" name="Google Shape;5725;p60"/>
            <p:cNvSpPr/>
            <p:nvPr/>
          </p:nvSpPr>
          <p:spPr>
            <a:xfrm>
              <a:off x="8354725" y="3653025"/>
              <a:ext cx="22200" cy="22625"/>
            </a:xfrm>
            <a:custGeom>
              <a:avLst/>
              <a:gdLst/>
              <a:ahLst/>
              <a:cxnLst/>
              <a:rect l="l" t="t" r="r" b="b"/>
              <a:pathLst>
                <a:path w="888" h="905" extrusionOk="0">
                  <a:moveTo>
                    <a:pt x="436" y="1"/>
                  </a:moveTo>
                  <a:cubicBezTo>
                    <a:pt x="185" y="1"/>
                    <a:pt x="1" y="202"/>
                    <a:pt x="1" y="453"/>
                  </a:cubicBezTo>
                  <a:cubicBezTo>
                    <a:pt x="1" y="704"/>
                    <a:pt x="185" y="905"/>
                    <a:pt x="436" y="905"/>
                  </a:cubicBezTo>
                  <a:cubicBezTo>
                    <a:pt x="687" y="905"/>
                    <a:pt x="888" y="704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6" name="Google Shape;5726;p60"/>
            <p:cNvSpPr/>
            <p:nvPr/>
          </p:nvSpPr>
          <p:spPr>
            <a:xfrm>
              <a:off x="8256800" y="3653025"/>
              <a:ext cx="22200" cy="22625"/>
            </a:xfrm>
            <a:custGeom>
              <a:avLst/>
              <a:gdLst/>
              <a:ahLst/>
              <a:cxnLst/>
              <a:rect l="l" t="t" r="r" b="b"/>
              <a:pathLst>
                <a:path w="888" h="905" extrusionOk="0">
                  <a:moveTo>
                    <a:pt x="436" y="1"/>
                  </a:moveTo>
                  <a:cubicBezTo>
                    <a:pt x="202" y="1"/>
                    <a:pt x="1" y="202"/>
                    <a:pt x="1" y="453"/>
                  </a:cubicBezTo>
                  <a:cubicBezTo>
                    <a:pt x="1" y="704"/>
                    <a:pt x="185" y="905"/>
                    <a:pt x="436" y="905"/>
                  </a:cubicBezTo>
                  <a:cubicBezTo>
                    <a:pt x="687" y="905"/>
                    <a:pt x="888" y="704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7" name="Google Shape;5727;p60"/>
            <p:cNvSpPr/>
            <p:nvPr/>
          </p:nvSpPr>
          <p:spPr>
            <a:xfrm>
              <a:off x="8158875" y="3653025"/>
              <a:ext cx="22225" cy="22625"/>
            </a:xfrm>
            <a:custGeom>
              <a:avLst/>
              <a:gdLst/>
              <a:ahLst/>
              <a:cxnLst/>
              <a:rect l="l" t="t" r="r" b="b"/>
              <a:pathLst>
                <a:path w="889" h="905" extrusionOk="0">
                  <a:moveTo>
                    <a:pt x="436" y="1"/>
                  </a:moveTo>
                  <a:cubicBezTo>
                    <a:pt x="202" y="1"/>
                    <a:pt x="1" y="202"/>
                    <a:pt x="1" y="453"/>
                  </a:cubicBezTo>
                  <a:cubicBezTo>
                    <a:pt x="1" y="704"/>
                    <a:pt x="202" y="905"/>
                    <a:pt x="436" y="905"/>
                  </a:cubicBezTo>
                  <a:cubicBezTo>
                    <a:pt x="687" y="905"/>
                    <a:pt x="888" y="704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8" name="Google Shape;5728;p60"/>
            <p:cNvSpPr/>
            <p:nvPr/>
          </p:nvSpPr>
          <p:spPr>
            <a:xfrm>
              <a:off x="8060975" y="3653025"/>
              <a:ext cx="22200" cy="22625"/>
            </a:xfrm>
            <a:custGeom>
              <a:avLst/>
              <a:gdLst/>
              <a:ahLst/>
              <a:cxnLst/>
              <a:rect l="l" t="t" r="r" b="b"/>
              <a:pathLst>
                <a:path w="888" h="905" extrusionOk="0">
                  <a:moveTo>
                    <a:pt x="435" y="1"/>
                  </a:moveTo>
                  <a:cubicBezTo>
                    <a:pt x="201" y="1"/>
                    <a:pt x="0" y="202"/>
                    <a:pt x="0" y="453"/>
                  </a:cubicBezTo>
                  <a:cubicBezTo>
                    <a:pt x="0" y="704"/>
                    <a:pt x="201" y="905"/>
                    <a:pt x="435" y="905"/>
                  </a:cubicBezTo>
                  <a:cubicBezTo>
                    <a:pt x="686" y="905"/>
                    <a:pt x="887" y="704"/>
                    <a:pt x="887" y="453"/>
                  </a:cubicBezTo>
                  <a:cubicBezTo>
                    <a:pt x="887" y="202"/>
                    <a:pt x="686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9" name="Google Shape;5729;p60"/>
            <p:cNvSpPr/>
            <p:nvPr/>
          </p:nvSpPr>
          <p:spPr>
            <a:xfrm>
              <a:off x="7963050" y="3653025"/>
              <a:ext cx="22200" cy="22625"/>
            </a:xfrm>
            <a:custGeom>
              <a:avLst/>
              <a:gdLst/>
              <a:ahLst/>
              <a:cxnLst/>
              <a:rect l="l" t="t" r="r" b="b"/>
              <a:pathLst>
                <a:path w="888" h="905" extrusionOk="0">
                  <a:moveTo>
                    <a:pt x="436" y="1"/>
                  </a:moveTo>
                  <a:cubicBezTo>
                    <a:pt x="201" y="1"/>
                    <a:pt x="0" y="202"/>
                    <a:pt x="0" y="453"/>
                  </a:cubicBezTo>
                  <a:cubicBezTo>
                    <a:pt x="0" y="704"/>
                    <a:pt x="201" y="905"/>
                    <a:pt x="436" y="905"/>
                  </a:cubicBezTo>
                  <a:cubicBezTo>
                    <a:pt x="687" y="905"/>
                    <a:pt x="887" y="704"/>
                    <a:pt x="887" y="453"/>
                  </a:cubicBezTo>
                  <a:cubicBezTo>
                    <a:pt x="887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30" name="Google Shape;5730;p60"/>
            <p:cNvSpPr/>
            <p:nvPr/>
          </p:nvSpPr>
          <p:spPr>
            <a:xfrm>
              <a:off x="7865125" y="3653025"/>
              <a:ext cx="22200" cy="22625"/>
            </a:xfrm>
            <a:custGeom>
              <a:avLst/>
              <a:gdLst/>
              <a:ahLst/>
              <a:cxnLst/>
              <a:rect l="l" t="t" r="r" b="b"/>
              <a:pathLst>
                <a:path w="888" h="905" extrusionOk="0">
                  <a:moveTo>
                    <a:pt x="436" y="1"/>
                  </a:moveTo>
                  <a:cubicBezTo>
                    <a:pt x="201" y="1"/>
                    <a:pt x="1" y="202"/>
                    <a:pt x="1" y="453"/>
                  </a:cubicBezTo>
                  <a:cubicBezTo>
                    <a:pt x="1" y="704"/>
                    <a:pt x="201" y="905"/>
                    <a:pt x="436" y="905"/>
                  </a:cubicBezTo>
                  <a:cubicBezTo>
                    <a:pt x="687" y="905"/>
                    <a:pt x="888" y="704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31" name="Google Shape;5731;p60"/>
            <p:cNvSpPr/>
            <p:nvPr/>
          </p:nvSpPr>
          <p:spPr>
            <a:xfrm>
              <a:off x="7767200" y="3653025"/>
              <a:ext cx="22200" cy="22625"/>
            </a:xfrm>
            <a:custGeom>
              <a:avLst/>
              <a:gdLst/>
              <a:ahLst/>
              <a:cxnLst/>
              <a:rect l="l" t="t" r="r" b="b"/>
              <a:pathLst>
                <a:path w="888" h="905" extrusionOk="0">
                  <a:moveTo>
                    <a:pt x="436" y="1"/>
                  </a:moveTo>
                  <a:cubicBezTo>
                    <a:pt x="202" y="1"/>
                    <a:pt x="1" y="202"/>
                    <a:pt x="1" y="453"/>
                  </a:cubicBezTo>
                  <a:cubicBezTo>
                    <a:pt x="1" y="704"/>
                    <a:pt x="202" y="905"/>
                    <a:pt x="436" y="905"/>
                  </a:cubicBezTo>
                  <a:cubicBezTo>
                    <a:pt x="687" y="905"/>
                    <a:pt x="888" y="704"/>
                    <a:pt x="888" y="453"/>
                  </a:cubicBezTo>
                  <a:cubicBezTo>
                    <a:pt x="888" y="202"/>
                    <a:pt x="687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739" name="Google Shape;5739;p60"/>
          <p:cNvGrpSpPr/>
          <p:nvPr/>
        </p:nvGrpSpPr>
        <p:grpSpPr>
          <a:xfrm>
            <a:off x="198215" y="1648458"/>
            <a:ext cx="443284" cy="391492"/>
            <a:chOff x="4373350" y="3670525"/>
            <a:chExt cx="264900" cy="233950"/>
          </a:xfrm>
          <a:solidFill>
            <a:srgbClr val="F9FBEE"/>
          </a:solidFill>
        </p:grpSpPr>
        <p:sp>
          <p:nvSpPr>
            <p:cNvPr id="5740" name="Google Shape;5740;p60"/>
            <p:cNvSpPr/>
            <p:nvPr/>
          </p:nvSpPr>
          <p:spPr>
            <a:xfrm>
              <a:off x="4393000" y="3806125"/>
              <a:ext cx="6725" cy="60475"/>
            </a:xfrm>
            <a:custGeom>
              <a:avLst/>
              <a:gdLst/>
              <a:ahLst/>
              <a:cxnLst/>
              <a:rect l="l" t="t" r="r" b="b"/>
              <a:pathLst>
                <a:path w="269" h="2419" extrusionOk="0">
                  <a:moveTo>
                    <a:pt x="135" y="0"/>
                  </a:moveTo>
                  <a:cubicBezTo>
                    <a:pt x="68" y="0"/>
                    <a:pt x="1" y="67"/>
                    <a:pt x="1" y="134"/>
                  </a:cubicBezTo>
                  <a:lnTo>
                    <a:pt x="1" y="2293"/>
                  </a:lnTo>
                  <a:cubicBezTo>
                    <a:pt x="1" y="2377"/>
                    <a:pt x="68" y="2419"/>
                    <a:pt x="135" y="2419"/>
                  </a:cubicBezTo>
                  <a:cubicBezTo>
                    <a:pt x="202" y="2419"/>
                    <a:pt x="269" y="2377"/>
                    <a:pt x="269" y="2293"/>
                  </a:cubicBezTo>
                  <a:lnTo>
                    <a:pt x="269" y="134"/>
                  </a:lnTo>
                  <a:cubicBezTo>
                    <a:pt x="269" y="67"/>
                    <a:pt x="202" y="0"/>
                    <a:pt x="1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1" name="Google Shape;5741;p60"/>
            <p:cNvSpPr/>
            <p:nvPr/>
          </p:nvSpPr>
          <p:spPr>
            <a:xfrm>
              <a:off x="4393000" y="3792300"/>
              <a:ext cx="6725" cy="9450"/>
            </a:xfrm>
            <a:custGeom>
              <a:avLst/>
              <a:gdLst/>
              <a:ahLst/>
              <a:cxnLst/>
              <a:rect l="l" t="t" r="r" b="b"/>
              <a:pathLst>
                <a:path w="269" h="378" extrusionOk="0">
                  <a:moveTo>
                    <a:pt x="135" y="1"/>
                  </a:moveTo>
                  <a:cubicBezTo>
                    <a:pt x="68" y="1"/>
                    <a:pt x="1" y="51"/>
                    <a:pt x="1" y="135"/>
                  </a:cubicBezTo>
                  <a:lnTo>
                    <a:pt x="1" y="252"/>
                  </a:lnTo>
                  <a:cubicBezTo>
                    <a:pt x="1" y="336"/>
                    <a:pt x="68" y="377"/>
                    <a:pt x="135" y="377"/>
                  </a:cubicBezTo>
                  <a:cubicBezTo>
                    <a:pt x="202" y="377"/>
                    <a:pt x="269" y="336"/>
                    <a:pt x="269" y="252"/>
                  </a:cubicBezTo>
                  <a:lnTo>
                    <a:pt x="269" y="135"/>
                  </a:lnTo>
                  <a:cubicBezTo>
                    <a:pt x="269" y="51"/>
                    <a:pt x="202" y="1"/>
                    <a:pt x="1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2" name="Google Shape;5742;p60"/>
            <p:cNvSpPr/>
            <p:nvPr/>
          </p:nvSpPr>
          <p:spPr>
            <a:xfrm>
              <a:off x="4449075" y="3670525"/>
              <a:ext cx="113425" cy="54850"/>
            </a:xfrm>
            <a:custGeom>
              <a:avLst/>
              <a:gdLst/>
              <a:ahLst/>
              <a:cxnLst/>
              <a:rect l="l" t="t" r="r" b="b"/>
              <a:pathLst>
                <a:path w="4537" h="2194" extrusionOk="0">
                  <a:moveTo>
                    <a:pt x="3482" y="269"/>
                  </a:moveTo>
                  <a:lnTo>
                    <a:pt x="3482" y="821"/>
                  </a:lnTo>
                  <a:lnTo>
                    <a:pt x="1055" y="821"/>
                  </a:lnTo>
                  <a:lnTo>
                    <a:pt x="1055" y="269"/>
                  </a:lnTo>
                  <a:close/>
                  <a:moveTo>
                    <a:pt x="921" y="1"/>
                  </a:moveTo>
                  <a:cubicBezTo>
                    <a:pt x="854" y="1"/>
                    <a:pt x="787" y="51"/>
                    <a:pt x="787" y="118"/>
                  </a:cubicBezTo>
                  <a:lnTo>
                    <a:pt x="787" y="419"/>
                  </a:lnTo>
                  <a:lnTo>
                    <a:pt x="570" y="419"/>
                  </a:lnTo>
                  <a:cubicBezTo>
                    <a:pt x="419" y="419"/>
                    <a:pt x="269" y="486"/>
                    <a:pt x="168" y="587"/>
                  </a:cubicBezTo>
                  <a:cubicBezTo>
                    <a:pt x="51" y="704"/>
                    <a:pt x="1" y="838"/>
                    <a:pt x="1" y="1005"/>
                  </a:cubicBezTo>
                  <a:lnTo>
                    <a:pt x="1" y="2194"/>
                  </a:lnTo>
                  <a:lnTo>
                    <a:pt x="252" y="2194"/>
                  </a:lnTo>
                  <a:lnTo>
                    <a:pt x="252" y="1005"/>
                  </a:lnTo>
                  <a:cubicBezTo>
                    <a:pt x="252" y="905"/>
                    <a:pt x="285" y="838"/>
                    <a:pt x="352" y="771"/>
                  </a:cubicBezTo>
                  <a:cubicBezTo>
                    <a:pt x="402" y="704"/>
                    <a:pt x="486" y="670"/>
                    <a:pt x="570" y="670"/>
                  </a:cubicBezTo>
                  <a:lnTo>
                    <a:pt x="804" y="670"/>
                  </a:lnTo>
                  <a:lnTo>
                    <a:pt x="804" y="955"/>
                  </a:lnTo>
                  <a:cubicBezTo>
                    <a:pt x="804" y="1022"/>
                    <a:pt x="854" y="1089"/>
                    <a:pt x="921" y="1089"/>
                  </a:cubicBezTo>
                  <a:lnTo>
                    <a:pt x="3616" y="1089"/>
                  </a:lnTo>
                  <a:cubicBezTo>
                    <a:pt x="3683" y="1089"/>
                    <a:pt x="3733" y="1022"/>
                    <a:pt x="3733" y="955"/>
                  </a:cubicBezTo>
                  <a:lnTo>
                    <a:pt x="3733" y="670"/>
                  </a:lnTo>
                  <a:lnTo>
                    <a:pt x="3968" y="670"/>
                  </a:lnTo>
                  <a:cubicBezTo>
                    <a:pt x="4051" y="670"/>
                    <a:pt x="4135" y="704"/>
                    <a:pt x="4185" y="771"/>
                  </a:cubicBezTo>
                  <a:cubicBezTo>
                    <a:pt x="4252" y="838"/>
                    <a:pt x="4286" y="905"/>
                    <a:pt x="4286" y="1005"/>
                  </a:cubicBezTo>
                  <a:lnTo>
                    <a:pt x="4286" y="2194"/>
                  </a:lnTo>
                  <a:lnTo>
                    <a:pt x="4537" y="2194"/>
                  </a:lnTo>
                  <a:lnTo>
                    <a:pt x="4537" y="1005"/>
                  </a:lnTo>
                  <a:cubicBezTo>
                    <a:pt x="4537" y="838"/>
                    <a:pt x="4487" y="704"/>
                    <a:pt x="4369" y="587"/>
                  </a:cubicBezTo>
                  <a:cubicBezTo>
                    <a:pt x="4269" y="486"/>
                    <a:pt x="4118" y="419"/>
                    <a:pt x="3968" y="419"/>
                  </a:cubicBezTo>
                  <a:lnTo>
                    <a:pt x="3733" y="419"/>
                  </a:lnTo>
                  <a:lnTo>
                    <a:pt x="3733" y="118"/>
                  </a:lnTo>
                  <a:cubicBezTo>
                    <a:pt x="3733" y="51"/>
                    <a:pt x="3683" y="1"/>
                    <a:pt x="36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3" name="Google Shape;5743;p60"/>
            <p:cNvSpPr/>
            <p:nvPr/>
          </p:nvSpPr>
          <p:spPr>
            <a:xfrm>
              <a:off x="4454525" y="3794825"/>
              <a:ext cx="98775" cy="95175"/>
            </a:xfrm>
            <a:custGeom>
              <a:avLst/>
              <a:gdLst/>
              <a:ahLst/>
              <a:cxnLst/>
              <a:rect l="l" t="t" r="r" b="b"/>
              <a:pathLst>
                <a:path w="3951" h="3807" extrusionOk="0">
                  <a:moveTo>
                    <a:pt x="2043" y="261"/>
                  </a:moveTo>
                  <a:cubicBezTo>
                    <a:pt x="2256" y="261"/>
                    <a:pt x="2472" y="302"/>
                    <a:pt x="2678" y="385"/>
                  </a:cubicBezTo>
                  <a:cubicBezTo>
                    <a:pt x="3298" y="636"/>
                    <a:pt x="3700" y="1239"/>
                    <a:pt x="3700" y="1908"/>
                  </a:cubicBezTo>
                  <a:cubicBezTo>
                    <a:pt x="3700" y="2812"/>
                    <a:pt x="2963" y="3549"/>
                    <a:pt x="2042" y="3549"/>
                  </a:cubicBezTo>
                  <a:cubicBezTo>
                    <a:pt x="1390" y="3549"/>
                    <a:pt x="787" y="3147"/>
                    <a:pt x="536" y="2528"/>
                  </a:cubicBezTo>
                  <a:cubicBezTo>
                    <a:pt x="268" y="1925"/>
                    <a:pt x="419" y="1205"/>
                    <a:pt x="887" y="737"/>
                  </a:cubicBezTo>
                  <a:cubicBezTo>
                    <a:pt x="1200" y="424"/>
                    <a:pt x="1616" y="261"/>
                    <a:pt x="2043" y="261"/>
                  </a:cubicBezTo>
                  <a:close/>
                  <a:moveTo>
                    <a:pt x="2042" y="0"/>
                  </a:moveTo>
                  <a:cubicBezTo>
                    <a:pt x="1272" y="0"/>
                    <a:pt x="586" y="452"/>
                    <a:pt x="285" y="1172"/>
                  </a:cubicBezTo>
                  <a:cubicBezTo>
                    <a:pt x="0" y="1875"/>
                    <a:pt x="151" y="2695"/>
                    <a:pt x="703" y="3248"/>
                  </a:cubicBezTo>
                  <a:cubicBezTo>
                    <a:pt x="1062" y="3617"/>
                    <a:pt x="1547" y="3807"/>
                    <a:pt x="2045" y="3807"/>
                  </a:cubicBezTo>
                  <a:cubicBezTo>
                    <a:pt x="2291" y="3807"/>
                    <a:pt x="2541" y="3760"/>
                    <a:pt x="2779" y="3666"/>
                  </a:cubicBezTo>
                  <a:cubicBezTo>
                    <a:pt x="3482" y="3365"/>
                    <a:pt x="3951" y="2678"/>
                    <a:pt x="3951" y="1908"/>
                  </a:cubicBezTo>
                  <a:cubicBezTo>
                    <a:pt x="3951" y="854"/>
                    <a:pt x="3097" y="0"/>
                    <a:pt x="20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4" name="Google Shape;5744;p60"/>
            <p:cNvSpPr/>
            <p:nvPr/>
          </p:nvSpPr>
          <p:spPr>
            <a:xfrm>
              <a:off x="4480475" y="3822450"/>
              <a:ext cx="46475" cy="45200"/>
            </a:xfrm>
            <a:custGeom>
              <a:avLst/>
              <a:gdLst/>
              <a:ahLst/>
              <a:cxnLst/>
              <a:rect l="l" t="t" r="r" b="b"/>
              <a:pathLst>
                <a:path w="1859" h="1808" extrusionOk="0">
                  <a:moveTo>
                    <a:pt x="1055" y="251"/>
                  </a:moveTo>
                  <a:lnTo>
                    <a:pt x="1055" y="670"/>
                  </a:lnTo>
                  <a:cubicBezTo>
                    <a:pt x="1055" y="737"/>
                    <a:pt x="1138" y="820"/>
                    <a:pt x="1205" y="820"/>
                  </a:cubicBezTo>
                  <a:lnTo>
                    <a:pt x="1590" y="820"/>
                  </a:lnTo>
                  <a:lnTo>
                    <a:pt x="1590" y="971"/>
                  </a:lnTo>
                  <a:lnTo>
                    <a:pt x="1205" y="971"/>
                  </a:lnTo>
                  <a:cubicBezTo>
                    <a:pt x="1138" y="971"/>
                    <a:pt x="1055" y="1004"/>
                    <a:pt x="1055" y="1071"/>
                  </a:cubicBezTo>
                  <a:lnTo>
                    <a:pt x="1055" y="1557"/>
                  </a:lnTo>
                  <a:lnTo>
                    <a:pt x="837" y="1557"/>
                  </a:lnTo>
                  <a:lnTo>
                    <a:pt x="837" y="1071"/>
                  </a:lnTo>
                  <a:cubicBezTo>
                    <a:pt x="837" y="1004"/>
                    <a:pt x="804" y="971"/>
                    <a:pt x="737" y="971"/>
                  </a:cubicBezTo>
                  <a:lnTo>
                    <a:pt x="251" y="971"/>
                  </a:lnTo>
                  <a:lnTo>
                    <a:pt x="251" y="820"/>
                  </a:lnTo>
                  <a:lnTo>
                    <a:pt x="737" y="820"/>
                  </a:lnTo>
                  <a:cubicBezTo>
                    <a:pt x="804" y="820"/>
                    <a:pt x="837" y="737"/>
                    <a:pt x="837" y="670"/>
                  </a:cubicBezTo>
                  <a:lnTo>
                    <a:pt x="837" y="251"/>
                  </a:lnTo>
                  <a:close/>
                  <a:moveTo>
                    <a:pt x="737" y="0"/>
                  </a:moveTo>
                  <a:cubicBezTo>
                    <a:pt x="653" y="0"/>
                    <a:pt x="586" y="34"/>
                    <a:pt x="586" y="100"/>
                  </a:cubicBezTo>
                  <a:lnTo>
                    <a:pt x="586" y="552"/>
                  </a:lnTo>
                  <a:lnTo>
                    <a:pt x="151" y="552"/>
                  </a:lnTo>
                  <a:cubicBezTo>
                    <a:pt x="67" y="552"/>
                    <a:pt x="0" y="586"/>
                    <a:pt x="0" y="670"/>
                  </a:cubicBezTo>
                  <a:lnTo>
                    <a:pt x="0" y="1071"/>
                  </a:lnTo>
                  <a:cubicBezTo>
                    <a:pt x="0" y="1155"/>
                    <a:pt x="67" y="1222"/>
                    <a:pt x="151" y="1222"/>
                  </a:cubicBezTo>
                  <a:lnTo>
                    <a:pt x="586" y="1222"/>
                  </a:lnTo>
                  <a:lnTo>
                    <a:pt x="586" y="1657"/>
                  </a:lnTo>
                  <a:cubicBezTo>
                    <a:pt x="586" y="1724"/>
                    <a:pt x="653" y="1808"/>
                    <a:pt x="737" y="1808"/>
                  </a:cubicBezTo>
                  <a:lnTo>
                    <a:pt x="1205" y="1808"/>
                  </a:lnTo>
                  <a:cubicBezTo>
                    <a:pt x="1272" y="1808"/>
                    <a:pt x="1322" y="1724"/>
                    <a:pt x="1322" y="1657"/>
                  </a:cubicBezTo>
                  <a:lnTo>
                    <a:pt x="1322" y="1222"/>
                  </a:lnTo>
                  <a:lnTo>
                    <a:pt x="1741" y="1222"/>
                  </a:lnTo>
                  <a:cubicBezTo>
                    <a:pt x="1825" y="1222"/>
                    <a:pt x="1858" y="1155"/>
                    <a:pt x="1858" y="1071"/>
                  </a:cubicBezTo>
                  <a:lnTo>
                    <a:pt x="1858" y="670"/>
                  </a:lnTo>
                  <a:cubicBezTo>
                    <a:pt x="1858" y="586"/>
                    <a:pt x="1825" y="552"/>
                    <a:pt x="1741" y="552"/>
                  </a:cubicBezTo>
                  <a:lnTo>
                    <a:pt x="1322" y="552"/>
                  </a:lnTo>
                  <a:lnTo>
                    <a:pt x="1322" y="100"/>
                  </a:lnTo>
                  <a:cubicBezTo>
                    <a:pt x="1322" y="34"/>
                    <a:pt x="1272" y="0"/>
                    <a:pt x="1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5" name="Google Shape;5745;p60"/>
            <p:cNvSpPr/>
            <p:nvPr/>
          </p:nvSpPr>
          <p:spPr>
            <a:xfrm>
              <a:off x="4373350" y="3722000"/>
              <a:ext cx="264900" cy="182475"/>
            </a:xfrm>
            <a:custGeom>
              <a:avLst/>
              <a:gdLst/>
              <a:ahLst/>
              <a:cxnLst/>
              <a:rect l="l" t="t" r="r" b="b"/>
              <a:pathLst>
                <a:path w="10596" h="7299" extrusionOk="0">
                  <a:moveTo>
                    <a:pt x="1942" y="1574"/>
                  </a:moveTo>
                  <a:cubicBezTo>
                    <a:pt x="2176" y="1574"/>
                    <a:pt x="2360" y="1758"/>
                    <a:pt x="2360" y="1993"/>
                  </a:cubicBezTo>
                  <a:lnTo>
                    <a:pt x="2360" y="2863"/>
                  </a:lnTo>
                  <a:cubicBezTo>
                    <a:pt x="2360" y="3097"/>
                    <a:pt x="2176" y="3282"/>
                    <a:pt x="1942" y="3282"/>
                  </a:cubicBezTo>
                  <a:cubicBezTo>
                    <a:pt x="1707" y="3282"/>
                    <a:pt x="1523" y="3097"/>
                    <a:pt x="1523" y="2863"/>
                  </a:cubicBezTo>
                  <a:lnTo>
                    <a:pt x="1523" y="1993"/>
                  </a:lnTo>
                  <a:cubicBezTo>
                    <a:pt x="1523" y="1758"/>
                    <a:pt x="1707" y="1574"/>
                    <a:pt x="1942" y="1574"/>
                  </a:cubicBezTo>
                  <a:close/>
                  <a:moveTo>
                    <a:pt x="8654" y="1574"/>
                  </a:moveTo>
                  <a:cubicBezTo>
                    <a:pt x="8888" y="1574"/>
                    <a:pt x="9072" y="1758"/>
                    <a:pt x="9072" y="1993"/>
                  </a:cubicBezTo>
                  <a:lnTo>
                    <a:pt x="9072" y="2863"/>
                  </a:lnTo>
                  <a:cubicBezTo>
                    <a:pt x="9072" y="3097"/>
                    <a:pt x="8888" y="3282"/>
                    <a:pt x="8654" y="3282"/>
                  </a:cubicBezTo>
                  <a:cubicBezTo>
                    <a:pt x="8419" y="3282"/>
                    <a:pt x="8235" y="3097"/>
                    <a:pt x="8235" y="2863"/>
                  </a:cubicBezTo>
                  <a:lnTo>
                    <a:pt x="8235" y="1993"/>
                  </a:lnTo>
                  <a:cubicBezTo>
                    <a:pt x="8235" y="1758"/>
                    <a:pt x="8419" y="1574"/>
                    <a:pt x="8654" y="1574"/>
                  </a:cubicBezTo>
                  <a:close/>
                  <a:moveTo>
                    <a:pt x="9574" y="269"/>
                  </a:moveTo>
                  <a:cubicBezTo>
                    <a:pt x="9993" y="269"/>
                    <a:pt x="10344" y="620"/>
                    <a:pt x="10344" y="1039"/>
                  </a:cubicBezTo>
                  <a:lnTo>
                    <a:pt x="10344" y="2294"/>
                  </a:lnTo>
                  <a:lnTo>
                    <a:pt x="9323" y="2294"/>
                  </a:lnTo>
                  <a:lnTo>
                    <a:pt x="9323" y="1993"/>
                  </a:lnTo>
                  <a:cubicBezTo>
                    <a:pt x="9323" y="1608"/>
                    <a:pt x="9022" y="1306"/>
                    <a:pt x="8654" y="1306"/>
                  </a:cubicBezTo>
                  <a:cubicBezTo>
                    <a:pt x="8286" y="1306"/>
                    <a:pt x="7984" y="1608"/>
                    <a:pt x="7984" y="1993"/>
                  </a:cubicBezTo>
                  <a:lnTo>
                    <a:pt x="7984" y="2294"/>
                  </a:lnTo>
                  <a:lnTo>
                    <a:pt x="3950" y="2294"/>
                  </a:lnTo>
                  <a:cubicBezTo>
                    <a:pt x="3783" y="2294"/>
                    <a:pt x="3783" y="2562"/>
                    <a:pt x="3950" y="2562"/>
                  </a:cubicBezTo>
                  <a:lnTo>
                    <a:pt x="7984" y="2562"/>
                  </a:lnTo>
                  <a:lnTo>
                    <a:pt x="7984" y="2863"/>
                  </a:lnTo>
                  <a:cubicBezTo>
                    <a:pt x="7984" y="3231"/>
                    <a:pt x="8286" y="3533"/>
                    <a:pt x="8654" y="3533"/>
                  </a:cubicBezTo>
                  <a:cubicBezTo>
                    <a:pt x="9022" y="3533"/>
                    <a:pt x="9323" y="3231"/>
                    <a:pt x="9323" y="2863"/>
                  </a:cubicBezTo>
                  <a:lnTo>
                    <a:pt x="9323" y="2562"/>
                  </a:lnTo>
                  <a:lnTo>
                    <a:pt x="10127" y="2562"/>
                  </a:lnTo>
                  <a:lnTo>
                    <a:pt x="10127" y="6278"/>
                  </a:lnTo>
                  <a:cubicBezTo>
                    <a:pt x="10127" y="6713"/>
                    <a:pt x="9775" y="7048"/>
                    <a:pt x="9340" y="7048"/>
                  </a:cubicBezTo>
                  <a:lnTo>
                    <a:pt x="1255" y="7048"/>
                  </a:lnTo>
                  <a:cubicBezTo>
                    <a:pt x="820" y="7048"/>
                    <a:pt x="469" y="6713"/>
                    <a:pt x="469" y="6278"/>
                  </a:cubicBezTo>
                  <a:lnTo>
                    <a:pt x="469" y="2562"/>
                  </a:lnTo>
                  <a:lnTo>
                    <a:pt x="1272" y="2562"/>
                  </a:lnTo>
                  <a:lnTo>
                    <a:pt x="1272" y="2863"/>
                  </a:lnTo>
                  <a:cubicBezTo>
                    <a:pt x="1272" y="3231"/>
                    <a:pt x="1573" y="3533"/>
                    <a:pt x="1942" y="3533"/>
                  </a:cubicBezTo>
                  <a:cubicBezTo>
                    <a:pt x="2310" y="3533"/>
                    <a:pt x="2611" y="3231"/>
                    <a:pt x="2611" y="2863"/>
                  </a:cubicBezTo>
                  <a:lnTo>
                    <a:pt x="2611" y="2562"/>
                  </a:lnTo>
                  <a:lnTo>
                    <a:pt x="3097" y="2562"/>
                  </a:lnTo>
                  <a:cubicBezTo>
                    <a:pt x="3264" y="2562"/>
                    <a:pt x="3264" y="2294"/>
                    <a:pt x="3097" y="2294"/>
                  </a:cubicBezTo>
                  <a:lnTo>
                    <a:pt x="2611" y="2294"/>
                  </a:lnTo>
                  <a:lnTo>
                    <a:pt x="2611" y="1993"/>
                  </a:lnTo>
                  <a:cubicBezTo>
                    <a:pt x="2611" y="1608"/>
                    <a:pt x="2310" y="1306"/>
                    <a:pt x="1942" y="1306"/>
                  </a:cubicBezTo>
                  <a:cubicBezTo>
                    <a:pt x="1573" y="1306"/>
                    <a:pt x="1272" y="1608"/>
                    <a:pt x="1272" y="1993"/>
                  </a:cubicBezTo>
                  <a:lnTo>
                    <a:pt x="1272" y="2294"/>
                  </a:lnTo>
                  <a:lnTo>
                    <a:pt x="251" y="2294"/>
                  </a:lnTo>
                  <a:lnTo>
                    <a:pt x="251" y="1039"/>
                  </a:lnTo>
                  <a:cubicBezTo>
                    <a:pt x="251" y="620"/>
                    <a:pt x="603" y="269"/>
                    <a:pt x="1021" y="269"/>
                  </a:cubicBezTo>
                  <a:close/>
                  <a:moveTo>
                    <a:pt x="1021" y="1"/>
                  </a:moveTo>
                  <a:cubicBezTo>
                    <a:pt x="452" y="1"/>
                    <a:pt x="0" y="469"/>
                    <a:pt x="0" y="1039"/>
                  </a:cubicBezTo>
                  <a:lnTo>
                    <a:pt x="0" y="2428"/>
                  </a:lnTo>
                  <a:cubicBezTo>
                    <a:pt x="0" y="2512"/>
                    <a:pt x="50" y="2562"/>
                    <a:pt x="117" y="2562"/>
                  </a:cubicBezTo>
                  <a:lnTo>
                    <a:pt x="201" y="2562"/>
                  </a:lnTo>
                  <a:lnTo>
                    <a:pt x="201" y="6278"/>
                  </a:lnTo>
                  <a:cubicBezTo>
                    <a:pt x="201" y="6847"/>
                    <a:pt x="686" y="7299"/>
                    <a:pt x="1255" y="7299"/>
                  </a:cubicBezTo>
                  <a:lnTo>
                    <a:pt x="9340" y="7299"/>
                  </a:lnTo>
                  <a:cubicBezTo>
                    <a:pt x="9909" y="7299"/>
                    <a:pt x="10378" y="6847"/>
                    <a:pt x="10378" y="6278"/>
                  </a:cubicBezTo>
                  <a:lnTo>
                    <a:pt x="10378" y="2562"/>
                  </a:lnTo>
                  <a:lnTo>
                    <a:pt x="10478" y="2562"/>
                  </a:lnTo>
                  <a:cubicBezTo>
                    <a:pt x="10545" y="2562"/>
                    <a:pt x="10596" y="2512"/>
                    <a:pt x="10596" y="2428"/>
                  </a:cubicBezTo>
                  <a:lnTo>
                    <a:pt x="10596" y="1039"/>
                  </a:lnTo>
                  <a:cubicBezTo>
                    <a:pt x="10596" y="469"/>
                    <a:pt x="10144" y="1"/>
                    <a:pt x="95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759" name="Google Shape;5759;p60"/>
          <p:cNvGrpSpPr/>
          <p:nvPr/>
        </p:nvGrpSpPr>
        <p:grpSpPr>
          <a:xfrm>
            <a:off x="6858635" y="2998470"/>
            <a:ext cx="2313940" cy="2084705"/>
            <a:chOff x="5278725" y="2338275"/>
            <a:chExt cx="1101955" cy="1054726"/>
          </a:xfrm>
          <a:solidFill>
            <a:srgbClr val="188077"/>
          </a:solidFill>
        </p:grpSpPr>
        <p:sp>
          <p:nvSpPr>
            <p:cNvPr id="5760" name="Google Shape;5760;p60"/>
            <p:cNvSpPr/>
            <p:nvPr/>
          </p:nvSpPr>
          <p:spPr>
            <a:xfrm>
              <a:off x="5653328" y="2408813"/>
              <a:ext cx="727352" cy="727352"/>
            </a:xfrm>
            <a:custGeom>
              <a:avLst/>
              <a:gdLst/>
              <a:ahLst/>
              <a:cxnLst/>
              <a:rect l="l" t="t" r="r" b="b"/>
              <a:pathLst>
                <a:path w="25025" h="25025" fill="none" extrusionOk="0">
                  <a:moveTo>
                    <a:pt x="25024" y="12521"/>
                  </a:moveTo>
                  <a:cubicBezTo>
                    <a:pt x="25024" y="19417"/>
                    <a:pt x="19417" y="25025"/>
                    <a:pt x="12520" y="25025"/>
                  </a:cubicBezTo>
                  <a:cubicBezTo>
                    <a:pt x="5607" y="25025"/>
                    <a:pt x="0" y="19417"/>
                    <a:pt x="0" y="12521"/>
                  </a:cubicBezTo>
                  <a:cubicBezTo>
                    <a:pt x="0" y="5608"/>
                    <a:pt x="5607" y="1"/>
                    <a:pt x="12520" y="1"/>
                  </a:cubicBezTo>
                  <a:cubicBezTo>
                    <a:pt x="19417" y="1"/>
                    <a:pt x="25024" y="5608"/>
                    <a:pt x="25024" y="12521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1" name="Google Shape;5761;p60"/>
            <p:cNvSpPr/>
            <p:nvPr/>
          </p:nvSpPr>
          <p:spPr>
            <a:xfrm>
              <a:off x="6276979" y="2338275"/>
              <a:ext cx="29704" cy="29210"/>
            </a:xfrm>
            <a:custGeom>
              <a:avLst/>
              <a:gdLst/>
              <a:ahLst/>
              <a:cxnLst/>
              <a:rect l="l" t="t" r="r" b="b"/>
              <a:pathLst>
                <a:path w="1022" h="1005" extrusionOk="0">
                  <a:moveTo>
                    <a:pt x="503" y="1"/>
                  </a:moveTo>
                  <a:cubicBezTo>
                    <a:pt x="235" y="1"/>
                    <a:pt x="1" y="218"/>
                    <a:pt x="1" y="503"/>
                  </a:cubicBezTo>
                  <a:cubicBezTo>
                    <a:pt x="1" y="787"/>
                    <a:pt x="235" y="1005"/>
                    <a:pt x="503" y="1005"/>
                  </a:cubicBezTo>
                  <a:cubicBezTo>
                    <a:pt x="787" y="1005"/>
                    <a:pt x="1022" y="787"/>
                    <a:pt x="1022" y="503"/>
                  </a:cubicBezTo>
                  <a:cubicBezTo>
                    <a:pt x="1022" y="218"/>
                    <a:pt x="787" y="1"/>
                    <a:pt x="5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2" name="Google Shape;5762;p60"/>
            <p:cNvSpPr/>
            <p:nvPr/>
          </p:nvSpPr>
          <p:spPr>
            <a:xfrm>
              <a:off x="6276979" y="2509025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3" y="1"/>
                  </a:moveTo>
                  <a:cubicBezTo>
                    <a:pt x="235" y="1"/>
                    <a:pt x="1" y="218"/>
                    <a:pt x="1" y="503"/>
                  </a:cubicBezTo>
                  <a:cubicBezTo>
                    <a:pt x="1" y="787"/>
                    <a:pt x="235" y="1022"/>
                    <a:pt x="503" y="1022"/>
                  </a:cubicBezTo>
                  <a:cubicBezTo>
                    <a:pt x="787" y="1022"/>
                    <a:pt x="1022" y="787"/>
                    <a:pt x="1022" y="503"/>
                  </a:cubicBezTo>
                  <a:cubicBezTo>
                    <a:pt x="1022" y="218"/>
                    <a:pt x="787" y="1"/>
                    <a:pt x="5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3" name="Google Shape;5763;p60"/>
            <p:cNvSpPr/>
            <p:nvPr/>
          </p:nvSpPr>
          <p:spPr>
            <a:xfrm>
              <a:off x="6276979" y="2679775"/>
              <a:ext cx="29704" cy="29733"/>
            </a:xfrm>
            <a:custGeom>
              <a:avLst/>
              <a:gdLst/>
              <a:ahLst/>
              <a:cxnLst/>
              <a:rect l="l" t="t" r="r" b="b"/>
              <a:pathLst>
                <a:path w="1022" h="1023" extrusionOk="0">
                  <a:moveTo>
                    <a:pt x="503" y="1"/>
                  </a:moveTo>
                  <a:cubicBezTo>
                    <a:pt x="235" y="1"/>
                    <a:pt x="1" y="235"/>
                    <a:pt x="1" y="520"/>
                  </a:cubicBezTo>
                  <a:cubicBezTo>
                    <a:pt x="1" y="788"/>
                    <a:pt x="235" y="1022"/>
                    <a:pt x="503" y="1022"/>
                  </a:cubicBezTo>
                  <a:cubicBezTo>
                    <a:pt x="787" y="1022"/>
                    <a:pt x="1022" y="788"/>
                    <a:pt x="1022" y="520"/>
                  </a:cubicBezTo>
                  <a:cubicBezTo>
                    <a:pt x="1022" y="235"/>
                    <a:pt x="787" y="1"/>
                    <a:pt x="5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4" name="Google Shape;5764;p60"/>
            <p:cNvSpPr/>
            <p:nvPr/>
          </p:nvSpPr>
          <p:spPr>
            <a:xfrm>
              <a:off x="6276979" y="2850553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3" y="0"/>
                  </a:moveTo>
                  <a:cubicBezTo>
                    <a:pt x="235" y="0"/>
                    <a:pt x="1" y="235"/>
                    <a:pt x="1" y="519"/>
                  </a:cubicBezTo>
                  <a:cubicBezTo>
                    <a:pt x="1" y="804"/>
                    <a:pt x="235" y="1021"/>
                    <a:pt x="503" y="1021"/>
                  </a:cubicBezTo>
                  <a:cubicBezTo>
                    <a:pt x="787" y="1021"/>
                    <a:pt x="1022" y="804"/>
                    <a:pt x="1022" y="519"/>
                  </a:cubicBezTo>
                  <a:cubicBezTo>
                    <a:pt x="1022" y="235"/>
                    <a:pt x="787" y="0"/>
                    <a:pt x="5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5" name="Google Shape;5765;p60"/>
            <p:cNvSpPr/>
            <p:nvPr/>
          </p:nvSpPr>
          <p:spPr>
            <a:xfrm>
              <a:off x="6276979" y="3021797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3" y="0"/>
                  </a:moveTo>
                  <a:cubicBezTo>
                    <a:pt x="235" y="0"/>
                    <a:pt x="1" y="218"/>
                    <a:pt x="1" y="502"/>
                  </a:cubicBezTo>
                  <a:cubicBezTo>
                    <a:pt x="1" y="787"/>
                    <a:pt x="235" y="1021"/>
                    <a:pt x="503" y="1021"/>
                  </a:cubicBezTo>
                  <a:cubicBezTo>
                    <a:pt x="787" y="1021"/>
                    <a:pt x="1022" y="787"/>
                    <a:pt x="1022" y="502"/>
                  </a:cubicBezTo>
                  <a:cubicBezTo>
                    <a:pt x="1022" y="218"/>
                    <a:pt x="787" y="0"/>
                    <a:pt x="5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6" name="Google Shape;5766;p60"/>
            <p:cNvSpPr/>
            <p:nvPr/>
          </p:nvSpPr>
          <p:spPr>
            <a:xfrm>
              <a:off x="6276979" y="3192547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3" y="0"/>
                  </a:moveTo>
                  <a:cubicBezTo>
                    <a:pt x="235" y="0"/>
                    <a:pt x="1" y="235"/>
                    <a:pt x="1" y="503"/>
                  </a:cubicBezTo>
                  <a:cubicBezTo>
                    <a:pt x="1" y="787"/>
                    <a:pt x="235" y="1021"/>
                    <a:pt x="503" y="1021"/>
                  </a:cubicBezTo>
                  <a:cubicBezTo>
                    <a:pt x="787" y="1021"/>
                    <a:pt x="1022" y="787"/>
                    <a:pt x="1022" y="503"/>
                  </a:cubicBezTo>
                  <a:cubicBezTo>
                    <a:pt x="1022" y="235"/>
                    <a:pt x="787" y="0"/>
                    <a:pt x="5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7" name="Google Shape;5767;p60"/>
            <p:cNvSpPr/>
            <p:nvPr/>
          </p:nvSpPr>
          <p:spPr>
            <a:xfrm>
              <a:off x="6276979" y="3363297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3" y="1"/>
                  </a:moveTo>
                  <a:cubicBezTo>
                    <a:pt x="235" y="1"/>
                    <a:pt x="1" y="235"/>
                    <a:pt x="1" y="520"/>
                  </a:cubicBezTo>
                  <a:cubicBezTo>
                    <a:pt x="1" y="804"/>
                    <a:pt x="235" y="1022"/>
                    <a:pt x="503" y="1022"/>
                  </a:cubicBezTo>
                  <a:cubicBezTo>
                    <a:pt x="787" y="1022"/>
                    <a:pt x="1022" y="804"/>
                    <a:pt x="1022" y="520"/>
                  </a:cubicBezTo>
                  <a:cubicBezTo>
                    <a:pt x="1022" y="235"/>
                    <a:pt x="787" y="1"/>
                    <a:pt x="5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8" name="Google Shape;5768;p60"/>
            <p:cNvSpPr/>
            <p:nvPr/>
          </p:nvSpPr>
          <p:spPr>
            <a:xfrm>
              <a:off x="6134450" y="2338275"/>
              <a:ext cx="29704" cy="29210"/>
            </a:xfrm>
            <a:custGeom>
              <a:avLst/>
              <a:gdLst/>
              <a:ahLst/>
              <a:cxnLst/>
              <a:rect l="l" t="t" r="r" b="b"/>
              <a:pathLst>
                <a:path w="1022" h="1005" extrusionOk="0">
                  <a:moveTo>
                    <a:pt x="503" y="1"/>
                  </a:moveTo>
                  <a:cubicBezTo>
                    <a:pt x="218" y="1"/>
                    <a:pt x="0" y="218"/>
                    <a:pt x="0" y="503"/>
                  </a:cubicBezTo>
                  <a:cubicBezTo>
                    <a:pt x="0" y="787"/>
                    <a:pt x="218" y="1005"/>
                    <a:pt x="503" y="1005"/>
                  </a:cubicBezTo>
                  <a:cubicBezTo>
                    <a:pt x="787" y="1005"/>
                    <a:pt x="1021" y="787"/>
                    <a:pt x="1021" y="503"/>
                  </a:cubicBezTo>
                  <a:cubicBezTo>
                    <a:pt x="1021" y="218"/>
                    <a:pt x="787" y="1"/>
                    <a:pt x="5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9" name="Google Shape;5769;p60"/>
            <p:cNvSpPr/>
            <p:nvPr/>
          </p:nvSpPr>
          <p:spPr>
            <a:xfrm>
              <a:off x="6134450" y="2509025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3" y="1"/>
                  </a:moveTo>
                  <a:cubicBezTo>
                    <a:pt x="218" y="1"/>
                    <a:pt x="0" y="218"/>
                    <a:pt x="0" y="503"/>
                  </a:cubicBezTo>
                  <a:cubicBezTo>
                    <a:pt x="0" y="787"/>
                    <a:pt x="218" y="1022"/>
                    <a:pt x="503" y="1022"/>
                  </a:cubicBezTo>
                  <a:cubicBezTo>
                    <a:pt x="787" y="1022"/>
                    <a:pt x="1021" y="787"/>
                    <a:pt x="1021" y="503"/>
                  </a:cubicBezTo>
                  <a:cubicBezTo>
                    <a:pt x="1021" y="218"/>
                    <a:pt x="787" y="1"/>
                    <a:pt x="5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0" name="Google Shape;5770;p60"/>
            <p:cNvSpPr/>
            <p:nvPr/>
          </p:nvSpPr>
          <p:spPr>
            <a:xfrm>
              <a:off x="6134450" y="2679775"/>
              <a:ext cx="29704" cy="29733"/>
            </a:xfrm>
            <a:custGeom>
              <a:avLst/>
              <a:gdLst/>
              <a:ahLst/>
              <a:cxnLst/>
              <a:rect l="l" t="t" r="r" b="b"/>
              <a:pathLst>
                <a:path w="1022" h="1023" extrusionOk="0">
                  <a:moveTo>
                    <a:pt x="503" y="1"/>
                  </a:moveTo>
                  <a:cubicBezTo>
                    <a:pt x="218" y="1"/>
                    <a:pt x="0" y="235"/>
                    <a:pt x="0" y="520"/>
                  </a:cubicBezTo>
                  <a:cubicBezTo>
                    <a:pt x="0" y="788"/>
                    <a:pt x="218" y="1022"/>
                    <a:pt x="503" y="1022"/>
                  </a:cubicBezTo>
                  <a:cubicBezTo>
                    <a:pt x="787" y="1022"/>
                    <a:pt x="1021" y="788"/>
                    <a:pt x="1021" y="520"/>
                  </a:cubicBezTo>
                  <a:cubicBezTo>
                    <a:pt x="1021" y="235"/>
                    <a:pt x="787" y="1"/>
                    <a:pt x="5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1" name="Google Shape;5771;p60"/>
            <p:cNvSpPr/>
            <p:nvPr/>
          </p:nvSpPr>
          <p:spPr>
            <a:xfrm>
              <a:off x="6134450" y="2850553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3" y="0"/>
                  </a:moveTo>
                  <a:cubicBezTo>
                    <a:pt x="218" y="0"/>
                    <a:pt x="0" y="235"/>
                    <a:pt x="0" y="519"/>
                  </a:cubicBezTo>
                  <a:cubicBezTo>
                    <a:pt x="0" y="804"/>
                    <a:pt x="218" y="1021"/>
                    <a:pt x="503" y="1021"/>
                  </a:cubicBezTo>
                  <a:cubicBezTo>
                    <a:pt x="787" y="1021"/>
                    <a:pt x="1021" y="804"/>
                    <a:pt x="1021" y="519"/>
                  </a:cubicBezTo>
                  <a:cubicBezTo>
                    <a:pt x="1021" y="235"/>
                    <a:pt x="787" y="0"/>
                    <a:pt x="5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2" name="Google Shape;5772;p60"/>
            <p:cNvSpPr/>
            <p:nvPr/>
          </p:nvSpPr>
          <p:spPr>
            <a:xfrm>
              <a:off x="6134450" y="3021797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3" y="0"/>
                  </a:moveTo>
                  <a:cubicBezTo>
                    <a:pt x="218" y="0"/>
                    <a:pt x="0" y="218"/>
                    <a:pt x="0" y="502"/>
                  </a:cubicBezTo>
                  <a:cubicBezTo>
                    <a:pt x="0" y="787"/>
                    <a:pt x="218" y="1021"/>
                    <a:pt x="503" y="1021"/>
                  </a:cubicBezTo>
                  <a:cubicBezTo>
                    <a:pt x="787" y="1021"/>
                    <a:pt x="1021" y="787"/>
                    <a:pt x="1021" y="502"/>
                  </a:cubicBezTo>
                  <a:cubicBezTo>
                    <a:pt x="1021" y="218"/>
                    <a:pt x="787" y="0"/>
                    <a:pt x="5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3" name="Google Shape;5773;p60"/>
            <p:cNvSpPr/>
            <p:nvPr/>
          </p:nvSpPr>
          <p:spPr>
            <a:xfrm>
              <a:off x="6134450" y="3192547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3" y="0"/>
                  </a:moveTo>
                  <a:cubicBezTo>
                    <a:pt x="218" y="0"/>
                    <a:pt x="0" y="235"/>
                    <a:pt x="0" y="503"/>
                  </a:cubicBezTo>
                  <a:cubicBezTo>
                    <a:pt x="0" y="787"/>
                    <a:pt x="218" y="1021"/>
                    <a:pt x="503" y="1021"/>
                  </a:cubicBezTo>
                  <a:cubicBezTo>
                    <a:pt x="787" y="1021"/>
                    <a:pt x="1021" y="787"/>
                    <a:pt x="1021" y="503"/>
                  </a:cubicBezTo>
                  <a:cubicBezTo>
                    <a:pt x="1021" y="235"/>
                    <a:pt x="787" y="0"/>
                    <a:pt x="5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4" name="Google Shape;5774;p60"/>
            <p:cNvSpPr/>
            <p:nvPr/>
          </p:nvSpPr>
          <p:spPr>
            <a:xfrm>
              <a:off x="6134450" y="3363297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3" y="1"/>
                  </a:moveTo>
                  <a:cubicBezTo>
                    <a:pt x="218" y="1"/>
                    <a:pt x="0" y="235"/>
                    <a:pt x="0" y="520"/>
                  </a:cubicBezTo>
                  <a:cubicBezTo>
                    <a:pt x="0" y="804"/>
                    <a:pt x="218" y="1022"/>
                    <a:pt x="503" y="1022"/>
                  </a:cubicBezTo>
                  <a:cubicBezTo>
                    <a:pt x="787" y="1022"/>
                    <a:pt x="1021" y="804"/>
                    <a:pt x="1021" y="520"/>
                  </a:cubicBezTo>
                  <a:cubicBezTo>
                    <a:pt x="1021" y="235"/>
                    <a:pt x="787" y="1"/>
                    <a:pt x="5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5" name="Google Shape;5775;p60"/>
            <p:cNvSpPr/>
            <p:nvPr/>
          </p:nvSpPr>
          <p:spPr>
            <a:xfrm>
              <a:off x="5991921" y="2338275"/>
              <a:ext cx="29704" cy="29210"/>
            </a:xfrm>
            <a:custGeom>
              <a:avLst/>
              <a:gdLst/>
              <a:ahLst/>
              <a:cxnLst/>
              <a:rect l="l" t="t" r="r" b="b"/>
              <a:pathLst>
                <a:path w="1022" h="1005" extrusionOk="0">
                  <a:moveTo>
                    <a:pt x="502" y="1"/>
                  </a:moveTo>
                  <a:cubicBezTo>
                    <a:pt x="218" y="1"/>
                    <a:pt x="0" y="218"/>
                    <a:pt x="0" y="503"/>
                  </a:cubicBezTo>
                  <a:cubicBezTo>
                    <a:pt x="0" y="787"/>
                    <a:pt x="218" y="1005"/>
                    <a:pt x="502" y="1005"/>
                  </a:cubicBezTo>
                  <a:cubicBezTo>
                    <a:pt x="787" y="1005"/>
                    <a:pt x="1021" y="787"/>
                    <a:pt x="1021" y="503"/>
                  </a:cubicBezTo>
                  <a:cubicBezTo>
                    <a:pt x="1021" y="218"/>
                    <a:pt x="787" y="1"/>
                    <a:pt x="50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6" name="Google Shape;5776;p60"/>
            <p:cNvSpPr/>
            <p:nvPr/>
          </p:nvSpPr>
          <p:spPr>
            <a:xfrm>
              <a:off x="5991921" y="2509025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2" y="1"/>
                  </a:moveTo>
                  <a:cubicBezTo>
                    <a:pt x="218" y="1"/>
                    <a:pt x="0" y="218"/>
                    <a:pt x="0" y="503"/>
                  </a:cubicBezTo>
                  <a:cubicBezTo>
                    <a:pt x="0" y="787"/>
                    <a:pt x="218" y="1022"/>
                    <a:pt x="502" y="1022"/>
                  </a:cubicBezTo>
                  <a:cubicBezTo>
                    <a:pt x="787" y="1022"/>
                    <a:pt x="1021" y="787"/>
                    <a:pt x="1021" y="503"/>
                  </a:cubicBezTo>
                  <a:cubicBezTo>
                    <a:pt x="1021" y="218"/>
                    <a:pt x="787" y="1"/>
                    <a:pt x="50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7" name="Google Shape;5777;p60"/>
            <p:cNvSpPr/>
            <p:nvPr/>
          </p:nvSpPr>
          <p:spPr>
            <a:xfrm>
              <a:off x="5991921" y="2679775"/>
              <a:ext cx="29704" cy="29733"/>
            </a:xfrm>
            <a:custGeom>
              <a:avLst/>
              <a:gdLst/>
              <a:ahLst/>
              <a:cxnLst/>
              <a:rect l="l" t="t" r="r" b="b"/>
              <a:pathLst>
                <a:path w="1022" h="1023" extrusionOk="0">
                  <a:moveTo>
                    <a:pt x="502" y="1"/>
                  </a:moveTo>
                  <a:cubicBezTo>
                    <a:pt x="218" y="1"/>
                    <a:pt x="0" y="235"/>
                    <a:pt x="0" y="520"/>
                  </a:cubicBezTo>
                  <a:cubicBezTo>
                    <a:pt x="0" y="788"/>
                    <a:pt x="218" y="1022"/>
                    <a:pt x="502" y="1022"/>
                  </a:cubicBezTo>
                  <a:cubicBezTo>
                    <a:pt x="787" y="1022"/>
                    <a:pt x="1021" y="788"/>
                    <a:pt x="1021" y="520"/>
                  </a:cubicBezTo>
                  <a:cubicBezTo>
                    <a:pt x="1021" y="235"/>
                    <a:pt x="787" y="1"/>
                    <a:pt x="50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8" name="Google Shape;5778;p60"/>
            <p:cNvSpPr/>
            <p:nvPr/>
          </p:nvSpPr>
          <p:spPr>
            <a:xfrm>
              <a:off x="5991921" y="2850553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2" y="0"/>
                  </a:moveTo>
                  <a:cubicBezTo>
                    <a:pt x="218" y="0"/>
                    <a:pt x="0" y="235"/>
                    <a:pt x="0" y="519"/>
                  </a:cubicBezTo>
                  <a:cubicBezTo>
                    <a:pt x="0" y="804"/>
                    <a:pt x="218" y="1021"/>
                    <a:pt x="502" y="1021"/>
                  </a:cubicBezTo>
                  <a:cubicBezTo>
                    <a:pt x="787" y="1021"/>
                    <a:pt x="1021" y="804"/>
                    <a:pt x="1021" y="519"/>
                  </a:cubicBezTo>
                  <a:cubicBezTo>
                    <a:pt x="1021" y="235"/>
                    <a:pt x="787" y="0"/>
                    <a:pt x="50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9" name="Google Shape;5779;p60"/>
            <p:cNvSpPr/>
            <p:nvPr/>
          </p:nvSpPr>
          <p:spPr>
            <a:xfrm>
              <a:off x="5991921" y="3021797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2" y="0"/>
                  </a:moveTo>
                  <a:cubicBezTo>
                    <a:pt x="218" y="0"/>
                    <a:pt x="0" y="218"/>
                    <a:pt x="0" y="502"/>
                  </a:cubicBezTo>
                  <a:cubicBezTo>
                    <a:pt x="0" y="787"/>
                    <a:pt x="218" y="1021"/>
                    <a:pt x="502" y="1021"/>
                  </a:cubicBezTo>
                  <a:cubicBezTo>
                    <a:pt x="787" y="1021"/>
                    <a:pt x="1021" y="787"/>
                    <a:pt x="1021" y="502"/>
                  </a:cubicBezTo>
                  <a:cubicBezTo>
                    <a:pt x="1021" y="218"/>
                    <a:pt x="787" y="0"/>
                    <a:pt x="50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0" name="Google Shape;5780;p60"/>
            <p:cNvSpPr/>
            <p:nvPr/>
          </p:nvSpPr>
          <p:spPr>
            <a:xfrm>
              <a:off x="5991921" y="3192547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2" y="0"/>
                  </a:moveTo>
                  <a:cubicBezTo>
                    <a:pt x="218" y="0"/>
                    <a:pt x="0" y="235"/>
                    <a:pt x="0" y="503"/>
                  </a:cubicBezTo>
                  <a:cubicBezTo>
                    <a:pt x="0" y="787"/>
                    <a:pt x="218" y="1021"/>
                    <a:pt x="502" y="1021"/>
                  </a:cubicBezTo>
                  <a:cubicBezTo>
                    <a:pt x="787" y="1021"/>
                    <a:pt x="1021" y="787"/>
                    <a:pt x="1021" y="503"/>
                  </a:cubicBezTo>
                  <a:cubicBezTo>
                    <a:pt x="1021" y="235"/>
                    <a:pt x="787" y="0"/>
                    <a:pt x="50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1" name="Google Shape;5781;p60"/>
            <p:cNvSpPr/>
            <p:nvPr/>
          </p:nvSpPr>
          <p:spPr>
            <a:xfrm>
              <a:off x="5991921" y="3363297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2" y="1"/>
                  </a:moveTo>
                  <a:cubicBezTo>
                    <a:pt x="218" y="1"/>
                    <a:pt x="0" y="235"/>
                    <a:pt x="0" y="520"/>
                  </a:cubicBezTo>
                  <a:cubicBezTo>
                    <a:pt x="0" y="804"/>
                    <a:pt x="218" y="1022"/>
                    <a:pt x="502" y="1022"/>
                  </a:cubicBezTo>
                  <a:cubicBezTo>
                    <a:pt x="787" y="1022"/>
                    <a:pt x="1021" y="804"/>
                    <a:pt x="1021" y="520"/>
                  </a:cubicBezTo>
                  <a:cubicBezTo>
                    <a:pt x="1021" y="235"/>
                    <a:pt x="787" y="1"/>
                    <a:pt x="50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2" name="Google Shape;5782;p60"/>
            <p:cNvSpPr/>
            <p:nvPr/>
          </p:nvSpPr>
          <p:spPr>
            <a:xfrm>
              <a:off x="5848869" y="2338275"/>
              <a:ext cx="29704" cy="29210"/>
            </a:xfrm>
            <a:custGeom>
              <a:avLst/>
              <a:gdLst/>
              <a:ahLst/>
              <a:cxnLst/>
              <a:rect l="l" t="t" r="r" b="b"/>
              <a:pathLst>
                <a:path w="1022" h="1005" extrusionOk="0">
                  <a:moveTo>
                    <a:pt x="520" y="1"/>
                  </a:moveTo>
                  <a:cubicBezTo>
                    <a:pt x="235" y="1"/>
                    <a:pt x="1" y="218"/>
                    <a:pt x="1" y="503"/>
                  </a:cubicBezTo>
                  <a:cubicBezTo>
                    <a:pt x="1" y="787"/>
                    <a:pt x="235" y="1005"/>
                    <a:pt x="520" y="1005"/>
                  </a:cubicBezTo>
                  <a:cubicBezTo>
                    <a:pt x="804" y="1005"/>
                    <a:pt x="1022" y="787"/>
                    <a:pt x="1022" y="503"/>
                  </a:cubicBezTo>
                  <a:cubicBezTo>
                    <a:pt x="1022" y="218"/>
                    <a:pt x="804" y="1"/>
                    <a:pt x="5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3" name="Google Shape;5783;p60"/>
            <p:cNvSpPr/>
            <p:nvPr/>
          </p:nvSpPr>
          <p:spPr>
            <a:xfrm>
              <a:off x="5848869" y="2509025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20" y="1"/>
                  </a:moveTo>
                  <a:cubicBezTo>
                    <a:pt x="235" y="1"/>
                    <a:pt x="1" y="218"/>
                    <a:pt x="1" y="503"/>
                  </a:cubicBezTo>
                  <a:cubicBezTo>
                    <a:pt x="1" y="787"/>
                    <a:pt x="235" y="1022"/>
                    <a:pt x="520" y="1022"/>
                  </a:cubicBezTo>
                  <a:cubicBezTo>
                    <a:pt x="804" y="1022"/>
                    <a:pt x="1022" y="787"/>
                    <a:pt x="1022" y="503"/>
                  </a:cubicBezTo>
                  <a:cubicBezTo>
                    <a:pt x="1022" y="218"/>
                    <a:pt x="804" y="1"/>
                    <a:pt x="5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4" name="Google Shape;5784;p60"/>
            <p:cNvSpPr/>
            <p:nvPr/>
          </p:nvSpPr>
          <p:spPr>
            <a:xfrm>
              <a:off x="5848869" y="2679775"/>
              <a:ext cx="29704" cy="29733"/>
            </a:xfrm>
            <a:custGeom>
              <a:avLst/>
              <a:gdLst/>
              <a:ahLst/>
              <a:cxnLst/>
              <a:rect l="l" t="t" r="r" b="b"/>
              <a:pathLst>
                <a:path w="1022" h="1023" extrusionOk="0">
                  <a:moveTo>
                    <a:pt x="520" y="1"/>
                  </a:moveTo>
                  <a:cubicBezTo>
                    <a:pt x="235" y="1"/>
                    <a:pt x="1" y="235"/>
                    <a:pt x="1" y="520"/>
                  </a:cubicBezTo>
                  <a:cubicBezTo>
                    <a:pt x="1" y="788"/>
                    <a:pt x="235" y="1022"/>
                    <a:pt x="520" y="1022"/>
                  </a:cubicBezTo>
                  <a:cubicBezTo>
                    <a:pt x="804" y="1022"/>
                    <a:pt x="1022" y="788"/>
                    <a:pt x="1022" y="520"/>
                  </a:cubicBezTo>
                  <a:cubicBezTo>
                    <a:pt x="1022" y="235"/>
                    <a:pt x="804" y="1"/>
                    <a:pt x="5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5" name="Google Shape;5785;p60"/>
            <p:cNvSpPr/>
            <p:nvPr/>
          </p:nvSpPr>
          <p:spPr>
            <a:xfrm>
              <a:off x="5848869" y="2850553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20" y="0"/>
                  </a:moveTo>
                  <a:cubicBezTo>
                    <a:pt x="235" y="0"/>
                    <a:pt x="1" y="235"/>
                    <a:pt x="1" y="519"/>
                  </a:cubicBezTo>
                  <a:cubicBezTo>
                    <a:pt x="1" y="804"/>
                    <a:pt x="235" y="1021"/>
                    <a:pt x="520" y="1021"/>
                  </a:cubicBezTo>
                  <a:cubicBezTo>
                    <a:pt x="804" y="1021"/>
                    <a:pt x="1022" y="804"/>
                    <a:pt x="1022" y="519"/>
                  </a:cubicBezTo>
                  <a:cubicBezTo>
                    <a:pt x="1022" y="235"/>
                    <a:pt x="804" y="0"/>
                    <a:pt x="5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6" name="Google Shape;5786;p60"/>
            <p:cNvSpPr/>
            <p:nvPr/>
          </p:nvSpPr>
          <p:spPr>
            <a:xfrm>
              <a:off x="5848869" y="3021797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20" y="0"/>
                  </a:moveTo>
                  <a:cubicBezTo>
                    <a:pt x="235" y="0"/>
                    <a:pt x="1" y="218"/>
                    <a:pt x="1" y="502"/>
                  </a:cubicBezTo>
                  <a:cubicBezTo>
                    <a:pt x="1" y="787"/>
                    <a:pt x="235" y="1021"/>
                    <a:pt x="520" y="1021"/>
                  </a:cubicBezTo>
                  <a:cubicBezTo>
                    <a:pt x="804" y="1021"/>
                    <a:pt x="1022" y="787"/>
                    <a:pt x="1022" y="502"/>
                  </a:cubicBezTo>
                  <a:cubicBezTo>
                    <a:pt x="1022" y="218"/>
                    <a:pt x="804" y="0"/>
                    <a:pt x="5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7" name="Google Shape;5787;p60"/>
            <p:cNvSpPr/>
            <p:nvPr/>
          </p:nvSpPr>
          <p:spPr>
            <a:xfrm>
              <a:off x="5848869" y="3192547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20" y="0"/>
                  </a:moveTo>
                  <a:cubicBezTo>
                    <a:pt x="235" y="0"/>
                    <a:pt x="1" y="235"/>
                    <a:pt x="1" y="503"/>
                  </a:cubicBezTo>
                  <a:cubicBezTo>
                    <a:pt x="1" y="787"/>
                    <a:pt x="235" y="1021"/>
                    <a:pt x="520" y="1021"/>
                  </a:cubicBezTo>
                  <a:cubicBezTo>
                    <a:pt x="804" y="1021"/>
                    <a:pt x="1022" y="787"/>
                    <a:pt x="1022" y="503"/>
                  </a:cubicBezTo>
                  <a:cubicBezTo>
                    <a:pt x="1022" y="235"/>
                    <a:pt x="804" y="0"/>
                    <a:pt x="5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8" name="Google Shape;5788;p60"/>
            <p:cNvSpPr/>
            <p:nvPr/>
          </p:nvSpPr>
          <p:spPr>
            <a:xfrm>
              <a:off x="5848869" y="3363297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20" y="1"/>
                  </a:moveTo>
                  <a:cubicBezTo>
                    <a:pt x="235" y="1"/>
                    <a:pt x="1" y="235"/>
                    <a:pt x="1" y="520"/>
                  </a:cubicBezTo>
                  <a:cubicBezTo>
                    <a:pt x="1" y="804"/>
                    <a:pt x="235" y="1022"/>
                    <a:pt x="520" y="1022"/>
                  </a:cubicBezTo>
                  <a:cubicBezTo>
                    <a:pt x="804" y="1022"/>
                    <a:pt x="1022" y="804"/>
                    <a:pt x="1022" y="520"/>
                  </a:cubicBezTo>
                  <a:cubicBezTo>
                    <a:pt x="1022" y="235"/>
                    <a:pt x="804" y="1"/>
                    <a:pt x="5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9" name="Google Shape;5789;p60"/>
            <p:cNvSpPr/>
            <p:nvPr/>
          </p:nvSpPr>
          <p:spPr>
            <a:xfrm>
              <a:off x="5706341" y="2338275"/>
              <a:ext cx="29704" cy="29210"/>
            </a:xfrm>
            <a:custGeom>
              <a:avLst/>
              <a:gdLst/>
              <a:ahLst/>
              <a:cxnLst/>
              <a:rect l="l" t="t" r="r" b="b"/>
              <a:pathLst>
                <a:path w="1022" h="1005" extrusionOk="0">
                  <a:moveTo>
                    <a:pt x="519" y="1"/>
                  </a:moveTo>
                  <a:cubicBezTo>
                    <a:pt x="235" y="1"/>
                    <a:pt x="1" y="218"/>
                    <a:pt x="1" y="503"/>
                  </a:cubicBezTo>
                  <a:cubicBezTo>
                    <a:pt x="1" y="787"/>
                    <a:pt x="235" y="1005"/>
                    <a:pt x="519" y="1005"/>
                  </a:cubicBezTo>
                  <a:cubicBezTo>
                    <a:pt x="787" y="1005"/>
                    <a:pt x="1022" y="787"/>
                    <a:pt x="1022" y="503"/>
                  </a:cubicBezTo>
                  <a:cubicBezTo>
                    <a:pt x="1022" y="218"/>
                    <a:pt x="787" y="1"/>
                    <a:pt x="5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0" name="Google Shape;5790;p60"/>
            <p:cNvSpPr/>
            <p:nvPr/>
          </p:nvSpPr>
          <p:spPr>
            <a:xfrm>
              <a:off x="5706341" y="2509025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19" y="1"/>
                  </a:moveTo>
                  <a:cubicBezTo>
                    <a:pt x="235" y="1"/>
                    <a:pt x="1" y="218"/>
                    <a:pt x="1" y="503"/>
                  </a:cubicBezTo>
                  <a:cubicBezTo>
                    <a:pt x="1" y="787"/>
                    <a:pt x="235" y="1022"/>
                    <a:pt x="519" y="1022"/>
                  </a:cubicBezTo>
                  <a:cubicBezTo>
                    <a:pt x="787" y="1022"/>
                    <a:pt x="1022" y="787"/>
                    <a:pt x="1022" y="503"/>
                  </a:cubicBezTo>
                  <a:cubicBezTo>
                    <a:pt x="1022" y="218"/>
                    <a:pt x="787" y="1"/>
                    <a:pt x="5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1" name="Google Shape;5791;p60"/>
            <p:cNvSpPr/>
            <p:nvPr/>
          </p:nvSpPr>
          <p:spPr>
            <a:xfrm>
              <a:off x="5706341" y="2679775"/>
              <a:ext cx="29704" cy="29733"/>
            </a:xfrm>
            <a:custGeom>
              <a:avLst/>
              <a:gdLst/>
              <a:ahLst/>
              <a:cxnLst/>
              <a:rect l="l" t="t" r="r" b="b"/>
              <a:pathLst>
                <a:path w="1022" h="1023" extrusionOk="0">
                  <a:moveTo>
                    <a:pt x="519" y="1"/>
                  </a:moveTo>
                  <a:cubicBezTo>
                    <a:pt x="235" y="1"/>
                    <a:pt x="1" y="235"/>
                    <a:pt x="1" y="520"/>
                  </a:cubicBezTo>
                  <a:cubicBezTo>
                    <a:pt x="1" y="788"/>
                    <a:pt x="235" y="1022"/>
                    <a:pt x="519" y="1022"/>
                  </a:cubicBezTo>
                  <a:cubicBezTo>
                    <a:pt x="787" y="1022"/>
                    <a:pt x="1022" y="788"/>
                    <a:pt x="1022" y="520"/>
                  </a:cubicBezTo>
                  <a:cubicBezTo>
                    <a:pt x="1022" y="235"/>
                    <a:pt x="787" y="1"/>
                    <a:pt x="5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2" name="Google Shape;5792;p60"/>
            <p:cNvSpPr/>
            <p:nvPr/>
          </p:nvSpPr>
          <p:spPr>
            <a:xfrm>
              <a:off x="5706341" y="2850553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19" y="0"/>
                  </a:moveTo>
                  <a:cubicBezTo>
                    <a:pt x="235" y="0"/>
                    <a:pt x="1" y="235"/>
                    <a:pt x="1" y="519"/>
                  </a:cubicBezTo>
                  <a:cubicBezTo>
                    <a:pt x="1" y="804"/>
                    <a:pt x="235" y="1021"/>
                    <a:pt x="519" y="1021"/>
                  </a:cubicBezTo>
                  <a:cubicBezTo>
                    <a:pt x="787" y="1021"/>
                    <a:pt x="1022" y="804"/>
                    <a:pt x="1022" y="519"/>
                  </a:cubicBezTo>
                  <a:cubicBezTo>
                    <a:pt x="1022" y="235"/>
                    <a:pt x="787" y="0"/>
                    <a:pt x="5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3" name="Google Shape;5793;p60"/>
            <p:cNvSpPr/>
            <p:nvPr/>
          </p:nvSpPr>
          <p:spPr>
            <a:xfrm>
              <a:off x="5706341" y="3021797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19" y="0"/>
                  </a:moveTo>
                  <a:cubicBezTo>
                    <a:pt x="235" y="0"/>
                    <a:pt x="1" y="218"/>
                    <a:pt x="1" y="502"/>
                  </a:cubicBezTo>
                  <a:cubicBezTo>
                    <a:pt x="1" y="787"/>
                    <a:pt x="235" y="1021"/>
                    <a:pt x="519" y="1021"/>
                  </a:cubicBezTo>
                  <a:cubicBezTo>
                    <a:pt x="787" y="1021"/>
                    <a:pt x="1022" y="787"/>
                    <a:pt x="1022" y="502"/>
                  </a:cubicBezTo>
                  <a:cubicBezTo>
                    <a:pt x="1022" y="218"/>
                    <a:pt x="787" y="0"/>
                    <a:pt x="5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4" name="Google Shape;5794;p60"/>
            <p:cNvSpPr/>
            <p:nvPr/>
          </p:nvSpPr>
          <p:spPr>
            <a:xfrm>
              <a:off x="5706341" y="3192547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19" y="0"/>
                  </a:moveTo>
                  <a:cubicBezTo>
                    <a:pt x="235" y="0"/>
                    <a:pt x="1" y="235"/>
                    <a:pt x="1" y="503"/>
                  </a:cubicBezTo>
                  <a:cubicBezTo>
                    <a:pt x="1" y="787"/>
                    <a:pt x="235" y="1021"/>
                    <a:pt x="519" y="1021"/>
                  </a:cubicBezTo>
                  <a:cubicBezTo>
                    <a:pt x="787" y="1021"/>
                    <a:pt x="1022" y="787"/>
                    <a:pt x="1022" y="503"/>
                  </a:cubicBezTo>
                  <a:cubicBezTo>
                    <a:pt x="1022" y="235"/>
                    <a:pt x="787" y="0"/>
                    <a:pt x="5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5" name="Google Shape;5795;p60"/>
            <p:cNvSpPr/>
            <p:nvPr/>
          </p:nvSpPr>
          <p:spPr>
            <a:xfrm>
              <a:off x="5706341" y="3363297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19" y="1"/>
                  </a:moveTo>
                  <a:cubicBezTo>
                    <a:pt x="235" y="1"/>
                    <a:pt x="1" y="235"/>
                    <a:pt x="1" y="520"/>
                  </a:cubicBezTo>
                  <a:cubicBezTo>
                    <a:pt x="1" y="804"/>
                    <a:pt x="235" y="1022"/>
                    <a:pt x="519" y="1022"/>
                  </a:cubicBezTo>
                  <a:cubicBezTo>
                    <a:pt x="787" y="1022"/>
                    <a:pt x="1022" y="804"/>
                    <a:pt x="1022" y="520"/>
                  </a:cubicBezTo>
                  <a:cubicBezTo>
                    <a:pt x="1022" y="235"/>
                    <a:pt x="787" y="1"/>
                    <a:pt x="5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6" name="Google Shape;5796;p60"/>
            <p:cNvSpPr/>
            <p:nvPr/>
          </p:nvSpPr>
          <p:spPr>
            <a:xfrm>
              <a:off x="5563812" y="2338275"/>
              <a:ext cx="29704" cy="29210"/>
            </a:xfrm>
            <a:custGeom>
              <a:avLst/>
              <a:gdLst/>
              <a:ahLst/>
              <a:cxnLst/>
              <a:rect l="l" t="t" r="r" b="b"/>
              <a:pathLst>
                <a:path w="1022" h="1005" extrusionOk="0">
                  <a:moveTo>
                    <a:pt x="502" y="1"/>
                  </a:moveTo>
                  <a:cubicBezTo>
                    <a:pt x="234" y="1"/>
                    <a:pt x="0" y="218"/>
                    <a:pt x="0" y="503"/>
                  </a:cubicBezTo>
                  <a:cubicBezTo>
                    <a:pt x="0" y="787"/>
                    <a:pt x="234" y="1005"/>
                    <a:pt x="502" y="1005"/>
                  </a:cubicBezTo>
                  <a:cubicBezTo>
                    <a:pt x="787" y="1005"/>
                    <a:pt x="1021" y="787"/>
                    <a:pt x="1021" y="503"/>
                  </a:cubicBezTo>
                  <a:cubicBezTo>
                    <a:pt x="1021" y="218"/>
                    <a:pt x="787" y="1"/>
                    <a:pt x="50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7" name="Google Shape;5797;p60"/>
            <p:cNvSpPr/>
            <p:nvPr/>
          </p:nvSpPr>
          <p:spPr>
            <a:xfrm>
              <a:off x="5563812" y="2509025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2" y="1"/>
                  </a:moveTo>
                  <a:cubicBezTo>
                    <a:pt x="234" y="1"/>
                    <a:pt x="0" y="218"/>
                    <a:pt x="0" y="503"/>
                  </a:cubicBezTo>
                  <a:cubicBezTo>
                    <a:pt x="0" y="787"/>
                    <a:pt x="234" y="1022"/>
                    <a:pt x="502" y="1022"/>
                  </a:cubicBezTo>
                  <a:cubicBezTo>
                    <a:pt x="787" y="1022"/>
                    <a:pt x="1021" y="787"/>
                    <a:pt x="1021" y="503"/>
                  </a:cubicBezTo>
                  <a:cubicBezTo>
                    <a:pt x="1021" y="218"/>
                    <a:pt x="787" y="1"/>
                    <a:pt x="50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8" name="Google Shape;5798;p60"/>
            <p:cNvSpPr/>
            <p:nvPr/>
          </p:nvSpPr>
          <p:spPr>
            <a:xfrm>
              <a:off x="5563812" y="2679775"/>
              <a:ext cx="29704" cy="29733"/>
            </a:xfrm>
            <a:custGeom>
              <a:avLst/>
              <a:gdLst/>
              <a:ahLst/>
              <a:cxnLst/>
              <a:rect l="l" t="t" r="r" b="b"/>
              <a:pathLst>
                <a:path w="1022" h="1023" extrusionOk="0">
                  <a:moveTo>
                    <a:pt x="502" y="1"/>
                  </a:moveTo>
                  <a:cubicBezTo>
                    <a:pt x="234" y="1"/>
                    <a:pt x="0" y="235"/>
                    <a:pt x="0" y="520"/>
                  </a:cubicBezTo>
                  <a:cubicBezTo>
                    <a:pt x="0" y="788"/>
                    <a:pt x="234" y="1022"/>
                    <a:pt x="502" y="1022"/>
                  </a:cubicBezTo>
                  <a:cubicBezTo>
                    <a:pt x="787" y="1022"/>
                    <a:pt x="1021" y="788"/>
                    <a:pt x="1021" y="520"/>
                  </a:cubicBezTo>
                  <a:cubicBezTo>
                    <a:pt x="1021" y="235"/>
                    <a:pt x="787" y="1"/>
                    <a:pt x="50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9" name="Google Shape;5799;p60"/>
            <p:cNvSpPr/>
            <p:nvPr/>
          </p:nvSpPr>
          <p:spPr>
            <a:xfrm>
              <a:off x="5563812" y="2850553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2" y="0"/>
                  </a:moveTo>
                  <a:cubicBezTo>
                    <a:pt x="234" y="0"/>
                    <a:pt x="0" y="235"/>
                    <a:pt x="0" y="519"/>
                  </a:cubicBezTo>
                  <a:cubicBezTo>
                    <a:pt x="0" y="804"/>
                    <a:pt x="234" y="1021"/>
                    <a:pt x="502" y="1021"/>
                  </a:cubicBezTo>
                  <a:cubicBezTo>
                    <a:pt x="787" y="1021"/>
                    <a:pt x="1021" y="804"/>
                    <a:pt x="1021" y="519"/>
                  </a:cubicBezTo>
                  <a:cubicBezTo>
                    <a:pt x="1021" y="235"/>
                    <a:pt x="787" y="0"/>
                    <a:pt x="50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0" name="Google Shape;5800;p60"/>
            <p:cNvSpPr/>
            <p:nvPr/>
          </p:nvSpPr>
          <p:spPr>
            <a:xfrm>
              <a:off x="5563812" y="3021797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2" y="0"/>
                  </a:moveTo>
                  <a:cubicBezTo>
                    <a:pt x="234" y="0"/>
                    <a:pt x="0" y="218"/>
                    <a:pt x="0" y="502"/>
                  </a:cubicBezTo>
                  <a:cubicBezTo>
                    <a:pt x="0" y="787"/>
                    <a:pt x="234" y="1021"/>
                    <a:pt x="502" y="1021"/>
                  </a:cubicBezTo>
                  <a:cubicBezTo>
                    <a:pt x="787" y="1021"/>
                    <a:pt x="1021" y="787"/>
                    <a:pt x="1021" y="502"/>
                  </a:cubicBezTo>
                  <a:cubicBezTo>
                    <a:pt x="1021" y="218"/>
                    <a:pt x="787" y="0"/>
                    <a:pt x="50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1" name="Google Shape;5801;p60"/>
            <p:cNvSpPr/>
            <p:nvPr/>
          </p:nvSpPr>
          <p:spPr>
            <a:xfrm>
              <a:off x="5563812" y="3192547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2" y="0"/>
                  </a:moveTo>
                  <a:cubicBezTo>
                    <a:pt x="234" y="0"/>
                    <a:pt x="0" y="235"/>
                    <a:pt x="0" y="503"/>
                  </a:cubicBezTo>
                  <a:cubicBezTo>
                    <a:pt x="0" y="787"/>
                    <a:pt x="234" y="1021"/>
                    <a:pt x="502" y="1021"/>
                  </a:cubicBezTo>
                  <a:cubicBezTo>
                    <a:pt x="787" y="1021"/>
                    <a:pt x="1021" y="787"/>
                    <a:pt x="1021" y="503"/>
                  </a:cubicBezTo>
                  <a:cubicBezTo>
                    <a:pt x="1021" y="235"/>
                    <a:pt x="787" y="0"/>
                    <a:pt x="50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2" name="Google Shape;5802;p60"/>
            <p:cNvSpPr/>
            <p:nvPr/>
          </p:nvSpPr>
          <p:spPr>
            <a:xfrm>
              <a:off x="5563812" y="3363297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2" y="1"/>
                  </a:moveTo>
                  <a:cubicBezTo>
                    <a:pt x="234" y="1"/>
                    <a:pt x="0" y="235"/>
                    <a:pt x="0" y="520"/>
                  </a:cubicBezTo>
                  <a:cubicBezTo>
                    <a:pt x="0" y="804"/>
                    <a:pt x="234" y="1022"/>
                    <a:pt x="502" y="1022"/>
                  </a:cubicBezTo>
                  <a:cubicBezTo>
                    <a:pt x="787" y="1022"/>
                    <a:pt x="1021" y="804"/>
                    <a:pt x="1021" y="520"/>
                  </a:cubicBezTo>
                  <a:cubicBezTo>
                    <a:pt x="1021" y="235"/>
                    <a:pt x="787" y="1"/>
                    <a:pt x="50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3" name="Google Shape;5803;p60"/>
            <p:cNvSpPr/>
            <p:nvPr/>
          </p:nvSpPr>
          <p:spPr>
            <a:xfrm>
              <a:off x="5421254" y="2338275"/>
              <a:ext cx="29704" cy="29210"/>
            </a:xfrm>
            <a:custGeom>
              <a:avLst/>
              <a:gdLst/>
              <a:ahLst/>
              <a:cxnLst/>
              <a:rect l="l" t="t" r="r" b="b"/>
              <a:pathLst>
                <a:path w="1022" h="1005" extrusionOk="0">
                  <a:moveTo>
                    <a:pt x="503" y="1"/>
                  </a:moveTo>
                  <a:cubicBezTo>
                    <a:pt x="218" y="1"/>
                    <a:pt x="1" y="218"/>
                    <a:pt x="1" y="503"/>
                  </a:cubicBezTo>
                  <a:cubicBezTo>
                    <a:pt x="1" y="787"/>
                    <a:pt x="218" y="1005"/>
                    <a:pt x="503" y="1005"/>
                  </a:cubicBezTo>
                  <a:cubicBezTo>
                    <a:pt x="787" y="1005"/>
                    <a:pt x="1022" y="787"/>
                    <a:pt x="1022" y="503"/>
                  </a:cubicBezTo>
                  <a:cubicBezTo>
                    <a:pt x="1022" y="218"/>
                    <a:pt x="787" y="1"/>
                    <a:pt x="5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4" name="Google Shape;5804;p60"/>
            <p:cNvSpPr/>
            <p:nvPr/>
          </p:nvSpPr>
          <p:spPr>
            <a:xfrm>
              <a:off x="5421254" y="2509025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3" y="1"/>
                  </a:moveTo>
                  <a:cubicBezTo>
                    <a:pt x="218" y="1"/>
                    <a:pt x="1" y="218"/>
                    <a:pt x="1" y="503"/>
                  </a:cubicBezTo>
                  <a:cubicBezTo>
                    <a:pt x="1" y="787"/>
                    <a:pt x="218" y="1022"/>
                    <a:pt x="503" y="1022"/>
                  </a:cubicBezTo>
                  <a:cubicBezTo>
                    <a:pt x="787" y="1022"/>
                    <a:pt x="1022" y="787"/>
                    <a:pt x="1022" y="503"/>
                  </a:cubicBezTo>
                  <a:cubicBezTo>
                    <a:pt x="1022" y="218"/>
                    <a:pt x="787" y="1"/>
                    <a:pt x="5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5" name="Google Shape;5805;p60"/>
            <p:cNvSpPr/>
            <p:nvPr/>
          </p:nvSpPr>
          <p:spPr>
            <a:xfrm>
              <a:off x="5421254" y="2679775"/>
              <a:ext cx="29704" cy="29733"/>
            </a:xfrm>
            <a:custGeom>
              <a:avLst/>
              <a:gdLst/>
              <a:ahLst/>
              <a:cxnLst/>
              <a:rect l="l" t="t" r="r" b="b"/>
              <a:pathLst>
                <a:path w="1022" h="1023" extrusionOk="0">
                  <a:moveTo>
                    <a:pt x="503" y="1"/>
                  </a:moveTo>
                  <a:cubicBezTo>
                    <a:pt x="218" y="1"/>
                    <a:pt x="1" y="235"/>
                    <a:pt x="1" y="520"/>
                  </a:cubicBezTo>
                  <a:cubicBezTo>
                    <a:pt x="1" y="788"/>
                    <a:pt x="218" y="1022"/>
                    <a:pt x="503" y="1022"/>
                  </a:cubicBezTo>
                  <a:cubicBezTo>
                    <a:pt x="787" y="1022"/>
                    <a:pt x="1022" y="788"/>
                    <a:pt x="1022" y="520"/>
                  </a:cubicBezTo>
                  <a:cubicBezTo>
                    <a:pt x="1022" y="235"/>
                    <a:pt x="787" y="1"/>
                    <a:pt x="5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6" name="Google Shape;5806;p60"/>
            <p:cNvSpPr/>
            <p:nvPr/>
          </p:nvSpPr>
          <p:spPr>
            <a:xfrm>
              <a:off x="5421254" y="2850553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3" y="0"/>
                  </a:moveTo>
                  <a:cubicBezTo>
                    <a:pt x="218" y="0"/>
                    <a:pt x="1" y="235"/>
                    <a:pt x="1" y="519"/>
                  </a:cubicBezTo>
                  <a:cubicBezTo>
                    <a:pt x="1" y="804"/>
                    <a:pt x="218" y="1021"/>
                    <a:pt x="503" y="1021"/>
                  </a:cubicBezTo>
                  <a:cubicBezTo>
                    <a:pt x="787" y="1021"/>
                    <a:pt x="1022" y="804"/>
                    <a:pt x="1022" y="519"/>
                  </a:cubicBezTo>
                  <a:cubicBezTo>
                    <a:pt x="1022" y="235"/>
                    <a:pt x="787" y="0"/>
                    <a:pt x="5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7" name="Google Shape;5807;p60"/>
            <p:cNvSpPr/>
            <p:nvPr/>
          </p:nvSpPr>
          <p:spPr>
            <a:xfrm>
              <a:off x="5421254" y="3021797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3" y="0"/>
                  </a:moveTo>
                  <a:cubicBezTo>
                    <a:pt x="218" y="0"/>
                    <a:pt x="1" y="218"/>
                    <a:pt x="1" y="502"/>
                  </a:cubicBezTo>
                  <a:cubicBezTo>
                    <a:pt x="1" y="787"/>
                    <a:pt x="218" y="1021"/>
                    <a:pt x="503" y="1021"/>
                  </a:cubicBezTo>
                  <a:cubicBezTo>
                    <a:pt x="787" y="1021"/>
                    <a:pt x="1022" y="787"/>
                    <a:pt x="1022" y="502"/>
                  </a:cubicBezTo>
                  <a:cubicBezTo>
                    <a:pt x="1022" y="218"/>
                    <a:pt x="787" y="0"/>
                    <a:pt x="5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8" name="Google Shape;5808;p60"/>
            <p:cNvSpPr/>
            <p:nvPr/>
          </p:nvSpPr>
          <p:spPr>
            <a:xfrm>
              <a:off x="5421254" y="3192547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3" y="0"/>
                  </a:moveTo>
                  <a:cubicBezTo>
                    <a:pt x="218" y="0"/>
                    <a:pt x="1" y="235"/>
                    <a:pt x="1" y="503"/>
                  </a:cubicBezTo>
                  <a:cubicBezTo>
                    <a:pt x="1" y="787"/>
                    <a:pt x="218" y="1021"/>
                    <a:pt x="503" y="1021"/>
                  </a:cubicBezTo>
                  <a:cubicBezTo>
                    <a:pt x="787" y="1021"/>
                    <a:pt x="1022" y="787"/>
                    <a:pt x="1022" y="503"/>
                  </a:cubicBezTo>
                  <a:cubicBezTo>
                    <a:pt x="1022" y="235"/>
                    <a:pt x="787" y="0"/>
                    <a:pt x="5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9" name="Google Shape;5809;p60"/>
            <p:cNvSpPr/>
            <p:nvPr/>
          </p:nvSpPr>
          <p:spPr>
            <a:xfrm>
              <a:off x="5421254" y="3363297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3" y="1"/>
                  </a:moveTo>
                  <a:cubicBezTo>
                    <a:pt x="218" y="1"/>
                    <a:pt x="1" y="235"/>
                    <a:pt x="1" y="520"/>
                  </a:cubicBezTo>
                  <a:cubicBezTo>
                    <a:pt x="1" y="804"/>
                    <a:pt x="218" y="1022"/>
                    <a:pt x="503" y="1022"/>
                  </a:cubicBezTo>
                  <a:cubicBezTo>
                    <a:pt x="787" y="1022"/>
                    <a:pt x="1022" y="804"/>
                    <a:pt x="1022" y="520"/>
                  </a:cubicBezTo>
                  <a:cubicBezTo>
                    <a:pt x="1022" y="235"/>
                    <a:pt x="787" y="1"/>
                    <a:pt x="5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0" name="Google Shape;5810;p60"/>
            <p:cNvSpPr/>
            <p:nvPr/>
          </p:nvSpPr>
          <p:spPr>
            <a:xfrm>
              <a:off x="5278725" y="2338275"/>
              <a:ext cx="29704" cy="29210"/>
            </a:xfrm>
            <a:custGeom>
              <a:avLst/>
              <a:gdLst/>
              <a:ahLst/>
              <a:cxnLst/>
              <a:rect l="l" t="t" r="r" b="b"/>
              <a:pathLst>
                <a:path w="1022" h="1005" extrusionOk="0">
                  <a:moveTo>
                    <a:pt x="503" y="1"/>
                  </a:moveTo>
                  <a:cubicBezTo>
                    <a:pt x="218" y="1"/>
                    <a:pt x="0" y="218"/>
                    <a:pt x="0" y="503"/>
                  </a:cubicBezTo>
                  <a:cubicBezTo>
                    <a:pt x="0" y="787"/>
                    <a:pt x="218" y="1005"/>
                    <a:pt x="503" y="1005"/>
                  </a:cubicBezTo>
                  <a:cubicBezTo>
                    <a:pt x="787" y="1005"/>
                    <a:pt x="1021" y="787"/>
                    <a:pt x="1021" y="503"/>
                  </a:cubicBezTo>
                  <a:cubicBezTo>
                    <a:pt x="1021" y="218"/>
                    <a:pt x="787" y="1"/>
                    <a:pt x="5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1" name="Google Shape;5811;p60"/>
            <p:cNvSpPr/>
            <p:nvPr/>
          </p:nvSpPr>
          <p:spPr>
            <a:xfrm>
              <a:off x="5278725" y="2509025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3" y="1"/>
                  </a:moveTo>
                  <a:cubicBezTo>
                    <a:pt x="218" y="1"/>
                    <a:pt x="0" y="218"/>
                    <a:pt x="0" y="503"/>
                  </a:cubicBezTo>
                  <a:cubicBezTo>
                    <a:pt x="0" y="787"/>
                    <a:pt x="218" y="1022"/>
                    <a:pt x="503" y="1022"/>
                  </a:cubicBezTo>
                  <a:cubicBezTo>
                    <a:pt x="787" y="1022"/>
                    <a:pt x="1021" y="787"/>
                    <a:pt x="1021" y="503"/>
                  </a:cubicBezTo>
                  <a:cubicBezTo>
                    <a:pt x="1021" y="218"/>
                    <a:pt x="787" y="1"/>
                    <a:pt x="5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2" name="Google Shape;5812;p60"/>
            <p:cNvSpPr/>
            <p:nvPr/>
          </p:nvSpPr>
          <p:spPr>
            <a:xfrm>
              <a:off x="5278725" y="2679775"/>
              <a:ext cx="29704" cy="29733"/>
            </a:xfrm>
            <a:custGeom>
              <a:avLst/>
              <a:gdLst/>
              <a:ahLst/>
              <a:cxnLst/>
              <a:rect l="l" t="t" r="r" b="b"/>
              <a:pathLst>
                <a:path w="1022" h="1023" extrusionOk="0">
                  <a:moveTo>
                    <a:pt x="503" y="1"/>
                  </a:moveTo>
                  <a:cubicBezTo>
                    <a:pt x="218" y="1"/>
                    <a:pt x="0" y="235"/>
                    <a:pt x="0" y="520"/>
                  </a:cubicBezTo>
                  <a:cubicBezTo>
                    <a:pt x="0" y="788"/>
                    <a:pt x="218" y="1022"/>
                    <a:pt x="503" y="1022"/>
                  </a:cubicBezTo>
                  <a:cubicBezTo>
                    <a:pt x="787" y="1022"/>
                    <a:pt x="1021" y="788"/>
                    <a:pt x="1021" y="520"/>
                  </a:cubicBezTo>
                  <a:cubicBezTo>
                    <a:pt x="1021" y="235"/>
                    <a:pt x="787" y="1"/>
                    <a:pt x="5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3" name="Google Shape;5813;p60"/>
            <p:cNvSpPr/>
            <p:nvPr/>
          </p:nvSpPr>
          <p:spPr>
            <a:xfrm>
              <a:off x="5278725" y="2850553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3" y="0"/>
                  </a:moveTo>
                  <a:cubicBezTo>
                    <a:pt x="218" y="0"/>
                    <a:pt x="0" y="235"/>
                    <a:pt x="0" y="519"/>
                  </a:cubicBezTo>
                  <a:cubicBezTo>
                    <a:pt x="0" y="804"/>
                    <a:pt x="218" y="1021"/>
                    <a:pt x="503" y="1021"/>
                  </a:cubicBezTo>
                  <a:cubicBezTo>
                    <a:pt x="787" y="1021"/>
                    <a:pt x="1021" y="804"/>
                    <a:pt x="1021" y="519"/>
                  </a:cubicBezTo>
                  <a:cubicBezTo>
                    <a:pt x="1021" y="235"/>
                    <a:pt x="787" y="0"/>
                    <a:pt x="5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4" name="Google Shape;5814;p60"/>
            <p:cNvSpPr/>
            <p:nvPr/>
          </p:nvSpPr>
          <p:spPr>
            <a:xfrm>
              <a:off x="5278725" y="3021797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3" y="0"/>
                  </a:moveTo>
                  <a:cubicBezTo>
                    <a:pt x="218" y="0"/>
                    <a:pt x="0" y="218"/>
                    <a:pt x="0" y="502"/>
                  </a:cubicBezTo>
                  <a:cubicBezTo>
                    <a:pt x="0" y="787"/>
                    <a:pt x="218" y="1021"/>
                    <a:pt x="503" y="1021"/>
                  </a:cubicBezTo>
                  <a:cubicBezTo>
                    <a:pt x="787" y="1021"/>
                    <a:pt x="1021" y="787"/>
                    <a:pt x="1021" y="502"/>
                  </a:cubicBezTo>
                  <a:cubicBezTo>
                    <a:pt x="1021" y="218"/>
                    <a:pt x="787" y="0"/>
                    <a:pt x="5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5" name="Google Shape;5815;p60"/>
            <p:cNvSpPr/>
            <p:nvPr/>
          </p:nvSpPr>
          <p:spPr>
            <a:xfrm>
              <a:off x="5278725" y="3192547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3" y="0"/>
                  </a:moveTo>
                  <a:cubicBezTo>
                    <a:pt x="218" y="0"/>
                    <a:pt x="0" y="235"/>
                    <a:pt x="0" y="503"/>
                  </a:cubicBezTo>
                  <a:cubicBezTo>
                    <a:pt x="0" y="787"/>
                    <a:pt x="218" y="1021"/>
                    <a:pt x="503" y="1021"/>
                  </a:cubicBezTo>
                  <a:cubicBezTo>
                    <a:pt x="787" y="1021"/>
                    <a:pt x="1021" y="787"/>
                    <a:pt x="1021" y="503"/>
                  </a:cubicBezTo>
                  <a:cubicBezTo>
                    <a:pt x="1021" y="235"/>
                    <a:pt x="787" y="0"/>
                    <a:pt x="5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6" name="Google Shape;5816;p60"/>
            <p:cNvSpPr/>
            <p:nvPr/>
          </p:nvSpPr>
          <p:spPr>
            <a:xfrm>
              <a:off x="5278725" y="3363297"/>
              <a:ext cx="29704" cy="29704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03" y="1"/>
                  </a:moveTo>
                  <a:cubicBezTo>
                    <a:pt x="218" y="1"/>
                    <a:pt x="0" y="235"/>
                    <a:pt x="0" y="520"/>
                  </a:cubicBezTo>
                  <a:cubicBezTo>
                    <a:pt x="0" y="804"/>
                    <a:pt x="218" y="1022"/>
                    <a:pt x="503" y="1022"/>
                  </a:cubicBezTo>
                  <a:cubicBezTo>
                    <a:pt x="787" y="1022"/>
                    <a:pt x="1021" y="804"/>
                    <a:pt x="1021" y="520"/>
                  </a:cubicBezTo>
                  <a:cubicBezTo>
                    <a:pt x="1021" y="235"/>
                    <a:pt x="787" y="1"/>
                    <a:pt x="5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192*250"/>
  <p:tag name="TABLE_ENDDRAG_RECT" val="452*106*192*250"/>
</p:tagLst>
</file>

<file path=ppt/tags/tag2.xml><?xml version="1.0" encoding="utf-8"?>
<p:tagLst xmlns:p="http://schemas.openxmlformats.org/presentationml/2006/main">
  <p:tag name="KSO_WM_DIAGRAM_VIRTUALLY_FRAME" val="{&quot;height&quot;:226.66692913385822,&quot;left&quot;:55.52511811023622,&quot;top&quot;:112.12724409448819,&quot;width&quot;:608.9497637795274}"/>
</p:tagLst>
</file>

<file path=ppt/tags/tag3.xml><?xml version="1.0" encoding="utf-8"?>
<p:tagLst xmlns:p="http://schemas.openxmlformats.org/presentationml/2006/main">
  <p:tag name="KSO_WM_DIAGRAM_VIRTUALLY_FRAME" val="{&quot;height&quot;:226.66692913385822,&quot;left&quot;:55.52511811023622,&quot;top&quot;:112.12724409448819,&quot;width&quot;:608.9497637795274}"/>
</p:tagLst>
</file>

<file path=ppt/tags/tag4.xml><?xml version="1.0" encoding="utf-8"?>
<p:tagLst xmlns:p="http://schemas.openxmlformats.org/presentationml/2006/main">
  <p:tag name="KSO_WM_DIAGRAM_VIRTUALLY_FRAME" val="{&quot;height&quot;:226.66692913385822,&quot;left&quot;:55.52511811023622,&quot;top&quot;:112.12724409448819,&quot;width&quot;:608.9497637795274}"/>
</p:tagLst>
</file>

<file path=ppt/tags/tag5.xml><?xml version="1.0" encoding="utf-8"?>
<p:tagLst xmlns:p="http://schemas.openxmlformats.org/presentationml/2006/main">
  <p:tag name="KSO_WM_DIAGRAM_VIRTUALLY_FRAME" val="{&quot;height&quot;:226.66692913385822,&quot;left&quot;:55.52511811023622,&quot;top&quot;:112.12724409448819,&quot;width&quot;:608.9497637795274}"/>
</p:tagLst>
</file>

<file path=ppt/tags/tag6.xml><?xml version="1.0" encoding="utf-8"?>
<p:tagLst xmlns:p="http://schemas.openxmlformats.org/presentationml/2006/main">
  <p:tag name="KSO_WM_DIAGRAM_VIRTUALLY_FRAME" val="{&quot;height&quot;:226.66692913385822,&quot;left&quot;:55.52511811023622,&quot;top&quot;:112.12724409448819,&quot;width&quot;:608.9497637795274}"/>
</p:tagLst>
</file>

<file path=ppt/tags/tag7.xml><?xml version="1.0" encoding="utf-8"?>
<p:tagLst xmlns:p="http://schemas.openxmlformats.org/presentationml/2006/main">
  <p:tag name="KSO_WM_DIAGRAM_VIRTUALLY_FRAME" val="{&quot;height&quot;:226.66692913385822,&quot;left&quot;:55.52511811023622,&quot;top&quot;:112.12724409448819,&quot;width&quot;:608.9497637795274}"/>
</p:tagLst>
</file>

<file path=ppt/tags/tag8.xml><?xml version="1.0" encoding="utf-8"?>
<p:tagLst xmlns:p="http://schemas.openxmlformats.org/presentationml/2006/main">
  <p:tag name="KSO_WM_DIAGRAM_VIRTUALLY_FRAME" val="{&quot;height&quot;:226.66692913385822,&quot;left&quot;:55.52511811023622,&quot;top&quot;:112.12724409448819,&quot;width&quot;:608.9497637795274}"/>
</p:tagLst>
</file>

<file path=ppt/tags/tag9.xml><?xml version="1.0" encoding="utf-8"?>
<p:tagLst xmlns:p="http://schemas.openxmlformats.org/presentationml/2006/main">
  <p:tag name="KSO_WM_DIAGRAM_VIRTUALLY_FRAME" val="{&quot;height&quot;:226.66692913385822,&quot;left&quot;:55.52511811023622,&quot;top&quot;:112.12724409448819,&quot;width&quot;:608.9497637795274}"/>
</p:tagLst>
</file>

<file path=ppt/tags/tag10.xml><?xml version="1.0" encoding="utf-8"?>
<p:tagLst xmlns:p="http://schemas.openxmlformats.org/presentationml/2006/main">
  <p:tag name="KSO_WM_DIAGRAM_VIRTUALLY_FRAME" val="{&quot;height&quot;:226.66692913385822,&quot;left&quot;:55.52511811023622,&quot;top&quot;:112.12724409448819,&quot;width&quot;:608.9497637795274}"/>
</p:tagLst>
</file>

<file path=ppt/tags/tag11.xml><?xml version="1.0" encoding="utf-8"?>
<p:tagLst xmlns:p="http://schemas.openxmlformats.org/presentationml/2006/main">
  <p:tag name="KSO_WM_DIAGRAM_VIRTUALLY_FRAME" val="{&quot;height&quot;:226.66692913385822,&quot;left&quot;:55.52511811023622,&quot;top&quot;:112.12724409448819,&quot;width&quot;:608.9497637795274}"/>
</p:tagLst>
</file>

<file path=ppt/tags/tag12.xml><?xml version="1.0" encoding="utf-8"?>
<p:tagLst xmlns:p="http://schemas.openxmlformats.org/presentationml/2006/main">
  <p:tag name="KSO_WM_DIAGRAM_VIRTUALLY_FRAME" val="{&quot;height&quot;:226.66692913385822,&quot;left&quot;:55.52511811023622,&quot;top&quot;:112.12724409448819,&quot;width&quot;:608.9497637795274}"/>
</p:tagLst>
</file>

<file path=ppt/tags/tag13.xml><?xml version="1.0" encoding="utf-8"?>
<p:tagLst xmlns:p="http://schemas.openxmlformats.org/presentationml/2006/main">
  <p:tag name="KSO_WM_DIAGRAM_VIRTUALLY_FRAME" val="{&quot;height&quot;:226.66692913385822,&quot;left&quot;:55.52511811023622,&quot;top&quot;:112.12724409448819,&quot;width&quot;:608.9497637795274}"/>
</p:tagLst>
</file>

<file path=ppt/tags/tag14.xml><?xml version="1.0" encoding="utf-8"?>
<p:tagLst xmlns:p="http://schemas.openxmlformats.org/presentationml/2006/main">
  <p:tag name="KSO_WM_DIAGRAM_VIRTUALLY_FRAME" val="{&quot;height&quot;:226.66692913385822,&quot;left&quot;:55.52511811023622,&quot;top&quot;:112.12724409448819,&quot;width&quot;:608.9497637795274}"/>
</p:tagLst>
</file>

<file path=ppt/tags/tag15.xml><?xml version="1.0" encoding="utf-8"?>
<p:tagLst xmlns:p="http://schemas.openxmlformats.org/presentationml/2006/main">
  <p:tag name="KSO_WM_DIAGRAM_VIRTUALLY_FRAME" val="{&quot;height&quot;:273.81299212598424,&quot;left&quot;:61.54433070866141,&quot;top&quot;:79.67913385826773,&quot;width&quot;:600.9614173228346}"/>
</p:tagLst>
</file>

<file path=ppt/tags/tag16.xml><?xml version="1.0" encoding="utf-8"?>
<p:tagLst xmlns:p="http://schemas.openxmlformats.org/presentationml/2006/main">
  <p:tag name="KSO_WM_DIAGRAM_VIRTUALLY_FRAME" val="{&quot;height&quot;:273.81299212598424,&quot;left&quot;:61.54433070866141,&quot;top&quot;:79.67913385826773,&quot;width&quot;:600.9614173228346}"/>
</p:tagLst>
</file>

<file path=ppt/tags/tag17.xml><?xml version="1.0" encoding="utf-8"?>
<p:tagLst xmlns:p="http://schemas.openxmlformats.org/presentationml/2006/main">
  <p:tag name="KSO_WM_DIAGRAM_VIRTUALLY_FRAME" val="{&quot;height&quot;:273.81299212598424,&quot;left&quot;:61.54433070866141,&quot;top&quot;:79.67913385826773,&quot;width&quot;:600.9614173228346}"/>
</p:tagLst>
</file>

<file path=ppt/tags/tag18.xml><?xml version="1.0" encoding="utf-8"?>
<p:tagLst xmlns:p="http://schemas.openxmlformats.org/presentationml/2006/main">
  <p:tag name="KSO_WM_DIAGRAM_VIRTUALLY_FRAME" val="{&quot;height&quot;:273.81299212598424,&quot;left&quot;:61.54433070866141,&quot;top&quot;:79.67913385826773,&quot;width&quot;:600.9614173228346}"/>
</p:tagLst>
</file>

<file path=ppt/tags/tag19.xml><?xml version="1.0" encoding="utf-8"?>
<p:tagLst xmlns:p="http://schemas.openxmlformats.org/presentationml/2006/main">
  <p:tag name="KSO_WM_DIAGRAM_VIRTUALLY_FRAME" val="{&quot;height&quot;:273.81299212598424,&quot;left&quot;:61.54433070866141,&quot;top&quot;:79.67913385826773,&quot;width&quot;:600.9614173228346}"/>
</p:tagLst>
</file>

<file path=ppt/tags/tag20.xml><?xml version="1.0" encoding="utf-8"?>
<p:tagLst xmlns:p="http://schemas.openxmlformats.org/presentationml/2006/main">
  <p:tag name="KSO_WM_DIAGRAM_VIRTUALLY_FRAME" val="{&quot;height&quot;:273.81299212598424,&quot;left&quot;:61.54433070866141,&quot;top&quot;:79.67913385826773,&quot;width&quot;:600.9614173228346}"/>
</p:tagLst>
</file>

<file path=ppt/tags/tag21.xml><?xml version="1.0" encoding="utf-8"?>
<p:tagLst xmlns:p="http://schemas.openxmlformats.org/presentationml/2006/main">
  <p:tag name="KSO_WM_DIAGRAM_VIRTUALLY_FRAME" val="{&quot;height&quot;:273.81299212598424,&quot;left&quot;:61.54433070866141,&quot;top&quot;:79.67913385826773,&quot;width&quot;:600.9614173228346}"/>
</p:tagLst>
</file>

<file path=ppt/tags/tag22.xml><?xml version="1.0" encoding="utf-8"?>
<p:tagLst xmlns:p="http://schemas.openxmlformats.org/presentationml/2006/main">
  <p:tag name="KSO_WM_DIAGRAM_VIRTUALLY_FRAME" val="{&quot;height&quot;:273.81299212598424,&quot;left&quot;:61.54433070866141,&quot;top&quot;:79.67913385826773,&quot;width&quot;:600.9614173228346}"/>
</p:tagLst>
</file>

<file path=ppt/tags/tag23.xml><?xml version="1.0" encoding="utf-8"?>
<p:tagLst xmlns:p="http://schemas.openxmlformats.org/presentationml/2006/main">
  <p:tag name="KSO_WM_DIAGRAM_VIRTUALLY_FRAME" val="{&quot;height&quot;:273.81299212598424,&quot;left&quot;:61.54433070866141,&quot;top&quot;:79.67913385826773,&quot;width&quot;:596.9114173228347}"/>
</p:tagLst>
</file>

<file path=ppt/tags/tag24.xml><?xml version="1.0" encoding="utf-8"?>
<p:tagLst xmlns:p="http://schemas.openxmlformats.org/presentationml/2006/main">
  <p:tag name="KSO_WM_DIAGRAM_VIRTUALLY_FRAME" val="{&quot;height&quot;:251.18803149606316,&quot;left&quot;:67.47078740157481,&quot;top&quot;:105.23511811023623,&quot;width&quot;:312.0061417322835}"/>
</p:tagLst>
</file>

<file path=ppt/tags/tag25.xml><?xml version="1.0" encoding="utf-8"?>
<p:tagLst xmlns:p="http://schemas.openxmlformats.org/presentationml/2006/main">
  <p:tag name="KSO_WM_DIAGRAM_VIRTUALLY_FRAME" val="{&quot;height&quot;:251.18803149606316,&quot;left&quot;:67.47078740157481,&quot;top&quot;:105.23511811023623,&quot;width&quot;:312.0061417322835}"/>
</p:tagLst>
</file>

<file path=ppt/tags/tag26.xml><?xml version="1.0" encoding="utf-8"?>
<p:tagLst xmlns:p="http://schemas.openxmlformats.org/presentationml/2006/main">
  <p:tag name="KSO_WM_DIAGRAM_VIRTUALLY_FRAME" val="{&quot;height&quot;:251.18803149606316,&quot;left&quot;:67.47078740157481,&quot;top&quot;:105.23511811023623,&quot;width&quot;:312.0061417322835}"/>
</p:tagLst>
</file>

<file path=ppt/tags/tag27.xml><?xml version="1.0" encoding="utf-8"?>
<p:tagLst xmlns:p="http://schemas.openxmlformats.org/presentationml/2006/main">
  <p:tag name="KSO_WM_DIAGRAM_VIRTUALLY_FRAME" val="{&quot;height&quot;:251.18803149606316,&quot;left&quot;:67.47078740157481,&quot;top&quot;:105.23511811023623,&quot;width&quot;:312.0061417322835}"/>
</p:tagLst>
</file>

<file path=ppt/tags/tag28.xml><?xml version="1.0" encoding="utf-8"?>
<p:tagLst xmlns:p="http://schemas.openxmlformats.org/presentationml/2006/main">
  <p:tag name="KSO_WM_DIAGRAM_VIRTUALLY_FRAME" val="{&quot;height&quot;:251.18803149606316,&quot;left&quot;:67.47078740157481,&quot;top&quot;:105.23511811023623,&quot;width&quot;:312.0061417322835}"/>
</p:tagLst>
</file>

<file path=ppt/tags/tag29.xml><?xml version="1.0" encoding="utf-8"?>
<p:tagLst xmlns:p="http://schemas.openxmlformats.org/presentationml/2006/main">
  <p:tag name="KSO_WM_DIAGRAM_VIRTUALLY_FRAME" val="{&quot;height&quot;:251.18803149606316,&quot;left&quot;:67.47078740157481,&quot;top&quot;:105.23511811023623,&quot;width&quot;:312.0061417322835}"/>
</p:tagLst>
</file>

<file path=ppt/tags/tag30.xml><?xml version="1.0" encoding="utf-8"?>
<p:tagLst xmlns:p="http://schemas.openxmlformats.org/presentationml/2006/main">
  <p:tag name="KSO_WM_DIAGRAM_VIRTUALLY_FRAME" val="{&quot;height&quot;:251.18803149606316,&quot;left&quot;:67.47078740157481,&quot;top&quot;:105.23511811023623,&quot;width&quot;:312.0061417322835}"/>
</p:tagLst>
</file>

<file path=ppt/tags/tag31.xml><?xml version="1.0" encoding="utf-8"?>
<p:tagLst xmlns:p="http://schemas.openxmlformats.org/presentationml/2006/main">
  <p:tag name="KSO_WM_DIAGRAM_VIRTUALLY_FRAME" val="{&quot;height&quot;:251.18803149606316,&quot;left&quot;:67.47078740157481,&quot;top&quot;:105.23511811023623,&quot;width&quot;:312.0061417322835}"/>
</p:tagLst>
</file>

<file path=ppt/theme/theme1.xml><?xml version="1.0" encoding="utf-8"?>
<a:theme xmlns:a="http://schemas.openxmlformats.org/drawingml/2006/main" name="Healthcare Systems in the European Union Countries Thesis by Slidesgo">
  <a:themeElements>
    <a:clrScheme name="Simple Light">
      <a:dk1>
        <a:srgbClr val="000000"/>
      </a:dk1>
      <a:lt1>
        <a:srgbClr val="FFFFFF"/>
      </a:lt1>
      <a:dk2>
        <a:srgbClr val="545151"/>
      </a:dk2>
      <a:lt2>
        <a:srgbClr val="989898"/>
      </a:lt2>
      <a:accent1>
        <a:srgbClr val="D3D3D3"/>
      </a:accent1>
      <a:accent2>
        <a:srgbClr val="B5F1ED"/>
      </a:accent2>
      <a:accent3>
        <a:srgbClr val="59D8C9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6641</Words>
  <Application>WPS Presentation</Application>
  <PresentationFormat>On-screen Show (16:9)</PresentationFormat>
  <Paragraphs>403</Paragraphs>
  <Slides>26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1" baseType="lpstr">
      <vt:lpstr>Arial</vt:lpstr>
      <vt:lpstr>SimSun</vt:lpstr>
      <vt:lpstr>Wingdings</vt:lpstr>
      <vt:lpstr>Arial</vt:lpstr>
      <vt:lpstr>Red Hat Display</vt:lpstr>
      <vt:lpstr>Nunito Light</vt:lpstr>
      <vt:lpstr>Segoe Print</vt:lpstr>
      <vt:lpstr>Times New Roman</vt:lpstr>
      <vt:lpstr>Red Hat Display Medium</vt:lpstr>
      <vt:lpstr>Courier New</vt:lpstr>
      <vt:lpstr>Microsoft YaHei</vt:lpstr>
      <vt:lpstr>Arial Unicode MS</vt:lpstr>
      <vt:lpstr>Wingdings</vt:lpstr>
      <vt:lpstr>Tempus Sans ITC</vt:lpstr>
      <vt:lpstr>Healthcare Systems in the European Union Countries Thesis by Slidesgo</vt:lpstr>
      <vt:lpstr>FINAL YEAR PROJECT</vt:lpstr>
      <vt:lpstr>CONTENTS OF THIS PRESENTATION</vt:lpstr>
      <vt:lpstr>GROUP MEMBERS</vt:lpstr>
      <vt:lpstr>PROBLEM STATEMENT</vt:lpstr>
      <vt:lpstr>PROBLEM STATEMENT     Result: 45% of Pakistanis skip medical care due to costs and distance.  SOLUTION An AI-powered platform making healthcare accessible, affordable, and understandable.</vt:lpstr>
      <vt:lpstr>EXISTING PLATFORMS VS HEALTHBRIDGE.AI</vt:lpstr>
      <vt:lpstr>6.</vt:lpstr>
      <vt:lpstr>CORE FEATURES</vt:lpstr>
      <vt:lpstr>1. AI Health Assistant</vt:lpstr>
      <vt:lpstr>2. Medical Report Analysis</vt:lpstr>
      <vt:lpstr>3. Teleconsultation System</vt:lpstr>
      <vt:lpstr>4. Doctor Directory &amp; Matching</vt:lpstr>
      <vt:lpstr>5. Doctor Profile Page</vt:lpstr>
      <vt:lpstr>6. Book Appointment Page </vt:lpstr>
      <vt:lpstr>PowerPoint 演示文稿</vt:lpstr>
      <vt:lpstr>IMPLEMENTATION CHALLENGES &amp; SOLUTIONS</vt:lpstr>
      <vt:lpstr>IMPLEMENTATION CHALLENGES &amp; SOLUTIONS</vt:lpstr>
      <vt:lpstr>IMPLEMENTATION CHALLENGES &amp; SOLUTIONS</vt:lpstr>
      <vt:lpstr>IMPLEMENTATION CHALLENGES &amp; SOLUTIONS</vt:lpstr>
      <vt:lpstr>SECURITY &amp; PRIVACY MEASURES</vt:lpstr>
      <vt:lpstr>RESULTS &amp; IMPACT : Expected Outcomes</vt:lpstr>
      <vt:lpstr>99%</vt:lpstr>
      <vt:lpstr>FUTURE ENHANCEMENTS</vt:lpstr>
      <vt:lpstr>CONCLUSIONS</vt:lpstr>
      <vt:lpstr>CONCLUSIONS</vt:lpstr>
      <vt:lpstr>THANK YOU 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BRIDGING HEALTHCARE GAPS WITH AI</dc:title>
  <dc:creator>Sehrish Akram</dc:creator>
  <cp:lastModifiedBy>Irsa Ghazal</cp:lastModifiedBy>
  <cp:revision>95</cp:revision>
  <dcterms:created xsi:type="dcterms:W3CDTF">2026-01-06T12:25:00Z</dcterms:created>
  <dcterms:modified xsi:type="dcterms:W3CDTF">2026-01-07T14:42:45Z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EAFEDCDC9B6C4DAAAAE18DB7EA3F9180_13</vt:lpwstr>
  </property>
  <property fmtid="{D5CDD505-2E9C-101B-9397-08002B2CF9AE}" pid="3" name="KSOProductBuildVer">
    <vt:lpwstr>1033-12.2.0.23196</vt:lpwstr>
  </property>
</Properties>
</file>